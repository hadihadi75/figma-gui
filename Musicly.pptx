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33" r:id="rId3"/>
    <p:sldId id="300" r:id="rId4"/>
    <p:sldId id="334" r:id="rId5"/>
    <p:sldId id="336" r:id="rId6"/>
    <p:sldId id="340" r:id="rId7"/>
    <p:sldId id="341" r:id="rId8"/>
    <p:sldId id="342" r:id="rId9"/>
    <p:sldId id="343" r:id="rId10"/>
    <p:sldId id="272" r:id="rId1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0073"/>
    <a:srgbClr val="D9D9D9"/>
    <a:srgbClr val="FFBC42"/>
    <a:srgbClr val="1D57DE"/>
    <a:srgbClr val="0017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8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08FCC-27AE-6BD6-904E-384F9C66C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69139-9009-032F-2DF4-6D1EF3098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C067C-2170-CEA1-E876-4A9D46803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F70F-0FBA-4C6D-ACB3-C05A21176275}" type="datetimeFigureOut">
              <a:rPr lang="LID4096" smtClean="0"/>
              <a:t>01/13/2025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9FA6F-CCC2-9CB5-0363-CF9646499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50CCC-5D23-FB90-8FE2-11E66A8F6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6A1D-6703-4A2D-94C7-AC1C6D997F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357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19371-0612-205A-7EBD-FA8B81C64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97920-CF95-B252-A459-3EFD36ACA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A9803-178B-751D-5908-D84E3B90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F70F-0FBA-4C6D-ACB3-C05A21176275}" type="datetimeFigureOut">
              <a:rPr lang="LID4096" smtClean="0"/>
              <a:t>01/13/2025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EE3A8-5E60-E881-DF4F-062EFC158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848C8-6620-2F83-C244-DE9061F50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6A1D-6703-4A2D-94C7-AC1C6D997F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0225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03575-AE44-10B7-CBD4-D93119990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3B0A0-2A5D-2D14-F18B-F84E91476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CBFB-54BF-0F77-F52B-18F985690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F70F-0FBA-4C6D-ACB3-C05A21176275}" type="datetimeFigureOut">
              <a:rPr lang="LID4096" smtClean="0"/>
              <a:t>01/13/2025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DB324-3885-0315-BEF3-901BAEA07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5223D-3C9A-B945-F4C1-D758B715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6A1D-6703-4A2D-94C7-AC1C6D997F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0715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174F9-583F-028F-2B75-E5184AB02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E7CCE-13BB-D934-D6C7-EA767A089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B8462-2F22-F258-4916-18A065803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8D5C8F-1888-E959-1698-10FAD6A58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F70F-0FBA-4C6D-ACB3-C05A21176275}" type="datetimeFigureOut">
              <a:rPr lang="LID4096" smtClean="0"/>
              <a:t>01/13/2025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E6BC7-1E01-9C1A-5065-5B6850C93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088ED-03AE-81EB-F0CD-34C9A19E0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6A1D-6703-4A2D-94C7-AC1C6D997F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04890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3A6F5-9973-649F-9774-9E8D4943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9CA8A-7302-BFDC-0FAA-7D220FD3C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0793F-741C-F091-5EBE-D8B3CBE92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762C1-1AAB-6D1C-7DC2-07993955CD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D7ACED-49A4-CF71-88B5-F20F0CC4C4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43C6B0-A557-E6AC-B0DE-07BB3D5AD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F70F-0FBA-4C6D-ACB3-C05A21176275}" type="datetimeFigureOut">
              <a:rPr lang="LID4096" smtClean="0"/>
              <a:t>01/13/2025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430638-4394-77B2-AE95-E2A51CE41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D9299E-C6FA-5012-0714-3830EBD35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6A1D-6703-4A2D-94C7-AC1C6D997F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5940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AE6C2-96A6-53B6-5C3E-8E8FE659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0CDD51-C1BE-B955-EBB8-EA162DF64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F70F-0FBA-4C6D-ACB3-C05A21176275}" type="datetimeFigureOut">
              <a:rPr lang="LID4096" smtClean="0"/>
              <a:t>01/13/2025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21CE83-5AA2-C425-55D0-912256E9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59E9E-31FE-371A-0685-AE359703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6A1D-6703-4A2D-94C7-AC1C6D997F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063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3A8E33-7CA9-4DA4-F204-863ABFBA0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F70F-0FBA-4C6D-ACB3-C05A21176275}" type="datetimeFigureOut">
              <a:rPr lang="LID4096" smtClean="0"/>
              <a:t>01/13/2025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5A731-3ED9-2084-9ABE-90E90008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C474E-873E-9114-47A9-CB9FC6F81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6A1D-6703-4A2D-94C7-AC1C6D997F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63553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C655-59E3-CC1C-F20D-81944E0C9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3FE65-A170-72B9-53B3-0226E59DF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9A200-1957-8AB3-A026-2C73C5FAE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A464F-4118-0EA3-528E-166297E8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F70F-0FBA-4C6D-ACB3-C05A21176275}" type="datetimeFigureOut">
              <a:rPr lang="LID4096" smtClean="0"/>
              <a:t>01/13/2025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6EAB1-7ED9-2DB3-107C-F6BA0267F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92567-DA6A-2A69-D5C0-0AD561ED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6A1D-6703-4A2D-94C7-AC1C6D997F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8552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BCE9E-5D81-427E-833B-81429484F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F5B61E-D671-58AB-261E-7B67265D15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ACF2C-B95E-C32D-15CF-1F9DB1808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DF361-3743-9D70-A2F3-93D08B59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F70F-0FBA-4C6D-ACB3-C05A21176275}" type="datetimeFigureOut">
              <a:rPr lang="LID4096" smtClean="0"/>
              <a:t>01/13/2025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DDE42-BC4E-6487-4E89-E6B198050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EDC64-9BC3-9085-8CA1-E36CF481B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6A1D-6703-4A2D-94C7-AC1C6D997F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8036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4FA42-AE6B-F432-12AF-1CDDDD46C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A8221-8911-781B-C6D1-78212E5FA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6AC81-ECAE-C8A1-9FDA-2140F0EA8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F70F-0FBA-4C6D-ACB3-C05A21176275}" type="datetimeFigureOut">
              <a:rPr lang="LID4096" smtClean="0"/>
              <a:t>01/13/2025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7945A-871E-0836-4F61-A430123D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77FD2-4EB0-0578-3A21-271241B7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6A1D-6703-4A2D-94C7-AC1C6D997F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7413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94127-9683-5E5B-78D3-61BB193451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CDC82C-7C73-B323-21EE-86DE8FB0B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1C63F-0516-51F8-8CC2-24FE7E900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F70F-0FBA-4C6D-ACB3-C05A21176275}" type="datetimeFigureOut">
              <a:rPr lang="LID4096" smtClean="0"/>
              <a:t>01/13/2025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1C2A8-C02F-4A34-8C2D-06F2F52C3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F9D19-09A8-D053-F078-AC8FC77AA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6A1D-6703-4A2D-94C7-AC1C6D997F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1176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9195D-4688-445C-BD9E-14997BA1AFC0}" type="datetime1">
              <a:rPr lang="en-US" smtClean="0"/>
              <a:t>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DESIGNDISTSRICT.COM</a:t>
            </a:r>
            <a:endParaRPr lang="en-US" sz="1200" dirty="0"/>
          </a:p>
        </p:txBody>
      </p:sp>
      <p:pic>
        <p:nvPicPr>
          <p:cNvPr id="5" name="Picture 4" descr="mock_3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974" y="2063750"/>
            <a:ext cx="5472852" cy="3367087"/>
          </a:xfrm>
          <a:prstGeom prst="rect">
            <a:avLst/>
          </a:prstGeom>
        </p:spPr>
      </p:pic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136641" y="2326324"/>
            <a:ext cx="4781551" cy="20224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8375128" y="6282209"/>
            <a:ext cx="2844800" cy="365125"/>
          </a:xfrm>
          <a:prstGeom prst="rect">
            <a:avLst/>
          </a:prstGeom>
        </p:spPr>
        <p:txBody>
          <a:bodyPr/>
          <a:lstStyle/>
          <a:p>
            <a:fld id="{8BA6482E-F363-B343-ABCE-D1D2D29F80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55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ythrough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4632960"/>
          </a:xfrm>
          <a:prstGeom prst="rect">
            <a:avLst/>
          </a:prstGeom>
          <a:solidFill>
            <a:srgbClr val="832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D6363-3B0B-4718-B202-D4D531FBE682}" type="datetime1">
              <a:rPr lang="en-US" smtClean="0"/>
              <a:t>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DESIGNDISTSRICT.COM</a:t>
            </a:r>
            <a:endParaRPr lang="en-US" sz="1200" dirty="0"/>
          </a:p>
        </p:txBody>
      </p:sp>
      <p:pic>
        <p:nvPicPr>
          <p:cNvPr id="6" name="Picture 5" descr="macbook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33" y="2002564"/>
            <a:ext cx="6544088" cy="2938780"/>
          </a:xfrm>
          <a:prstGeom prst="rect">
            <a:avLst/>
          </a:prstGeom>
        </p:spPr>
      </p:pic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311900" y="2295525"/>
            <a:ext cx="4430184" cy="21034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8375128" y="6282209"/>
            <a:ext cx="2844800" cy="365125"/>
          </a:xfrm>
          <a:prstGeom prst="rect">
            <a:avLst/>
          </a:prstGeom>
        </p:spPr>
        <p:txBody>
          <a:bodyPr/>
          <a:lstStyle/>
          <a:p>
            <a:fld id="{8BA6482E-F363-B343-ABCE-D1D2D29F80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74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ythrough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A61A4-6E0D-6A9B-3DCE-CE1C10C5B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25F9B-FA20-04B1-23F2-1CB2750CD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1A52E-D713-EFE2-B64F-B6887B5C9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14F70F-0FBA-4C6D-ACB3-C05A21176275}" type="datetimeFigureOut">
              <a:rPr lang="LID4096" smtClean="0"/>
              <a:t>01/13/2025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D2304-CA19-5422-7D7D-07D90D930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2DB5E-3E1D-3DAA-248A-EF1E7EE41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436A1D-6703-4A2D-94C7-AC1C6D997F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9288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4">
            <a:extLst>
              <a:ext uri="{FF2B5EF4-FFF2-40B4-BE49-F238E27FC236}">
                <a16:creationId xmlns:a16="http://schemas.microsoft.com/office/drawing/2014/main" id="{9A76832F-2882-7914-7C95-065D6BC9536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574675" y="5665788"/>
            <a:ext cx="6934200" cy="776287"/>
          </a:xfrm>
          <a:prstGeom prst="ellipse">
            <a:avLst/>
          </a:prstGeom>
          <a:gradFill rotWithShape="1">
            <a:gsLst>
              <a:gs pos="0">
                <a:srgbClr val="000000">
                  <a:alpha val="16000"/>
                </a:srgbClr>
              </a:gs>
              <a:gs pos="100000">
                <a:srgbClr val="000000">
                  <a:gamma/>
                  <a:shade val="46275"/>
                  <a:invGamma/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31750" cap="rnd" algn="ctr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rgbClr val="000000"/>
              </a:solidFill>
              <a:ea typeface="微软雅黑" pitchFamily="34" charset="-122"/>
            </a:endParaRPr>
          </a:p>
        </p:txBody>
      </p:sp>
      <p:grpSp>
        <p:nvGrpSpPr>
          <p:cNvPr id="2051" name="Group 342">
            <a:extLst>
              <a:ext uri="{FF2B5EF4-FFF2-40B4-BE49-F238E27FC236}">
                <a16:creationId xmlns:a16="http://schemas.microsoft.com/office/drawing/2014/main" id="{861D3C07-6813-3DD1-BEFA-B0E046EC3248}"/>
              </a:ext>
            </a:extLst>
          </p:cNvPr>
          <p:cNvGrpSpPr>
            <a:grpSpLocks/>
          </p:cNvGrpSpPr>
          <p:nvPr/>
        </p:nvGrpSpPr>
        <p:grpSpPr bwMode="auto">
          <a:xfrm>
            <a:off x="0" y="3133725"/>
            <a:ext cx="12192000" cy="3757613"/>
            <a:chOff x="0" y="2756214"/>
            <a:chExt cx="12192000" cy="4148811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AA05C2D9-1A37-8CEC-44E8-FAC709BABCFB}"/>
                </a:ext>
              </a:extLst>
            </p:cNvPr>
            <p:cNvSpPr/>
            <p:nvPr/>
          </p:nvSpPr>
          <p:spPr>
            <a:xfrm>
              <a:off x="0" y="3287304"/>
              <a:ext cx="12192000" cy="36177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grpSp>
          <p:nvGrpSpPr>
            <p:cNvPr id="345" name="Group 344">
              <a:extLst>
                <a:ext uri="{FF2B5EF4-FFF2-40B4-BE49-F238E27FC236}">
                  <a16:creationId xmlns:a16="http://schemas.microsoft.com/office/drawing/2014/main" id="{83459243-CDA9-CF1E-82B2-B3DB4BB2FFB4}"/>
                </a:ext>
              </a:extLst>
            </p:cNvPr>
            <p:cNvGrpSpPr/>
            <p:nvPr/>
          </p:nvGrpSpPr>
          <p:grpSpPr>
            <a:xfrm>
              <a:off x="78557" y="2756214"/>
              <a:ext cx="5282897" cy="863930"/>
              <a:chOff x="1833235" y="2438780"/>
              <a:chExt cx="5282897" cy="863930"/>
            </a:xfrm>
            <a:solidFill>
              <a:schemeClr val="bg1"/>
            </a:solidFill>
          </p:grpSpPr>
          <p:sp>
            <p:nvSpPr>
              <p:cNvPr id="350" name="Freeform 157">
                <a:extLst>
                  <a:ext uri="{FF2B5EF4-FFF2-40B4-BE49-F238E27FC236}">
                    <a16:creationId xmlns:a16="http://schemas.microsoft.com/office/drawing/2014/main" id="{D2070841-5B0A-7383-9E89-AF13740015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5817" y="2438780"/>
                <a:ext cx="1980315" cy="863929"/>
              </a:xfrm>
              <a:custGeom>
                <a:avLst/>
                <a:gdLst>
                  <a:gd name="T0" fmla="*/ 514 w 520"/>
                  <a:gd name="T1" fmla="*/ 226 h 226"/>
                  <a:gd name="T2" fmla="*/ 520 w 520"/>
                  <a:gd name="T3" fmla="*/ 197 h 226"/>
                  <a:gd name="T4" fmla="*/ 460 w 520"/>
                  <a:gd name="T5" fmla="*/ 121 h 226"/>
                  <a:gd name="T6" fmla="*/ 383 w 520"/>
                  <a:gd name="T7" fmla="*/ 50 h 226"/>
                  <a:gd name="T8" fmla="*/ 365 w 520"/>
                  <a:gd name="T9" fmla="*/ 52 h 226"/>
                  <a:gd name="T10" fmla="*/ 291 w 520"/>
                  <a:gd name="T11" fmla="*/ 0 h 226"/>
                  <a:gd name="T12" fmla="*/ 228 w 520"/>
                  <a:gd name="T13" fmla="*/ 32 h 226"/>
                  <a:gd name="T14" fmla="*/ 202 w 520"/>
                  <a:gd name="T15" fmla="*/ 27 h 226"/>
                  <a:gd name="T16" fmla="*/ 137 w 520"/>
                  <a:gd name="T17" fmla="*/ 62 h 226"/>
                  <a:gd name="T18" fmla="*/ 108 w 520"/>
                  <a:gd name="T19" fmla="*/ 85 h 226"/>
                  <a:gd name="T20" fmla="*/ 97 w 520"/>
                  <a:gd name="T21" fmla="*/ 85 h 226"/>
                  <a:gd name="T22" fmla="*/ 0 w 520"/>
                  <a:gd name="T23" fmla="*/ 181 h 226"/>
                  <a:gd name="T24" fmla="*/ 12 w 520"/>
                  <a:gd name="T25" fmla="*/ 226 h 226"/>
                  <a:gd name="T26" fmla="*/ 514 w 520"/>
                  <a:gd name="T27" fmla="*/ 226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0" h="226">
                    <a:moveTo>
                      <a:pt x="514" y="226"/>
                    </a:moveTo>
                    <a:cubicBezTo>
                      <a:pt x="518" y="217"/>
                      <a:pt x="520" y="207"/>
                      <a:pt x="520" y="197"/>
                    </a:cubicBezTo>
                    <a:cubicBezTo>
                      <a:pt x="520" y="160"/>
                      <a:pt x="495" y="129"/>
                      <a:pt x="460" y="121"/>
                    </a:cubicBezTo>
                    <a:cubicBezTo>
                      <a:pt x="457" y="81"/>
                      <a:pt x="423" y="50"/>
                      <a:pt x="383" y="50"/>
                    </a:cubicBezTo>
                    <a:cubicBezTo>
                      <a:pt x="377" y="50"/>
                      <a:pt x="370" y="51"/>
                      <a:pt x="365" y="52"/>
                    </a:cubicBezTo>
                    <a:cubicBezTo>
                      <a:pt x="354" y="22"/>
                      <a:pt x="325" y="0"/>
                      <a:pt x="291" y="0"/>
                    </a:cubicBezTo>
                    <a:cubicBezTo>
                      <a:pt x="265" y="0"/>
                      <a:pt x="242" y="12"/>
                      <a:pt x="228" y="32"/>
                    </a:cubicBezTo>
                    <a:cubicBezTo>
                      <a:pt x="220" y="29"/>
                      <a:pt x="211" y="27"/>
                      <a:pt x="202" y="27"/>
                    </a:cubicBezTo>
                    <a:cubicBezTo>
                      <a:pt x="175" y="27"/>
                      <a:pt x="151" y="41"/>
                      <a:pt x="137" y="62"/>
                    </a:cubicBezTo>
                    <a:cubicBezTo>
                      <a:pt x="126" y="67"/>
                      <a:pt x="116" y="75"/>
                      <a:pt x="108" y="85"/>
                    </a:cubicBezTo>
                    <a:cubicBezTo>
                      <a:pt x="104" y="85"/>
                      <a:pt x="100" y="85"/>
                      <a:pt x="97" y="85"/>
                    </a:cubicBezTo>
                    <a:cubicBezTo>
                      <a:pt x="44" y="85"/>
                      <a:pt x="0" y="128"/>
                      <a:pt x="0" y="181"/>
                    </a:cubicBezTo>
                    <a:cubicBezTo>
                      <a:pt x="0" y="197"/>
                      <a:pt x="5" y="213"/>
                      <a:pt x="12" y="226"/>
                    </a:cubicBezTo>
                    <a:lnTo>
                      <a:pt x="514" y="2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51" name="Freeform 158">
                <a:extLst>
                  <a:ext uri="{FF2B5EF4-FFF2-40B4-BE49-F238E27FC236}">
                    <a16:creationId xmlns:a16="http://schemas.microsoft.com/office/drawing/2014/main" id="{83831056-F2B1-E3D1-6865-318F895545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215" y="2438781"/>
                <a:ext cx="1980315" cy="863929"/>
              </a:xfrm>
              <a:custGeom>
                <a:avLst/>
                <a:gdLst>
                  <a:gd name="T0" fmla="*/ 514 w 520"/>
                  <a:gd name="T1" fmla="*/ 226 h 226"/>
                  <a:gd name="T2" fmla="*/ 520 w 520"/>
                  <a:gd name="T3" fmla="*/ 197 h 226"/>
                  <a:gd name="T4" fmla="*/ 460 w 520"/>
                  <a:gd name="T5" fmla="*/ 121 h 226"/>
                  <a:gd name="T6" fmla="*/ 382 w 520"/>
                  <a:gd name="T7" fmla="*/ 50 h 226"/>
                  <a:gd name="T8" fmla="*/ 364 w 520"/>
                  <a:gd name="T9" fmla="*/ 52 h 226"/>
                  <a:gd name="T10" fmla="*/ 291 w 520"/>
                  <a:gd name="T11" fmla="*/ 0 h 226"/>
                  <a:gd name="T12" fmla="*/ 228 w 520"/>
                  <a:gd name="T13" fmla="*/ 32 h 226"/>
                  <a:gd name="T14" fmla="*/ 201 w 520"/>
                  <a:gd name="T15" fmla="*/ 27 h 226"/>
                  <a:gd name="T16" fmla="*/ 137 w 520"/>
                  <a:gd name="T17" fmla="*/ 62 h 226"/>
                  <a:gd name="T18" fmla="*/ 108 w 520"/>
                  <a:gd name="T19" fmla="*/ 85 h 226"/>
                  <a:gd name="T20" fmla="*/ 96 w 520"/>
                  <a:gd name="T21" fmla="*/ 85 h 226"/>
                  <a:gd name="T22" fmla="*/ 0 w 520"/>
                  <a:gd name="T23" fmla="*/ 181 h 226"/>
                  <a:gd name="T24" fmla="*/ 12 w 520"/>
                  <a:gd name="T25" fmla="*/ 226 h 226"/>
                  <a:gd name="T26" fmla="*/ 514 w 520"/>
                  <a:gd name="T27" fmla="*/ 226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0" h="226">
                    <a:moveTo>
                      <a:pt x="514" y="226"/>
                    </a:moveTo>
                    <a:cubicBezTo>
                      <a:pt x="518" y="217"/>
                      <a:pt x="520" y="207"/>
                      <a:pt x="520" y="197"/>
                    </a:cubicBezTo>
                    <a:cubicBezTo>
                      <a:pt x="520" y="160"/>
                      <a:pt x="494" y="129"/>
                      <a:pt x="460" y="121"/>
                    </a:cubicBezTo>
                    <a:cubicBezTo>
                      <a:pt x="456" y="81"/>
                      <a:pt x="423" y="50"/>
                      <a:pt x="382" y="50"/>
                    </a:cubicBezTo>
                    <a:cubicBezTo>
                      <a:pt x="376" y="50"/>
                      <a:pt x="370" y="51"/>
                      <a:pt x="364" y="52"/>
                    </a:cubicBezTo>
                    <a:cubicBezTo>
                      <a:pt x="354" y="22"/>
                      <a:pt x="325" y="0"/>
                      <a:pt x="291" y="0"/>
                    </a:cubicBezTo>
                    <a:cubicBezTo>
                      <a:pt x="265" y="0"/>
                      <a:pt x="242" y="12"/>
                      <a:pt x="228" y="32"/>
                    </a:cubicBezTo>
                    <a:cubicBezTo>
                      <a:pt x="220" y="29"/>
                      <a:pt x="211" y="27"/>
                      <a:pt x="201" y="27"/>
                    </a:cubicBezTo>
                    <a:cubicBezTo>
                      <a:pt x="174" y="27"/>
                      <a:pt x="151" y="41"/>
                      <a:pt x="137" y="62"/>
                    </a:cubicBezTo>
                    <a:cubicBezTo>
                      <a:pt x="125" y="67"/>
                      <a:pt x="115" y="75"/>
                      <a:pt x="108" y="85"/>
                    </a:cubicBezTo>
                    <a:cubicBezTo>
                      <a:pt x="104" y="85"/>
                      <a:pt x="100" y="85"/>
                      <a:pt x="96" y="85"/>
                    </a:cubicBezTo>
                    <a:cubicBezTo>
                      <a:pt x="43" y="85"/>
                      <a:pt x="0" y="128"/>
                      <a:pt x="0" y="181"/>
                    </a:cubicBezTo>
                    <a:cubicBezTo>
                      <a:pt x="0" y="197"/>
                      <a:pt x="4" y="213"/>
                      <a:pt x="12" y="226"/>
                    </a:cubicBezTo>
                    <a:lnTo>
                      <a:pt x="514" y="2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52" name="Freeform 159">
                <a:extLst>
                  <a:ext uri="{FF2B5EF4-FFF2-40B4-BE49-F238E27FC236}">
                    <a16:creationId xmlns:a16="http://schemas.microsoft.com/office/drawing/2014/main" id="{76CEB92A-DF1A-8F3C-9040-1EAAB9EB7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3235" y="2438781"/>
                <a:ext cx="1980315" cy="863929"/>
              </a:xfrm>
              <a:custGeom>
                <a:avLst/>
                <a:gdLst>
                  <a:gd name="T0" fmla="*/ 514 w 520"/>
                  <a:gd name="T1" fmla="*/ 226 h 226"/>
                  <a:gd name="T2" fmla="*/ 520 w 520"/>
                  <a:gd name="T3" fmla="*/ 197 h 226"/>
                  <a:gd name="T4" fmla="*/ 460 w 520"/>
                  <a:gd name="T5" fmla="*/ 121 h 226"/>
                  <a:gd name="T6" fmla="*/ 382 w 520"/>
                  <a:gd name="T7" fmla="*/ 50 h 226"/>
                  <a:gd name="T8" fmla="*/ 364 w 520"/>
                  <a:gd name="T9" fmla="*/ 52 h 226"/>
                  <a:gd name="T10" fmla="*/ 291 w 520"/>
                  <a:gd name="T11" fmla="*/ 0 h 226"/>
                  <a:gd name="T12" fmla="*/ 228 w 520"/>
                  <a:gd name="T13" fmla="*/ 32 h 226"/>
                  <a:gd name="T14" fmla="*/ 202 w 520"/>
                  <a:gd name="T15" fmla="*/ 27 h 226"/>
                  <a:gd name="T16" fmla="*/ 137 w 520"/>
                  <a:gd name="T17" fmla="*/ 62 h 226"/>
                  <a:gd name="T18" fmla="*/ 108 w 520"/>
                  <a:gd name="T19" fmla="*/ 85 h 226"/>
                  <a:gd name="T20" fmla="*/ 96 w 520"/>
                  <a:gd name="T21" fmla="*/ 85 h 226"/>
                  <a:gd name="T22" fmla="*/ 0 w 520"/>
                  <a:gd name="T23" fmla="*/ 181 h 226"/>
                  <a:gd name="T24" fmla="*/ 12 w 520"/>
                  <a:gd name="T25" fmla="*/ 226 h 226"/>
                  <a:gd name="T26" fmla="*/ 514 w 520"/>
                  <a:gd name="T27" fmla="*/ 226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0" h="226">
                    <a:moveTo>
                      <a:pt x="514" y="226"/>
                    </a:moveTo>
                    <a:cubicBezTo>
                      <a:pt x="518" y="217"/>
                      <a:pt x="520" y="207"/>
                      <a:pt x="520" y="197"/>
                    </a:cubicBezTo>
                    <a:cubicBezTo>
                      <a:pt x="520" y="160"/>
                      <a:pt x="494" y="129"/>
                      <a:pt x="460" y="121"/>
                    </a:cubicBezTo>
                    <a:cubicBezTo>
                      <a:pt x="456" y="81"/>
                      <a:pt x="423" y="50"/>
                      <a:pt x="382" y="50"/>
                    </a:cubicBezTo>
                    <a:cubicBezTo>
                      <a:pt x="376" y="50"/>
                      <a:pt x="370" y="51"/>
                      <a:pt x="364" y="52"/>
                    </a:cubicBezTo>
                    <a:cubicBezTo>
                      <a:pt x="354" y="22"/>
                      <a:pt x="325" y="0"/>
                      <a:pt x="291" y="0"/>
                    </a:cubicBezTo>
                    <a:cubicBezTo>
                      <a:pt x="265" y="0"/>
                      <a:pt x="242" y="12"/>
                      <a:pt x="228" y="32"/>
                    </a:cubicBezTo>
                    <a:cubicBezTo>
                      <a:pt x="220" y="29"/>
                      <a:pt x="211" y="27"/>
                      <a:pt x="202" y="27"/>
                    </a:cubicBezTo>
                    <a:cubicBezTo>
                      <a:pt x="175" y="27"/>
                      <a:pt x="151" y="41"/>
                      <a:pt x="137" y="62"/>
                    </a:cubicBezTo>
                    <a:cubicBezTo>
                      <a:pt x="125" y="67"/>
                      <a:pt x="115" y="75"/>
                      <a:pt x="108" y="85"/>
                    </a:cubicBezTo>
                    <a:cubicBezTo>
                      <a:pt x="104" y="85"/>
                      <a:pt x="100" y="85"/>
                      <a:pt x="96" y="85"/>
                    </a:cubicBezTo>
                    <a:cubicBezTo>
                      <a:pt x="43" y="85"/>
                      <a:pt x="0" y="128"/>
                      <a:pt x="0" y="181"/>
                    </a:cubicBezTo>
                    <a:cubicBezTo>
                      <a:pt x="0" y="197"/>
                      <a:pt x="4" y="213"/>
                      <a:pt x="12" y="226"/>
                    </a:cubicBezTo>
                    <a:cubicBezTo>
                      <a:pt x="514" y="226"/>
                      <a:pt x="514" y="226"/>
                      <a:pt x="514" y="22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9400EA0C-44BF-9EC9-F167-65B236871F72}"/>
                </a:ext>
              </a:extLst>
            </p:cNvPr>
            <p:cNvGrpSpPr/>
            <p:nvPr/>
          </p:nvGrpSpPr>
          <p:grpSpPr>
            <a:xfrm>
              <a:off x="5122416" y="2763811"/>
              <a:ext cx="7069584" cy="863930"/>
              <a:chOff x="1833235" y="2438780"/>
              <a:chExt cx="5282897" cy="863930"/>
            </a:xfrm>
            <a:solidFill>
              <a:schemeClr val="bg1"/>
            </a:solidFill>
          </p:grpSpPr>
          <p:sp>
            <p:nvSpPr>
              <p:cNvPr id="347" name="Freeform 157">
                <a:extLst>
                  <a:ext uri="{FF2B5EF4-FFF2-40B4-BE49-F238E27FC236}">
                    <a16:creationId xmlns:a16="http://schemas.microsoft.com/office/drawing/2014/main" id="{AE0FEA7D-80E0-C7B1-8D34-1D538AF7AA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5817" y="2438780"/>
                <a:ext cx="1980315" cy="863929"/>
              </a:xfrm>
              <a:custGeom>
                <a:avLst/>
                <a:gdLst>
                  <a:gd name="T0" fmla="*/ 514 w 520"/>
                  <a:gd name="T1" fmla="*/ 226 h 226"/>
                  <a:gd name="T2" fmla="*/ 520 w 520"/>
                  <a:gd name="T3" fmla="*/ 197 h 226"/>
                  <a:gd name="T4" fmla="*/ 460 w 520"/>
                  <a:gd name="T5" fmla="*/ 121 h 226"/>
                  <a:gd name="T6" fmla="*/ 383 w 520"/>
                  <a:gd name="T7" fmla="*/ 50 h 226"/>
                  <a:gd name="T8" fmla="*/ 365 w 520"/>
                  <a:gd name="T9" fmla="*/ 52 h 226"/>
                  <a:gd name="T10" fmla="*/ 291 w 520"/>
                  <a:gd name="T11" fmla="*/ 0 h 226"/>
                  <a:gd name="T12" fmla="*/ 228 w 520"/>
                  <a:gd name="T13" fmla="*/ 32 h 226"/>
                  <a:gd name="T14" fmla="*/ 202 w 520"/>
                  <a:gd name="T15" fmla="*/ 27 h 226"/>
                  <a:gd name="T16" fmla="*/ 137 w 520"/>
                  <a:gd name="T17" fmla="*/ 62 h 226"/>
                  <a:gd name="T18" fmla="*/ 108 w 520"/>
                  <a:gd name="T19" fmla="*/ 85 h 226"/>
                  <a:gd name="T20" fmla="*/ 97 w 520"/>
                  <a:gd name="T21" fmla="*/ 85 h 226"/>
                  <a:gd name="T22" fmla="*/ 0 w 520"/>
                  <a:gd name="T23" fmla="*/ 181 h 226"/>
                  <a:gd name="T24" fmla="*/ 12 w 520"/>
                  <a:gd name="T25" fmla="*/ 226 h 226"/>
                  <a:gd name="T26" fmla="*/ 514 w 520"/>
                  <a:gd name="T27" fmla="*/ 226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0" h="226">
                    <a:moveTo>
                      <a:pt x="514" y="226"/>
                    </a:moveTo>
                    <a:cubicBezTo>
                      <a:pt x="518" y="217"/>
                      <a:pt x="520" y="207"/>
                      <a:pt x="520" y="197"/>
                    </a:cubicBezTo>
                    <a:cubicBezTo>
                      <a:pt x="520" y="160"/>
                      <a:pt x="495" y="129"/>
                      <a:pt x="460" y="121"/>
                    </a:cubicBezTo>
                    <a:cubicBezTo>
                      <a:pt x="457" y="81"/>
                      <a:pt x="423" y="50"/>
                      <a:pt x="383" y="50"/>
                    </a:cubicBezTo>
                    <a:cubicBezTo>
                      <a:pt x="377" y="50"/>
                      <a:pt x="370" y="51"/>
                      <a:pt x="365" y="52"/>
                    </a:cubicBezTo>
                    <a:cubicBezTo>
                      <a:pt x="354" y="22"/>
                      <a:pt x="325" y="0"/>
                      <a:pt x="291" y="0"/>
                    </a:cubicBezTo>
                    <a:cubicBezTo>
                      <a:pt x="265" y="0"/>
                      <a:pt x="242" y="12"/>
                      <a:pt x="228" y="32"/>
                    </a:cubicBezTo>
                    <a:cubicBezTo>
                      <a:pt x="220" y="29"/>
                      <a:pt x="211" y="27"/>
                      <a:pt x="202" y="27"/>
                    </a:cubicBezTo>
                    <a:cubicBezTo>
                      <a:pt x="175" y="27"/>
                      <a:pt x="151" y="41"/>
                      <a:pt x="137" y="62"/>
                    </a:cubicBezTo>
                    <a:cubicBezTo>
                      <a:pt x="126" y="67"/>
                      <a:pt x="116" y="75"/>
                      <a:pt x="108" y="85"/>
                    </a:cubicBezTo>
                    <a:cubicBezTo>
                      <a:pt x="104" y="85"/>
                      <a:pt x="100" y="85"/>
                      <a:pt x="97" y="85"/>
                    </a:cubicBezTo>
                    <a:cubicBezTo>
                      <a:pt x="44" y="85"/>
                      <a:pt x="0" y="128"/>
                      <a:pt x="0" y="181"/>
                    </a:cubicBezTo>
                    <a:cubicBezTo>
                      <a:pt x="0" y="197"/>
                      <a:pt x="5" y="213"/>
                      <a:pt x="12" y="226"/>
                    </a:cubicBezTo>
                    <a:lnTo>
                      <a:pt x="514" y="2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48" name="Freeform 158">
                <a:extLst>
                  <a:ext uri="{FF2B5EF4-FFF2-40B4-BE49-F238E27FC236}">
                    <a16:creationId xmlns:a16="http://schemas.microsoft.com/office/drawing/2014/main" id="{ED4E61D6-9D7F-AE70-403D-57B1B4D11D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215" y="2438781"/>
                <a:ext cx="1980315" cy="863929"/>
              </a:xfrm>
              <a:custGeom>
                <a:avLst/>
                <a:gdLst>
                  <a:gd name="T0" fmla="*/ 514 w 520"/>
                  <a:gd name="T1" fmla="*/ 226 h 226"/>
                  <a:gd name="T2" fmla="*/ 520 w 520"/>
                  <a:gd name="T3" fmla="*/ 197 h 226"/>
                  <a:gd name="T4" fmla="*/ 460 w 520"/>
                  <a:gd name="T5" fmla="*/ 121 h 226"/>
                  <a:gd name="T6" fmla="*/ 382 w 520"/>
                  <a:gd name="T7" fmla="*/ 50 h 226"/>
                  <a:gd name="T8" fmla="*/ 364 w 520"/>
                  <a:gd name="T9" fmla="*/ 52 h 226"/>
                  <a:gd name="T10" fmla="*/ 291 w 520"/>
                  <a:gd name="T11" fmla="*/ 0 h 226"/>
                  <a:gd name="T12" fmla="*/ 228 w 520"/>
                  <a:gd name="T13" fmla="*/ 32 h 226"/>
                  <a:gd name="T14" fmla="*/ 201 w 520"/>
                  <a:gd name="T15" fmla="*/ 27 h 226"/>
                  <a:gd name="T16" fmla="*/ 137 w 520"/>
                  <a:gd name="T17" fmla="*/ 62 h 226"/>
                  <a:gd name="T18" fmla="*/ 108 w 520"/>
                  <a:gd name="T19" fmla="*/ 85 h 226"/>
                  <a:gd name="T20" fmla="*/ 96 w 520"/>
                  <a:gd name="T21" fmla="*/ 85 h 226"/>
                  <a:gd name="T22" fmla="*/ 0 w 520"/>
                  <a:gd name="T23" fmla="*/ 181 h 226"/>
                  <a:gd name="T24" fmla="*/ 12 w 520"/>
                  <a:gd name="T25" fmla="*/ 226 h 226"/>
                  <a:gd name="T26" fmla="*/ 514 w 520"/>
                  <a:gd name="T27" fmla="*/ 226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0" h="226">
                    <a:moveTo>
                      <a:pt x="514" y="226"/>
                    </a:moveTo>
                    <a:cubicBezTo>
                      <a:pt x="518" y="217"/>
                      <a:pt x="520" y="207"/>
                      <a:pt x="520" y="197"/>
                    </a:cubicBezTo>
                    <a:cubicBezTo>
                      <a:pt x="520" y="160"/>
                      <a:pt x="494" y="129"/>
                      <a:pt x="460" y="121"/>
                    </a:cubicBezTo>
                    <a:cubicBezTo>
                      <a:pt x="456" y="81"/>
                      <a:pt x="423" y="50"/>
                      <a:pt x="382" y="50"/>
                    </a:cubicBezTo>
                    <a:cubicBezTo>
                      <a:pt x="376" y="50"/>
                      <a:pt x="370" y="51"/>
                      <a:pt x="364" y="52"/>
                    </a:cubicBezTo>
                    <a:cubicBezTo>
                      <a:pt x="354" y="22"/>
                      <a:pt x="325" y="0"/>
                      <a:pt x="291" y="0"/>
                    </a:cubicBezTo>
                    <a:cubicBezTo>
                      <a:pt x="265" y="0"/>
                      <a:pt x="242" y="12"/>
                      <a:pt x="228" y="32"/>
                    </a:cubicBezTo>
                    <a:cubicBezTo>
                      <a:pt x="220" y="29"/>
                      <a:pt x="211" y="27"/>
                      <a:pt x="201" y="27"/>
                    </a:cubicBezTo>
                    <a:cubicBezTo>
                      <a:pt x="174" y="27"/>
                      <a:pt x="151" y="41"/>
                      <a:pt x="137" y="62"/>
                    </a:cubicBezTo>
                    <a:cubicBezTo>
                      <a:pt x="125" y="67"/>
                      <a:pt x="115" y="75"/>
                      <a:pt x="108" y="85"/>
                    </a:cubicBezTo>
                    <a:cubicBezTo>
                      <a:pt x="104" y="85"/>
                      <a:pt x="100" y="85"/>
                      <a:pt x="96" y="85"/>
                    </a:cubicBezTo>
                    <a:cubicBezTo>
                      <a:pt x="43" y="85"/>
                      <a:pt x="0" y="128"/>
                      <a:pt x="0" y="181"/>
                    </a:cubicBezTo>
                    <a:cubicBezTo>
                      <a:pt x="0" y="197"/>
                      <a:pt x="4" y="213"/>
                      <a:pt x="12" y="226"/>
                    </a:cubicBezTo>
                    <a:lnTo>
                      <a:pt x="514" y="2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49" name="Freeform 159">
                <a:extLst>
                  <a:ext uri="{FF2B5EF4-FFF2-40B4-BE49-F238E27FC236}">
                    <a16:creationId xmlns:a16="http://schemas.microsoft.com/office/drawing/2014/main" id="{CD7BA41D-E22D-A357-F6A8-0E6F41D0AD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3235" y="2438781"/>
                <a:ext cx="1980315" cy="863929"/>
              </a:xfrm>
              <a:custGeom>
                <a:avLst/>
                <a:gdLst>
                  <a:gd name="T0" fmla="*/ 514 w 520"/>
                  <a:gd name="T1" fmla="*/ 226 h 226"/>
                  <a:gd name="T2" fmla="*/ 520 w 520"/>
                  <a:gd name="T3" fmla="*/ 197 h 226"/>
                  <a:gd name="T4" fmla="*/ 460 w 520"/>
                  <a:gd name="T5" fmla="*/ 121 h 226"/>
                  <a:gd name="T6" fmla="*/ 382 w 520"/>
                  <a:gd name="T7" fmla="*/ 50 h 226"/>
                  <a:gd name="T8" fmla="*/ 364 w 520"/>
                  <a:gd name="T9" fmla="*/ 52 h 226"/>
                  <a:gd name="T10" fmla="*/ 291 w 520"/>
                  <a:gd name="T11" fmla="*/ 0 h 226"/>
                  <a:gd name="T12" fmla="*/ 228 w 520"/>
                  <a:gd name="T13" fmla="*/ 32 h 226"/>
                  <a:gd name="T14" fmla="*/ 202 w 520"/>
                  <a:gd name="T15" fmla="*/ 27 h 226"/>
                  <a:gd name="T16" fmla="*/ 137 w 520"/>
                  <a:gd name="T17" fmla="*/ 62 h 226"/>
                  <a:gd name="T18" fmla="*/ 108 w 520"/>
                  <a:gd name="T19" fmla="*/ 85 h 226"/>
                  <a:gd name="T20" fmla="*/ 96 w 520"/>
                  <a:gd name="T21" fmla="*/ 85 h 226"/>
                  <a:gd name="T22" fmla="*/ 0 w 520"/>
                  <a:gd name="T23" fmla="*/ 181 h 226"/>
                  <a:gd name="T24" fmla="*/ 12 w 520"/>
                  <a:gd name="T25" fmla="*/ 226 h 226"/>
                  <a:gd name="T26" fmla="*/ 514 w 520"/>
                  <a:gd name="T27" fmla="*/ 226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0" h="226">
                    <a:moveTo>
                      <a:pt x="514" y="226"/>
                    </a:moveTo>
                    <a:cubicBezTo>
                      <a:pt x="518" y="217"/>
                      <a:pt x="520" y="207"/>
                      <a:pt x="520" y="197"/>
                    </a:cubicBezTo>
                    <a:cubicBezTo>
                      <a:pt x="520" y="160"/>
                      <a:pt x="494" y="129"/>
                      <a:pt x="460" y="121"/>
                    </a:cubicBezTo>
                    <a:cubicBezTo>
                      <a:pt x="456" y="81"/>
                      <a:pt x="423" y="50"/>
                      <a:pt x="382" y="50"/>
                    </a:cubicBezTo>
                    <a:cubicBezTo>
                      <a:pt x="376" y="50"/>
                      <a:pt x="370" y="51"/>
                      <a:pt x="364" y="52"/>
                    </a:cubicBezTo>
                    <a:cubicBezTo>
                      <a:pt x="354" y="22"/>
                      <a:pt x="325" y="0"/>
                      <a:pt x="291" y="0"/>
                    </a:cubicBezTo>
                    <a:cubicBezTo>
                      <a:pt x="265" y="0"/>
                      <a:pt x="242" y="12"/>
                      <a:pt x="228" y="32"/>
                    </a:cubicBezTo>
                    <a:cubicBezTo>
                      <a:pt x="220" y="29"/>
                      <a:pt x="211" y="27"/>
                      <a:pt x="202" y="27"/>
                    </a:cubicBezTo>
                    <a:cubicBezTo>
                      <a:pt x="175" y="27"/>
                      <a:pt x="151" y="41"/>
                      <a:pt x="137" y="62"/>
                    </a:cubicBezTo>
                    <a:cubicBezTo>
                      <a:pt x="125" y="67"/>
                      <a:pt x="115" y="75"/>
                      <a:pt x="108" y="85"/>
                    </a:cubicBezTo>
                    <a:cubicBezTo>
                      <a:pt x="104" y="85"/>
                      <a:pt x="100" y="85"/>
                      <a:pt x="96" y="85"/>
                    </a:cubicBezTo>
                    <a:cubicBezTo>
                      <a:pt x="43" y="85"/>
                      <a:pt x="0" y="128"/>
                      <a:pt x="0" y="181"/>
                    </a:cubicBezTo>
                    <a:cubicBezTo>
                      <a:pt x="0" y="197"/>
                      <a:pt x="4" y="213"/>
                      <a:pt x="12" y="226"/>
                    </a:cubicBezTo>
                    <a:cubicBezTo>
                      <a:pt x="514" y="226"/>
                      <a:pt x="514" y="226"/>
                      <a:pt x="514" y="22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FA92E229-1FEA-F17E-28DF-38A2B5C3C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5616" y="2484768"/>
            <a:ext cx="4224338" cy="387350"/>
          </a:xfrm>
        </p:spPr>
        <p:txBody>
          <a:bodyPr rtlCol="0">
            <a:sp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id-ID" sz="2133" b="1" dirty="0">
                <a:solidFill>
                  <a:schemeClr val="accent5"/>
                </a:solidFill>
              </a:rPr>
              <a:t>Musicly Application Overview</a:t>
            </a:r>
            <a:endParaRPr lang="en-US" sz="2133" b="1" dirty="0">
              <a:solidFill>
                <a:schemeClr val="accent5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56A95E-7777-79C2-6E38-EE2A54961D8F}"/>
              </a:ext>
            </a:extLst>
          </p:cNvPr>
          <p:cNvGrpSpPr/>
          <p:nvPr/>
        </p:nvGrpSpPr>
        <p:grpSpPr>
          <a:xfrm>
            <a:off x="-201332" y="0"/>
            <a:ext cx="12812244" cy="697119"/>
            <a:chOff x="-116540" y="4468112"/>
            <a:chExt cx="12812244" cy="697119"/>
          </a:xfrm>
          <a:solidFill>
            <a:schemeClr val="bg2">
              <a:alpha val="60000"/>
            </a:schemeClr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E25148D-9746-D3B6-A85F-58F1958AA8D8}"/>
                </a:ext>
              </a:extLst>
            </p:cNvPr>
            <p:cNvGrpSpPr/>
            <p:nvPr/>
          </p:nvGrpSpPr>
          <p:grpSpPr>
            <a:xfrm>
              <a:off x="4112933" y="4472081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221" name="Rectangle 5">
                <a:extLst>
                  <a:ext uri="{FF2B5EF4-FFF2-40B4-BE49-F238E27FC236}">
                    <a16:creationId xmlns:a16="http://schemas.microsoft.com/office/drawing/2014/main" id="{E9436B01-7BAD-8E14-A954-3152318975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2" name="Rectangle 6">
                <a:extLst>
                  <a:ext uri="{FF2B5EF4-FFF2-40B4-BE49-F238E27FC236}">
                    <a16:creationId xmlns:a16="http://schemas.microsoft.com/office/drawing/2014/main" id="{8F2D0598-02E7-B63F-E9A2-BF91AB72A4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3" name="Rectangle 7">
                <a:extLst>
                  <a:ext uri="{FF2B5EF4-FFF2-40B4-BE49-F238E27FC236}">
                    <a16:creationId xmlns:a16="http://schemas.microsoft.com/office/drawing/2014/main" id="{9860590C-CC9D-A4A6-F225-94CD1C501E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4" name="Rectangle 10">
                <a:extLst>
                  <a:ext uri="{FF2B5EF4-FFF2-40B4-BE49-F238E27FC236}">
                    <a16:creationId xmlns:a16="http://schemas.microsoft.com/office/drawing/2014/main" id="{E4C62C48-5A74-D3F9-FD78-AD1DE4AB7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5" name="Rectangle 11">
                <a:extLst>
                  <a:ext uri="{FF2B5EF4-FFF2-40B4-BE49-F238E27FC236}">
                    <a16:creationId xmlns:a16="http://schemas.microsoft.com/office/drawing/2014/main" id="{015BDD21-79E6-75E6-51EA-4DB64CBCA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6" name="Rectangle 12">
                <a:extLst>
                  <a:ext uri="{FF2B5EF4-FFF2-40B4-BE49-F238E27FC236}">
                    <a16:creationId xmlns:a16="http://schemas.microsoft.com/office/drawing/2014/main" id="{EAE6BDDF-7E50-0761-0765-F8F30F62F8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7" name="Rectangle 13">
                <a:extLst>
                  <a:ext uri="{FF2B5EF4-FFF2-40B4-BE49-F238E27FC236}">
                    <a16:creationId xmlns:a16="http://schemas.microsoft.com/office/drawing/2014/main" id="{790F2D43-D1D2-0C9D-D7A9-00A65F9E32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8" name="Rectangle 14">
                <a:extLst>
                  <a:ext uri="{FF2B5EF4-FFF2-40B4-BE49-F238E27FC236}">
                    <a16:creationId xmlns:a16="http://schemas.microsoft.com/office/drawing/2014/main" id="{D121DF71-5A7D-AFE3-045B-5FD888A35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9" name="Rectangle 16">
                <a:extLst>
                  <a:ext uri="{FF2B5EF4-FFF2-40B4-BE49-F238E27FC236}">
                    <a16:creationId xmlns:a16="http://schemas.microsoft.com/office/drawing/2014/main" id="{F15DF695-C85A-83FF-0BFB-5DACD900C7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0" name="Rectangle 17">
                <a:extLst>
                  <a:ext uri="{FF2B5EF4-FFF2-40B4-BE49-F238E27FC236}">
                    <a16:creationId xmlns:a16="http://schemas.microsoft.com/office/drawing/2014/main" id="{CE9298E6-C146-EEA8-F79C-1CFAB071A7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1" name="Rectangle 18">
                <a:extLst>
                  <a:ext uri="{FF2B5EF4-FFF2-40B4-BE49-F238E27FC236}">
                    <a16:creationId xmlns:a16="http://schemas.microsoft.com/office/drawing/2014/main" id="{9EC8104D-D41B-12DA-CD16-6BB7862ADC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2" name="Rectangle 19">
                <a:extLst>
                  <a:ext uri="{FF2B5EF4-FFF2-40B4-BE49-F238E27FC236}">
                    <a16:creationId xmlns:a16="http://schemas.microsoft.com/office/drawing/2014/main" id="{BD53D266-1187-2CA6-25A1-B765798A15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3" name="Rectangle 20">
                <a:extLst>
                  <a:ext uri="{FF2B5EF4-FFF2-40B4-BE49-F238E27FC236}">
                    <a16:creationId xmlns:a16="http://schemas.microsoft.com/office/drawing/2014/main" id="{8E63B332-3316-DDC9-2842-6F00C98B4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4" name="Rectangle 22">
                <a:extLst>
                  <a:ext uri="{FF2B5EF4-FFF2-40B4-BE49-F238E27FC236}">
                    <a16:creationId xmlns:a16="http://schemas.microsoft.com/office/drawing/2014/main" id="{D82E016D-A8F2-31E8-A778-E9F5FF6865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5" name="Rectangle 23">
                <a:extLst>
                  <a:ext uri="{FF2B5EF4-FFF2-40B4-BE49-F238E27FC236}">
                    <a16:creationId xmlns:a16="http://schemas.microsoft.com/office/drawing/2014/main" id="{565FF716-CD0B-AB5F-3A48-3B9034B949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6" name="Rectangle 26">
                <a:extLst>
                  <a:ext uri="{FF2B5EF4-FFF2-40B4-BE49-F238E27FC236}">
                    <a16:creationId xmlns:a16="http://schemas.microsoft.com/office/drawing/2014/main" id="{A1A0AA9A-0A21-3381-C01C-52C94C4FC1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7" name="Rectangle 27">
                <a:extLst>
                  <a:ext uri="{FF2B5EF4-FFF2-40B4-BE49-F238E27FC236}">
                    <a16:creationId xmlns:a16="http://schemas.microsoft.com/office/drawing/2014/main" id="{C8FDC15E-FC0A-E366-4866-7839136A1C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8" name="Rectangle 28">
                <a:extLst>
                  <a:ext uri="{FF2B5EF4-FFF2-40B4-BE49-F238E27FC236}">
                    <a16:creationId xmlns:a16="http://schemas.microsoft.com/office/drawing/2014/main" id="{C3E841F8-D128-87D1-D77E-B49DB6F8E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9" name="Rectangle 29">
                <a:extLst>
                  <a:ext uri="{FF2B5EF4-FFF2-40B4-BE49-F238E27FC236}">
                    <a16:creationId xmlns:a16="http://schemas.microsoft.com/office/drawing/2014/main" id="{56578467-6E45-4402-AE61-58C821ACF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0" name="Rectangle 30">
                <a:extLst>
                  <a:ext uri="{FF2B5EF4-FFF2-40B4-BE49-F238E27FC236}">
                    <a16:creationId xmlns:a16="http://schemas.microsoft.com/office/drawing/2014/main" id="{A82DC49B-BC1A-5673-AAFE-40370D11B5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1" name="Rectangle 32">
                <a:extLst>
                  <a:ext uri="{FF2B5EF4-FFF2-40B4-BE49-F238E27FC236}">
                    <a16:creationId xmlns:a16="http://schemas.microsoft.com/office/drawing/2014/main" id="{5CE336A4-DF3B-AD80-89D5-27AE404F9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2" name="Rectangle 33">
                <a:extLst>
                  <a:ext uri="{FF2B5EF4-FFF2-40B4-BE49-F238E27FC236}">
                    <a16:creationId xmlns:a16="http://schemas.microsoft.com/office/drawing/2014/main" id="{1C9C5551-51C8-A115-1BF5-C4D68B093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3" name="Rectangle 34">
                <a:extLst>
                  <a:ext uri="{FF2B5EF4-FFF2-40B4-BE49-F238E27FC236}">
                    <a16:creationId xmlns:a16="http://schemas.microsoft.com/office/drawing/2014/main" id="{6B97F85C-8C5E-248A-C456-8BF4628B97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4" name="Rectangle 36">
                <a:extLst>
                  <a:ext uri="{FF2B5EF4-FFF2-40B4-BE49-F238E27FC236}">
                    <a16:creationId xmlns:a16="http://schemas.microsoft.com/office/drawing/2014/main" id="{F899A8A1-32F1-B0B4-89C7-CD15DA2EA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5" name="Rectangle 37">
                <a:extLst>
                  <a:ext uri="{FF2B5EF4-FFF2-40B4-BE49-F238E27FC236}">
                    <a16:creationId xmlns:a16="http://schemas.microsoft.com/office/drawing/2014/main" id="{0DA6AF6B-77EB-F29D-07AD-CB578EE419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6" name="Rectangle 38">
                <a:extLst>
                  <a:ext uri="{FF2B5EF4-FFF2-40B4-BE49-F238E27FC236}">
                    <a16:creationId xmlns:a16="http://schemas.microsoft.com/office/drawing/2014/main" id="{1EB7F19F-A5F5-8C7A-7A12-29AE291E69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7" name="Rectangle 39">
                <a:extLst>
                  <a:ext uri="{FF2B5EF4-FFF2-40B4-BE49-F238E27FC236}">
                    <a16:creationId xmlns:a16="http://schemas.microsoft.com/office/drawing/2014/main" id="{EEA0F910-5030-D5E7-DE4B-00FD58CC2C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8" name="Rectangle 41">
                <a:extLst>
                  <a:ext uri="{FF2B5EF4-FFF2-40B4-BE49-F238E27FC236}">
                    <a16:creationId xmlns:a16="http://schemas.microsoft.com/office/drawing/2014/main" id="{9646861A-19AB-89BE-BD40-3F5BA0D34B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9" name="Rectangle 43">
                <a:extLst>
                  <a:ext uri="{FF2B5EF4-FFF2-40B4-BE49-F238E27FC236}">
                    <a16:creationId xmlns:a16="http://schemas.microsoft.com/office/drawing/2014/main" id="{0068A509-31D8-30D1-B647-43F535BD2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0" name="Rectangle 45">
                <a:extLst>
                  <a:ext uri="{FF2B5EF4-FFF2-40B4-BE49-F238E27FC236}">
                    <a16:creationId xmlns:a16="http://schemas.microsoft.com/office/drawing/2014/main" id="{28919400-493F-83AC-F5D2-46D61D38DD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1" name="Rectangle 46">
                <a:extLst>
                  <a:ext uri="{FF2B5EF4-FFF2-40B4-BE49-F238E27FC236}">
                    <a16:creationId xmlns:a16="http://schemas.microsoft.com/office/drawing/2014/main" id="{7474C76F-A6E8-9690-DBEB-9658A40D3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2" name="Rectangle 47">
                <a:extLst>
                  <a:ext uri="{FF2B5EF4-FFF2-40B4-BE49-F238E27FC236}">
                    <a16:creationId xmlns:a16="http://schemas.microsoft.com/office/drawing/2014/main" id="{160E37C0-FEE3-8F38-ED69-A92F0F2F8A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3" name="Rectangle 48">
                <a:extLst>
                  <a:ext uri="{FF2B5EF4-FFF2-40B4-BE49-F238E27FC236}">
                    <a16:creationId xmlns:a16="http://schemas.microsoft.com/office/drawing/2014/main" id="{92DC73A3-C393-1E7C-32F9-65054686EC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4" name="Rectangle 49">
                <a:extLst>
                  <a:ext uri="{FF2B5EF4-FFF2-40B4-BE49-F238E27FC236}">
                    <a16:creationId xmlns:a16="http://schemas.microsoft.com/office/drawing/2014/main" id="{01C7A0CC-E2B8-DE61-A97F-0E362D53B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5" name="Rectangle 51">
                <a:extLst>
                  <a:ext uri="{FF2B5EF4-FFF2-40B4-BE49-F238E27FC236}">
                    <a16:creationId xmlns:a16="http://schemas.microsoft.com/office/drawing/2014/main" id="{0D873688-7631-4265-3DCB-52CDE21C0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6" name="Rectangle 53">
                <a:extLst>
                  <a:ext uri="{FF2B5EF4-FFF2-40B4-BE49-F238E27FC236}">
                    <a16:creationId xmlns:a16="http://schemas.microsoft.com/office/drawing/2014/main" id="{79110E6A-C384-135C-9FBB-6EB8BA883A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7" name="Rectangle 55">
                <a:extLst>
                  <a:ext uri="{FF2B5EF4-FFF2-40B4-BE49-F238E27FC236}">
                    <a16:creationId xmlns:a16="http://schemas.microsoft.com/office/drawing/2014/main" id="{4ACDB6DA-43B7-C7B5-891D-8E5EBBD84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8" name="Rectangle 56">
                <a:extLst>
                  <a:ext uri="{FF2B5EF4-FFF2-40B4-BE49-F238E27FC236}">
                    <a16:creationId xmlns:a16="http://schemas.microsoft.com/office/drawing/2014/main" id="{43CDB483-4DC2-A57B-2D6A-A37051F82C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9" name="Rectangle 57">
                <a:extLst>
                  <a:ext uri="{FF2B5EF4-FFF2-40B4-BE49-F238E27FC236}">
                    <a16:creationId xmlns:a16="http://schemas.microsoft.com/office/drawing/2014/main" id="{31725C9A-DC46-A74D-2405-27A141237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0" name="Rectangle 60">
                <a:extLst>
                  <a:ext uri="{FF2B5EF4-FFF2-40B4-BE49-F238E27FC236}">
                    <a16:creationId xmlns:a16="http://schemas.microsoft.com/office/drawing/2014/main" id="{4D18C246-EA7B-09EB-91C0-85B0D6E56F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1" name="Rectangle 62">
                <a:extLst>
                  <a:ext uri="{FF2B5EF4-FFF2-40B4-BE49-F238E27FC236}">
                    <a16:creationId xmlns:a16="http://schemas.microsoft.com/office/drawing/2014/main" id="{B1499182-0A69-6DF9-0F7A-8B63958EB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2" name="Rectangle 63">
                <a:extLst>
                  <a:ext uri="{FF2B5EF4-FFF2-40B4-BE49-F238E27FC236}">
                    <a16:creationId xmlns:a16="http://schemas.microsoft.com/office/drawing/2014/main" id="{8770E4CB-0A5E-4BF8-7BD6-464F7FAF0C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3" name="Rectangle 65">
                <a:extLst>
                  <a:ext uri="{FF2B5EF4-FFF2-40B4-BE49-F238E27FC236}">
                    <a16:creationId xmlns:a16="http://schemas.microsoft.com/office/drawing/2014/main" id="{51FD26F4-A1E1-4B8D-F9E3-82D00B0390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4" name="Rectangle 66">
                <a:extLst>
                  <a:ext uri="{FF2B5EF4-FFF2-40B4-BE49-F238E27FC236}">
                    <a16:creationId xmlns:a16="http://schemas.microsoft.com/office/drawing/2014/main" id="{194C643D-C58D-9110-FE54-E237414CF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5" name="Rectangle 67">
                <a:extLst>
                  <a:ext uri="{FF2B5EF4-FFF2-40B4-BE49-F238E27FC236}">
                    <a16:creationId xmlns:a16="http://schemas.microsoft.com/office/drawing/2014/main" id="{3C0F6C53-7ABA-1984-C297-31FFD76772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6" name="Rectangle 68">
                <a:extLst>
                  <a:ext uri="{FF2B5EF4-FFF2-40B4-BE49-F238E27FC236}">
                    <a16:creationId xmlns:a16="http://schemas.microsoft.com/office/drawing/2014/main" id="{0E45EA26-EC9B-BA44-761D-2A986F347C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7" name="Rectangle 70">
                <a:extLst>
                  <a:ext uri="{FF2B5EF4-FFF2-40B4-BE49-F238E27FC236}">
                    <a16:creationId xmlns:a16="http://schemas.microsoft.com/office/drawing/2014/main" id="{D76ACA5A-E035-BABC-6B10-628699933E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8" name="Rectangle 71">
                <a:extLst>
                  <a:ext uri="{FF2B5EF4-FFF2-40B4-BE49-F238E27FC236}">
                    <a16:creationId xmlns:a16="http://schemas.microsoft.com/office/drawing/2014/main" id="{31EC996E-47D5-C5F1-2160-A367197858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9" name="Rectangle 72">
                <a:extLst>
                  <a:ext uri="{FF2B5EF4-FFF2-40B4-BE49-F238E27FC236}">
                    <a16:creationId xmlns:a16="http://schemas.microsoft.com/office/drawing/2014/main" id="{9A047A28-662D-0E91-EE69-4A210E1962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0" name="Rectangle 75">
                <a:extLst>
                  <a:ext uri="{FF2B5EF4-FFF2-40B4-BE49-F238E27FC236}">
                    <a16:creationId xmlns:a16="http://schemas.microsoft.com/office/drawing/2014/main" id="{92C510A5-4F5E-5F38-90CC-981C8E4E75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1" name="Rectangle 76">
                <a:extLst>
                  <a:ext uri="{FF2B5EF4-FFF2-40B4-BE49-F238E27FC236}">
                    <a16:creationId xmlns:a16="http://schemas.microsoft.com/office/drawing/2014/main" id="{702D5213-4ED1-D0A7-6DC7-C6AD1E477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2" name="Rectangle 77">
                <a:extLst>
                  <a:ext uri="{FF2B5EF4-FFF2-40B4-BE49-F238E27FC236}">
                    <a16:creationId xmlns:a16="http://schemas.microsoft.com/office/drawing/2014/main" id="{DCE8B3EB-0E00-FE63-BE57-A550E1C6DB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3" name="Rectangle 79">
                <a:extLst>
                  <a:ext uri="{FF2B5EF4-FFF2-40B4-BE49-F238E27FC236}">
                    <a16:creationId xmlns:a16="http://schemas.microsoft.com/office/drawing/2014/main" id="{AFFE7700-B0A5-89DE-CB49-B380BF9A00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4" name="Rectangle 80">
                <a:extLst>
                  <a:ext uri="{FF2B5EF4-FFF2-40B4-BE49-F238E27FC236}">
                    <a16:creationId xmlns:a16="http://schemas.microsoft.com/office/drawing/2014/main" id="{B0F788B6-0FCD-2299-FDB6-6F082E37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5" name="Rectangle 81">
                <a:extLst>
                  <a:ext uri="{FF2B5EF4-FFF2-40B4-BE49-F238E27FC236}">
                    <a16:creationId xmlns:a16="http://schemas.microsoft.com/office/drawing/2014/main" id="{A6E567E9-7059-2296-D0C7-EBD6129B1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6" name="Rectangle 82">
                <a:extLst>
                  <a:ext uri="{FF2B5EF4-FFF2-40B4-BE49-F238E27FC236}">
                    <a16:creationId xmlns:a16="http://schemas.microsoft.com/office/drawing/2014/main" id="{BB6E7F08-DB24-BC84-C29C-AD38ABF0BB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7" name="Rectangle 83">
                <a:extLst>
                  <a:ext uri="{FF2B5EF4-FFF2-40B4-BE49-F238E27FC236}">
                    <a16:creationId xmlns:a16="http://schemas.microsoft.com/office/drawing/2014/main" id="{ED4448F8-D30E-722C-F369-5F075D979C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8" name="Rectangle 85">
                <a:extLst>
                  <a:ext uri="{FF2B5EF4-FFF2-40B4-BE49-F238E27FC236}">
                    <a16:creationId xmlns:a16="http://schemas.microsoft.com/office/drawing/2014/main" id="{1BD53437-0608-1B54-5954-9E473163C7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9" name="Rectangle 86">
                <a:extLst>
                  <a:ext uri="{FF2B5EF4-FFF2-40B4-BE49-F238E27FC236}">
                    <a16:creationId xmlns:a16="http://schemas.microsoft.com/office/drawing/2014/main" id="{BEAC396E-1202-5B35-94D2-115FBB2387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0" name="Rectangle 87">
                <a:extLst>
                  <a:ext uri="{FF2B5EF4-FFF2-40B4-BE49-F238E27FC236}">
                    <a16:creationId xmlns:a16="http://schemas.microsoft.com/office/drawing/2014/main" id="{4C3F073C-20F8-5ECD-00EB-BCBE0DC54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1" name="Rectangle 88">
                <a:extLst>
                  <a:ext uri="{FF2B5EF4-FFF2-40B4-BE49-F238E27FC236}">
                    <a16:creationId xmlns:a16="http://schemas.microsoft.com/office/drawing/2014/main" id="{190B2213-8998-80A9-2BB0-9233C927B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2" name="Rectangle 89">
                <a:extLst>
                  <a:ext uri="{FF2B5EF4-FFF2-40B4-BE49-F238E27FC236}">
                    <a16:creationId xmlns:a16="http://schemas.microsoft.com/office/drawing/2014/main" id="{72504243-5652-4E09-584B-1A193D652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3" name="Rectangle 91">
                <a:extLst>
                  <a:ext uri="{FF2B5EF4-FFF2-40B4-BE49-F238E27FC236}">
                    <a16:creationId xmlns:a16="http://schemas.microsoft.com/office/drawing/2014/main" id="{CFCCB14A-0CB5-215D-71E7-A5F4DFBFD3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4" name="Rectangle 92">
                <a:extLst>
                  <a:ext uri="{FF2B5EF4-FFF2-40B4-BE49-F238E27FC236}">
                    <a16:creationId xmlns:a16="http://schemas.microsoft.com/office/drawing/2014/main" id="{889E1373-BFC1-038D-9215-15697252E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5" name="Rectangle 93">
                <a:extLst>
                  <a:ext uri="{FF2B5EF4-FFF2-40B4-BE49-F238E27FC236}">
                    <a16:creationId xmlns:a16="http://schemas.microsoft.com/office/drawing/2014/main" id="{6469EF1C-3581-075A-9DA6-BE7B329F92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6" name="Rectangle 94">
                <a:extLst>
                  <a:ext uri="{FF2B5EF4-FFF2-40B4-BE49-F238E27FC236}">
                    <a16:creationId xmlns:a16="http://schemas.microsoft.com/office/drawing/2014/main" id="{C0EDEAFD-BB6C-291A-99E0-2EE5CA565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7" name="Rectangle 99">
                <a:extLst>
                  <a:ext uri="{FF2B5EF4-FFF2-40B4-BE49-F238E27FC236}">
                    <a16:creationId xmlns:a16="http://schemas.microsoft.com/office/drawing/2014/main" id="{0F9C9996-D982-339C-66FA-C17E29A87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8" name="Rectangle 101">
                <a:extLst>
                  <a:ext uri="{FF2B5EF4-FFF2-40B4-BE49-F238E27FC236}">
                    <a16:creationId xmlns:a16="http://schemas.microsoft.com/office/drawing/2014/main" id="{7E85DABF-6E51-5E05-A93B-DD780CC4B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9" name="Rectangle 102">
                <a:extLst>
                  <a:ext uri="{FF2B5EF4-FFF2-40B4-BE49-F238E27FC236}">
                    <a16:creationId xmlns:a16="http://schemas.microsoft.com/office/drawing/2014/main" id="{15B01329-2930-B56F-E408-69469411C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0" name="Rectangle 103">
                <a:extLst>
                  <a:ext uri="{FF2B5EF4-FFF2-40B4-BE49-F238E27FC236}">
                    <a16:creationId xmlns:a16="http://schemas.microsoft.com/office/drawing/2014/main" id="{2B3C5618-2C22-7E9C-21B2-27488CFB4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1" name="Rectangle 104">
                <a:extLst>
                  <a:ext uri="{FF2B5EF4-FFF2-40B4-BE49-F238E27FC236}">
                    <a16:creationId xmlns:a16="http://schemas.microsoft.com/office/drawing/2014/main" id="{B773EEDE-E921-5A36-65B9-88B971CC8E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2" name="Rectangle 106">
                <a:extLst>
                  <a:ext uri="{FF2B5EF4-FFF2-40B4-BE49-F238E27FC236}">
                    <a16:creationId xmlns:a16="http://schemas.microsoft.com/office/drawing/2014/main" id="{E696D99B-5F4C-C577-D2FD-BA611AEE71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3" name="Rectangle 107">
                <a:extLst>
                  <a:ext uri="{FF2B5EF4-FFF2-40B4-BE49-F238E27FC236}">
                    <a16:creationId xmlns:a16="http://schemas.microsoft.com/office/drawing/2014/main" id="{39CC8213-7885-E891-0ADD-ED48E79256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4" name="Rectangle 108">
                <a:extLst>
                  <a:ext uri="{FF2B5EF4-FFF2-40B4-BE49-F238E27FC236}">
                    <a16:creationId xmlns:a16="http://schemas.microsoft.com/office/drawing/2014/main" id="{31875257-FEF4-1DB2-FAF5-35C1556F53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5" name="Rectangle 111">
                <a:extLst>
                  <a:ext uri="{FF2B5EF4-FFF2-40B4-BE49-F238E27FC236}">
                    <a16:creationId xmlns:a16="http://schemas.microsoft.com/office/drawing/2014/main" id="{DA53AF53-9189-74EA-245B-10D224A7F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6" name="Rectangle 112">
                <a:extLst>
                  <a:ext uri="{FF2B5EF4-FFF2-40B4-BE49-F238E27FC236}">
                    <a16:creationId xmlns:a16="http://schemas.microsoft.com/office/drawing/2014/main" id="{A60A50C9-E06E-B729-CF80-5A079404F5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7" name="Rectangle 115">
                <a:extLst>
                  <a:ext uri="{FF2B5EF4-FFF2-40B4-BE49-F238E27FC236}">
                    <a16:creationId xmlns:a16="http://schemas.microsoft.com/office/drawing/2014/main" id="{6EEDBFE6-F320-AEA5-8977-FB9D72F78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8" name="Rectangle 116">
                <a:extLst>
                  <a:ext uri="{FF2B5EF4-FFF2-40B4-BE49-F238E27FC236}">
                    <a16:creationId xmlns:a16="http://schemas.microsoft.com/office/drawing/2014/main" id="{92B70EF3-BE9F-AEEA-7C14-554D04ED6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9" name="Rectangle 117">
                <a:extLst>
                  <a:ext uri="{FF2B5EF4-FFF2-40B4-BE49-F238E27FC236}">
                    <a16:creationId xmlns:a16="http://schemas.microsoft.com/office/drawing/2014/main" id="{2A21499C-CE91-D5F5-A732-05355F2700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0" name="Rectangle 118">
                <a:extLst>
                  <a:ext uri="{FF2B5EF4-FFF2-40B4-BE49-F238E27FC236}">
                    <a16:creationId xmlns:a16="http://schemas.microsoft.com/office/drawing/2014/main" id="{6D81D37C-D23D-12BA-D3F8-27C5CD1223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1" name="Rectangle 119">
                <a:extLst>
                  <a:ext uri="{FF2B5EF4-FFF2-40B4-BE49-F238E27FC236}">
                    <a16:creationId xmlns:a16="http://schemas.microsoft.com/office/drawing/2014/main" id="{BFF95781-41CD-30A4-2404-976D248BE9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2" name="Rectangle 121">
                <a:extLst>
                  <a:ext uri="{FF2B5EF4-FFF2-40B4-BE49-F238E27FC236}">
                    <a16:creationId xmlns:a16="http://schemas.microsoft.com/office/drawing/2014/main" id="{D45FAF8D-12FA-EF89-569E-8AB4E77FC4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3" name="Rectangle 122">
                <a:extLst>
                  <a:ext uri="{FF2B5EF4-FFF2-40B4-BE49-F238E27FC236}">
                    <a16:creationId xmlns:a16="http://schemas.microsoft.com/office/drawing/2014/main" id="{4DD4E153-E5B2-F4AA-913E-9B73B65637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4" name="Rectangle 123">
                <a:extLst>
                  <a:ext uri="{FF2B5EF4-FFF2-40B4-BE49-F238E27FC236}">
                    <a16:creationId xmlns:a16="http://schemas.microsoft.com/office/drawing/2014/main" id="{10BDAAD4-5122-6042-E6CF-9B7616D13E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5" name="Rectangle 124">
                <a:extLst>
                  <a:ext uri="{FF2B5EF4-FFF2-40B4-BE49-F238E27FC236}">
                    <a16:creationId xmlns:a16="http://schemas.microsoft.com/office/drawing/2014/main" id="{25B5ADE8-1AEC-604E-565C-82E55EF9C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6" name="Rectangle 126">
                <a:extLst>
                  <a:ext uri="{FF2B5EF4-FFF2-40B4-BE49-F238E27FC236}">
                    <a16:creationId xmlns:a16="http://schemas.microsoft.com/office/drawing/2014/main" id="{73E03528-C6DD-0C09-CD77-421C47F366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7" name="Rectangle 127">
                <a:extLst>
                  <a:ext uri="{FF2B5EF4-FFF2-40B4-BE49-F238E27FC236}">
                    <a16:creationId xmlns:a16="http://schemas.microsoft.com/office/drawing/2014/main" id="{1DDFE5CD-6042-79BA-4794-3EF46ED9EB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8" name="Rectangle 130">
                <a:extLst>
                  <a:ext uri="{FF2B5EF4-FFF2-40B4-BE49-F238E27FC236}">
                    <a16:creationId xmlns:a16="http://schemas.microsoft.com/office/drawing/2014/main" id="{6799801A-52C1-D177-116F-96C7A20F1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9" name="Rectangle 131">
                <a:extLst>
                  <a:ext uri="{FF2B5EF4-FFF2-40B4-BE49-F238E27FC236}">
                    <a16:creationId xmlns:a16="http://schemas.microsoft.com/office/drawing/2014/main" id="{BC32D345-9984-2427-3AFF-C30256D3FC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0" name="Rectangle 132">
                <a:extLst>
                  <a:ext uri="{FF2B5EF4-FFF2-40B4-BE49-F238E27FC236}">
                    <a16:creationId xmlns:a16="http://schemas.microsoft.com/office/drawing/2014/main" id="{6CCD372B-391C-4DFF-A230-6A0F2E89A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1" name="Rectangle 133">
                <a:extLst>
                  <a:ext uri="{FF2B5EF4-FFF2-40B4-BE49-F238E27FC236}">
                    <a16:creationId xmlns:a16="http://schemas.microsoft.com/office/drawing/2014/main" id="{7633E374-CF6B-2C0D-E710-8E8EAB453C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2" name="Rectangle 135">
                <a:extLst>
                  <a:ext uri="{FF2B5EF4-FFF2-40B4-BE49-F238E27FC236}">
                    <a16:creationId xmlns:a16="http://schemas.microsoft.com/office/drawing/2014/main" id="{59601BD5-79E2-1E47-39CE-EA96D742F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3" name="Rectangle 136">
                <a:extLst>
                  <a:ext uri="{FF2B5EF4-FFF2-40B4-BE49-F238E27FC236}">
                    <a16:creationId xmlns:a16="http://schemas.microsoft.com/office/drawing/2014/main" id="{34D044EC-A200-A31E-8DA6-9DBAF225D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4" name="Rectangle 137">
                <a:extLst>
                  <a:ext uri="{FF2B5EF4-FFF2-40B4-BE49-F238E27FC236}">
                    <a16:creationId xmlns:a16="http://schemas.microsoft.com/office/drawing/2014/main" id="{0341229A-BD43-681B-F130-FE4C41053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5" name="Rectangle 138">
                <a:extLst>
                  <a:ext uri="{FF2B5EF4-FFF2-40B4-BE49-F238E27FC236}">
                    <a16:creationId xmlns:a16="http://schemas.microsoft.com/office/drawing/2014/main" id="{B0BFA222-B487-838A-2A08-5A365C352F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6" name="Rectangle 141">
                <a:extLst>
                  <a:ext uri="{FF2B5EF4-FFF2-40B4-BE49-F238E27FC236}">
                    <a16:creationId xmlns:a16="http://schemas.microsoft.com/office/drawing/2014/main" id="{BFD53279-CB92-EBAA-8EE2-B7F3DBA5C8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7" name="Rectangle 142">
                <a:extLst>
                  <a:ext uri="{FF2B5EF4-FFF2-40B4-BE49-F238E27FC236}">
                    <a16:creationId xmlns:a16="http://schemas.microsoft.com/office/drawing/2014/main" id="{CA067542-74F6-EE5F-C7E1-9E56BCFA93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8" name="Rectangle 143">
                <a:extLst>
                  <a:ext uri="{FF2B5EF4-FFF2-40B4-BE49-F238E27FC236}">
                    <a16:creationId xmlns:a16="http://schemas.microsoft.com/office/drawing/2014/main" id="{73301803-713F-C1B6-8C6A-7E2B3ACA2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9" name="Rectangle 144">
                <a:extLst>
                  <a:ext uri="{FF2B5EF4-FFF2-40B4-BE49-F238E27FC236}">
                    <a16:creationId xmlns:a16="http://schemas.microsoft.com/office/drawing/2014/main" id="{A19ED6DA-D15E-F5FC-0C53-1669DF1D37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0" name="Rectangle 146">
                <a:extLst>
                  <a:ext uri="{FF2B5EF4-FFF2-40B4-BE49-F238E27FC236}">
                    <a16:creationId xmlns:a16="http://schemas.microsoft.com/office/drawing/2014/main" id="{35CBAEF7-745C-9ACE-9E8C-4CA4C4EFF3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1" name="Rectangle 147">
                <a:extLst>
                  <a:ext uri="{FF2B5EF4-FFF2-40B4-BE49-F238E27FC236}">
                    <a16:creationId xmlns:a16="http://schemas.microsoft.com/office/drawing/2014/main" id="{9EE02E65-052C-04F8-D6DA-19A3DAAA30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2" name="Rectangle 148">
                <a:extLst>
                  <a:ext uri="{FF2B5EF4-FFF2-40B4-BE49-F238E27FC236}">
                    <a16:creationId xmlns:a16="http://schemas.microsoft.com/office/drawing/2014/main" id="{AE4701AF-ED88-86B3-BF5C-55C1BBAC5B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3" name="Rectangle 149">
                <a:extLst>
                  <a:ext uri="{FF2B5EF4-FFF2-40B4-BE49-F238E27FC236}">
                    <a16:creationId xmlns:a16="http://schemas.microsoft.com/office/drawing/2014/main" id="{5018E0DC-AAF3-F45F-607F-EAE45C86D5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4" name="Rectangle 150">
                <a:extLst>
                  <a:ext uri="{FF2B5EF4-FFF2-40B4-BE49-F238E27FC236}">
                    <a16:creationId xmlns:a16="http://schemas.microsoft.com/office/drawing/2014/main" id="{3DAC2F71-2612-D92A-7D94-2A445BDFC5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8FF7BA6-9A8E-FFB4-D8EE-57B17C766816}"/>
                </a:ext>
              </a:extLst>
            </p:cNvPr>
            <p:cNvGrpSpPr/>
            <p:nvPr/>
          </p:nvGrpSpPr>
          <p:grpSpPr>
            <a:xfrm>
              <a:off x="8496766" y="4468112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119" name="Rectangle 5">
                <a:extLst>
                  <a:ext uri="{FF2B5EF4-FFF2-40B4-BE49-F238E27FC236}">
                    <a16:creationId xmlns:a16="http://schemas.microsoft.com/office/drawing/2014/main" id="{42A2BB04-6042-179C-D9E0-3F31E6AD87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0" name="Rectangle 6">
                <a:extLst>
                  <a:ext uri="{FF2B5EF4-FFF2-40B4-BE49-F238E27FC236}">
                    <a16:creationId xmlns:a16="http://schemas.microsoft.com/office/drawing/2014/main" id="{B5767C60-6221-C4D0-0DF6-8EA3AACEFF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1" name="Rectangle 7">
                <a:extLst>
                  <a:ext uri="{FF2B5EF4-FFF2-40B4-BE49-F238E27FC236}">
                    <a16:creationId xmlns:a16="http://schemas.microsoft.com/office/drawing/2014/main" id="{9A2EAA32-7581-1ADD-7C47-EA9CDCC5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2" name="Rectangle 10">
                <a:extLst>
                  <a:ext uri="{FF2B5EF4-FFF2-40B4-BE49-F238E27FC236}">
                    <a16:creationId xmlns:a16="http://schemas.microsoft.com/office/drawing/2014/main" id="{2824C32F-23B0-28A7-DAC9-16949A4C5B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3" name="Rectangle 11">
                <a:extLst>
                  <a:ext uri="{FF2B5EF4-FFF2-40B4-BE49-F238E27FC236}">
                    <a16:creationId xmlns:a16="http://schemas.microsoft.com/office/drawing/2014/main" id="{C142A960-9F77-4EB6-D309-536965FD44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4" name="Rectangle 12">
                <a:extLst>
                  <a:ext uri="{FF2B5EF4-FFF2-40B4-BE49-F238E27FC236}">
                    <a16:creationId xmlns:a16="http://schemas.microsoft.com/office/drawing/2014/main" id="{EEDEADB5-4A15-80B3-F677-514FF8E66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5" name="Rectangle 13">
                <a:extLst>
                  <a:ext uri="{FF2B5EF4-FFF2-40B4-BE49-F238E27FC236}">
                    <a16:creationId xmlns:a16="http://schemas.microsoft.com/office/drawing/2014/main" id="{F8B866D0-EA74-7B15-F85E-F6208ECB3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6" name="Rectangle 14">
                <a:extLst>
                  <a:ext uri="{FF2B5EF4-FFF2-40B4-BE49-F238E27FC236}">
                    <a16:creationId xmlns:a16="http://schemas.microsoft.com/office/drawing/2014/main" id="{A046FF3C-EEAF-FC2A-B593-3464026AE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7" name="Rectangle 16">
                <a:extLst>
                  <a:ext uri="{FF2B5EF4-FFF2-40B4-BE49-F238E27FC236}">
                    <a16:creationId xmlns:a16="http://schemas.microsoft.com/office/drawing/2014/main" id="{0B1ED6A7-684F-CAA6-E1D2-12E34EF5CD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8" name="Rectangle 17">
                <a:extLst>
                  <a:ext uri="{FF2B5EF4-FFF2-40B4-BE49-F238E27FC236}">
                    <a16:creationId xmlns:a16="http://schemas.microsoft.com/office/drawing/2014/main" id="{230AF338-16B8-CC21-4D22-352EF0921A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9" name="Rectangle 18">
                <a:extLst>
                  <a:ext uri="{FF2B5EF4-FFF2-40B4-BE49-F238E27FC236}">
                    <a16:creationId xmlns:a16="http://schemas.microsoft.com/office/drawing/2014/main" id="{C7C1C4F5-7E24-C60A-B12C-3CA6A0C380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0" name="Rectangle 19">
                <a:extLst>
                  <a:ext uri="{FF2B5EF4-FFF2-40B4-BE49-F238E27FC236}">
                    <a16:creationId xmlns:a16="http://schemas.microsoft.com/office/drawing/2014/main" id="{CED22D5E-0262-E70F-E4E3-217C9EC66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1" name="Rectangle 20">
                <a:extLst>
                  <a:ext uri="{FF2B5EF4-FFF2-40B4-BE49-F238E27FC236}">
                    <a16:creationId xmlns:a16="http://schemas.microsoft.com/office/drawing/2014/main" id="{CC759527-39D5-94F1-C8C6-34CA5DAACF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2" name="Rectangle 22">
                <a:extLst>
                  <a:ext uri="{FF2B5EF4-FFF2-40B4-BE49-F238E27FC236}">
                    <a16:creationId xmlns:a16="http://schemas.microsoft.com/office/drawing/2014/main" id="{F1C329D4-5918-B738-C04F-CA21748C6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3" name="Rectangle 23">
                <a:extLst>
                  <a:ext uri="{FF2B5EF4-FFF2-40B4-BE49-F238E27FC236}">
                    <a16:creationId xmlns:a16="http://schemas.microsoft.com/office/drawing/2014/main" id="{1B03CB85-2389-27C9-E006-3D15FEE696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4" name="Rectangle 26">
                <a:extLst>
                  <a:ext uri="{FF2B5EF4-FFF2-40B4-BE49-F238E27FC236}">
                    <a16:creationId xmlns:a16="http://schemas.microsoft.com/office/drawing/2014/main" id="{FB987D52-EFEC-9FCA-3B1B-1C3B7F3948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5" name="Rectangle 27">
                <a:extLst>
                  <a:ext uri="{FF2B5EF4-FFF2-40B4-BE49-F238E27FC236}">
                    <a16:creationId xmlns:a16="http://schemas.microsoft.com/office/drawing/2014/main" id="{4B2E214F-9448-562F-19A5-FE6AF81665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6" name="Rectangle 28">
                <a:extLst>
                  <a:ext uri="{FF2B5EF4-FFF2-40B4-BE49-F238E27FC236}">
                    <a16:creationId xmlns:a16="http://schemas.microsoft.com/office/drawing/2014/main" id="{0B0AC4CC-BD97-3FA5-B0A5-42CE5DC4D6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7" name="Rectangle 29">
                <a:extLst>
                  <a:ext uri="{FF2B5EF4-FFF2-40B4-BE49-F238E27FC236}">
                    <a16:creationId xmlns:a16="http://schemas.microsoft.com/office/drawing/2014/main" id="{1781D798-12B5-8FD6-A21C-F3A32ED87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8" name="Rectangle 30">
                <a:extLst>
                  <a:ext uri="{FF2B5EF4-FFF2-40B4-BE49-F238E27FC236}">
                    <a16:creationId xmlns:a16="http://schemas.microsoft.com/office/drawing/2014/main" id="{36F37779-58F6-AA2D-2147-8C2FF22BA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9" name="Rectangle 32">
                <a:extLst>
                  <a:ext uri="{FF2B5EF4-FFF2-40B4-BE49-F238E27FC236}">
                    <a16:creationId xmlns:a16="http://schemas.microsoft.com/office/drawing/2014/main" id="{F404FFDA-014A-91B9-E82B-AB837B672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0" name="Rectangle 34">
                <a:extLst>
                  <a:ext uri="{FF2B5EF4-FFF2-40B4-BE49-F238E27FC236}">
                    <a16:creationId xmlns:a16="http://schemas.microsoft.com/office/drawing/2014/main" id="{59E350C6-4948-3899-B7AB-549C2272B6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1" name="Rectangle 36">
                <a:extLst>
                  <a:ext uri="{FF2B5EF4-FFF2-40B4-BE49-F238E27FC236}">
                    <a16:creationId xmlns:a16="http://schemas.microsoft.com/office/drawing/2014/main" id="{84F6C77A-4EEB-8BA6-FF0F-CD48A3874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2" name="Rectangle 37">
                <a:extLst>
                  <a:ext uri="{FF2B5EF4-FFF2-40B4-BE49-F238E27FC236}">
                    <a16:creationId xmlns:a16="http://schemas.microsoft.com/office/drawing/2014/main" id="{A971AE04-B02C-CFDB-57C4-4BE847F2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3" name="Rectangle 38">
                <a:extLst>
                  <a:ext uri="{FF2B5EF4-FFF2-40B4-BE49-F238E27FC236}">
                    <a16:creationId xmlns:a16="http://schemas.microsoft.com/office/drawing/2014/main" id="{F6324AD9-0946-8C2B-85B7-56F20CBA44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4" name="Rectangle 39">
                <a:extLst>
                  <a:ext uri="{FF2B5EF4-FFF2-40B4-BE49-F238E27FC236}">
                    <a16:creationId xmlns:a16="http://schemas.microsoft.com/office/drawing/2014/main" id="{A740EADE-F6E2-5973-1BD5-B5EDE966A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5" name="Rectangle 41">
                <a:extLst>
                  <a:ext uri="{FF2B5EF4-FFF2-40B4-BE49-F238E27FC236}">
                    <a16:creationId xmlns:a16="http://schemas.microsoft.com/office/drawing/2014/main" id="{4B38082E-DD2A-A3CF-7E42-252DF8E7C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6" name="Rectangle 43">
                <a:extLst>
                  <a:ext uri="{FF2B5EF4-FFF2-40B4-BE49-F238E27FC236}">
                    <a16:creationId xmlns:a16="http://schemas.microsoft.com/office/drawing/2014/main" id="{1080061D-936E-4361-BD6B-36910A3635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7" name="Rectangle 45">
                <a:extLst>
                  <a:ext uri="{FF2B5EF4-FFF2-40B4-BE49-F238E27FC236}">
                    <a16:creationId xmlns:a16="http://schemas.microsoft.com/office/drawing/2014/main" id="{B33DDFBD-8F78-03F8-8256-8BBE133D9D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8" name="Rectangle 46">
                <a:extLst>
                  <a:ext uri="{FF2B5EF4-FFF2-40B4-BE49-F238E27FC236}">
                    <a16:creationId xmlns:a16="http://schemas.microsoft.com/office/drawing/2014/main" id="{CDBD1444-A10C-A1BA-897C-A579721AF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9" name="Rectangle 47">
                <a:extLst>
                  <a:ext uri="{FF2B5EF4-FFF2-40B4-BE49-F238E27FC236}">
                    <a16:creationId xmlns:a16="http://schemas.microsoft.com/office/drawing/2014/main" id="{033E0CBF-E005-DCFB-BA01-1474BBD13E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0" name="Rectangle 48">
                <a:extLst>
                  <a:ext uri="{FF2B5EF4-FFF2-40B4-BE49-F238E27FC236}">
                    <a16:creationId xmlns:a16="http://schemas.microsoft.com/office/drawing/2014/main" id="{D3D5A72A-8386-2FB5-9531-53D1A5900C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1" name="Rectangle 49">
                <a:extLst>
                  <a:ext uri="{FF2B5EF4-FFF2-40B4-BE49-F238E27FC236}">
                    <a16:creationId xmlns:a16="http://schemas.microsoft.com/office/drawing/2014/main" id="{F83315BA-3649-5977-FA06-23B9D5539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2" name="Rectangle 51">
                <a:extLst>
                  <a:ext uri="{FF2B5EF4-FFF2-40B4-BE49-F238E27FC236}">
                    <a16:creationId xmlns:a16="http://schemas.microsoft.com/office/drawing/2014/main" id="{7F7DA8F6-2478-382A-FEDF-2CF997AFE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3" name="Rectangle 52">
                <a:extLst>
                  <a:ext uri="{FF2B5EF4-FFF2-40B4-BE49-F238E27FC236}">
                    <a16:creationId xmlns:a16="http://schemas.microsoft.com/office/drawing/2014/main" id="{944C2472-F2A8-90CB-57AC-FD944E3EB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4" name="Rectangle 53">
                <a:extLst>
                  <a:ext uri="{FF2B5EF4-FFF2-40B4-BE49-F238E27FC236}">
                    <a16:creationId xmlns:a16="http://schemas.microsoft.com/office/drawing/2014/main" id="{081B4405-6FB4-09C0-A5C2-7BDCC69B5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5" name="Rectangle 55">
                <a:extLst>
                  <a:ext uri="{FF2B5EF4-FFF2-40B4-BE49-F238E27FC236}">
                    <a16:creationId xmlns:a16="http://schemas.microsoft.com/office/drawing/2014/main" id="{812461DF-1377-9439-AA0F-EF0B47A6E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6" name="Rectangle 56">
                <a:extLst>
                  <a:ext uri="{FF2B5EF4-FFF2-40B4-BE49-F238E27FC236}">
                    <a16:creationId xmlns:a16="http://schemas.microsoft.com/office/drawing/2014/main" id="{377927AD-AE2B-E961-9318-EDE7280737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7" name="Rectangle 57">
                <a:extLst>
                  <a:ext uri="{FF2B5EF4-FFF2-40B4-BE49-F238E27FC236}">
                    <a16:creationId xmlns:a16="http://schemas.microsoft.com/office/drawing/2014/main" id="{3A281521-0FE2-A7F3-B09C-4D874D5443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8" name="Rectangle 60">
                <a:extLst>
                  <a:ext uri="{FF2B5EF4-FFF2-40B4-BE49-F238E27FC236}">
                    <a16:creationId xmlns:a16="http://schemas.microsoft.com/office/drawing/2014/main" id="{D313DEF4-08DD-6EFC-8633-7E2804297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9" name="Rectangle 63">
                <a:extLst>
                  <a:ext uri="{FF2B5EF4-FFF2-40B4-BE49-F238E27FC236}">
                    <a16:creationId xmlns:a16="http://schemas.microsoft.com/office/drawing/2014/main" id="{58A54495-E547-75CE-7128-B8FF670B0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0" name="Rectangle 65">
                <a:extLst>
                  <a:ext uri="{FF2B5EF4-FFF2-40B4-BE49-F238E27FC236}">
                    <a16:creationId xmlns:a16="http://schemas.microsoft.com/office/drawing/2014/main" id="{F07B8481-3524-98E4-BBCE-61136EB833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1" name="Rectangle 66">
                <a:extLst>
                  <a:ext uri="{FF2B5EF4-FFF2-40B4-BE49-F238E27FC236}">
                    <a16:creationId xmlns:a16="http://schemas.microsoft.com/office/drawing/2014/main" id="{910674D1-F1E7-445C-BE24-9E9639225B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2" name="Rectangle 67">
                <a:extLst>
                  <a:ext uri="{FF2B5EF4-FFF2-40B4-BE49-F238E27FC236}">
                    <a16:creationId xmlns:a16="http://schemas.microsoft.com/office/drawing/2014/main" id="{557998FD-7D17-0757-C58B-5CA1A53EE2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3" name="Rectangle 68">
                <a:extLst>
                  <a:ext uri="{FF2B5EF4-FFF2-40B4-BE49-F238E27FC236}">
                    <a16:creationId xmlns:a16="http://schemas.microsoft.com/office/drawing/2014/main" id="{1580482C-8475-B199-148E-83198A3D95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4" name="Rectangle 70">
                <a:extLst>
                  <a:ext uri="{FF2B5EF4-FFF2-40B4-BE49-F238E27FC236}">
                    <a16:creationId xmlns:a16="http://schemas.microsoft.com/office/drawing/2014/main" id="{8B420E7B-7BC0-3F97-F1E9-EA6B21473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5" name="Rectangle 71">
                <a:extLst>
                  <a:ext uri="{FF2B5EF4-FFF2-40B4-BE49-F238E27FC236}">
                    <a16:creationId xmlns:a16="http://schemas.microsoft.com/office/drawing/2014/main" id="{B2E13C2E-80D6-FF2E-ED52-AE167EEDD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6" name="Rectangle 72">
                <a:extLst>
                  <a:ext uri="{FF2B5EF4-FFF2-40B4-BE49-F238E27FC236}">
                    <a16:creationId xmlns:a16="http://schemas.microsoft.com/office/drawing/2014/main" id="{AAABE294-3AA1-1EC5-F3C9-DFBEB759B6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7" name="Rectangle 75">
                <a:extLst>
                  <a:ext uri="{FF2B5EF4-FFF2-40B4-BE49-F238E27FC236}">
                    <a16:creationId xmlns:a16="http://schemas.microsoft.com/office/drawing/2014/main" id="{62255BB5-990D-923B-87C7-FCC90A326F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8" name="Rectangle 76">
                <a:extLst>
                  <a:ext uri="{FF2B5EF4-FFF2-40B4-BE49-F238E27FC236}">
                    <a16:creationId xmlns:a16="http://schemas.microsoft.com/office/drawing/2014/main" id="{85A323F9-D116-E9DE-A7C9-6552C80DF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9" name="Rectangle 77">
                <a:extLst>
                  <a:ext uri="{FF2B5EF4-FFF2-40B4-BE49-F238E27FC236}">
                    <a16:creationId xmlns:a16="http://schemas.microsoft.com/office/drawing/2014/main" id="{7379FF2F-8F2E-CC21-87F5-6F324F450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0" name="Rectangle 79">
                <a:extLst>
                  <a:ext uri="{FF2B5EF4-FFF2-40B4-BE49-F238E27FC236}">
                    <a16:creationId xmlns:a16="http://schemas.microsoft.com/office/drawing/2014/main" id="{B380D85B-B5E6-15C9-920B-DAD2BDA078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1" name="Rectangle 80">
                <a:extLst>
                  <a:ext uri="{FF2B5EF4-FFF2-40B4-BE49-F238E27FC236}">
                    <a16:creationId xmlns:a16="http://schemas.microsoft.com/office/drawing/2014/main" id="{0FFDDC20-E949-A594-4776-6AD1298A2E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2" name="Rectangle 81">
                <a:extLst>
                  <a:ext uri="{FF2B5EF4-FFF2-40B4-BE49-F238E27FC236}">
                    <a16:creationId xmlns:a16="http://schemas.microsoft.com/office/drawing/2014/main" id="{4BB28F2E-FD74-5D31-4DB0-BB48E62D5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3" name="Rectangle 82">
                <a:extLst>
                  <a:ext uri="{FF2B5EF4-FFF2-40B4-BE49-F238E27FC236}">
                    <a16:creationId xmlns:a16="http://schemas.microsoft.com/office/drawing/2014/main" id="{CB2E49BE-832C-EB89-0DC8-BF100D4CD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4" name="Rectangle 83">
                <a:extLst>
                  <a:ext uri="{FF2B5EF4-FFF2-40B4-BE49-F238E27FC236}">
                    <a16:creationId xmlns:a16="http://schemas.microsoft.com/office/drawing/2014/main" id="{76D2FBC4-BF48-1BF2-F5D1-5B31F9D57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5" name="Rectangle 85">
                <a:extLst>
                  <a:ext uri="{FF2B5EF4-FFF2-40B4-BE49-F238E27FC236}">
                    <a16:creationId xmlns:a16="http://schemas.microsoft.com/office/drawing/2014/main" id="{4F45808A-DFDE-A29A-B5CF-A12ADF942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6" name="Rectangle 86">
                <a:extLst>
                  <a:ext uri="{FF2B5EF4-FFF2-40B4-BE49-F238E27FC236}">
                    <a16:creationId xmlns:a16="http://schemas.microsoft.com/office/drawing/2014/main" id="{6A6C8152-003A-BC41-8197-1044E0CBB3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7" name="Rectangle 87">
                <a:extLst>
                  <a:ext uri="{FF2B5EF4-FFF2-40B4-BE49-F238E27FC236}">
                    <a16:creationId xmlns:a16="http://schemas.microsoft.com/office/drawing/2014/main" id="{6ED0557F-DB7E-140A-BB6E-5111632803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8" name="Rectangle 89">
                <a:extLst>
                  <a:ext uri="{FF2B5EF4-FFF2-40B4-BE49-F238E27FC236}">
                    <a16:creationId xmlns:a16="http://schemas.microsoft.com/office/drawing/2014/main" id="{B5A938AA-F8EA-9BB2-D400-7AA1B4F37A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9" name="Rectangle 91">
                <a:extLst>
                  <a:ext uri="{FF2B5EF4-FFF2-40B4-BE49-F238E27FC236}">
                    <a16:creationId xmlns:a16="http://schemas.microsoft.com/office/drawing/2014/main" id="{356AEB4E-B89A-964F-B358-ED66F991D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0" name="Rectangle 92">
                <a:extLst>
                  <a:ext uri="{FF2B5EF4-FFF2-40B4-BE49-F238E27FC236}">
                    <a16:creationId xmlns:a16="http://schemas.microsoft.com/office/drawing/2014/main" id="{05366355-6B2D-7E80-0F8D-08DF5797C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1" name="Rectangle 93">
                <a:extLst>
                  <a:ext uri="{FF2B5EF4-FFF2-40B4-BE49-F238E27FC236}">
                    <a16:creationId xmlns:a16="http://schemas.microsoft.com/office/drawing/2014/main" id="{490096A7-847F-C57F-9184-DBE45207E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2" name="Rectangle 94">
                <a:extLst>
                  <a:ext uri="{FF2B5EF4-FFF2-40B4-BE49-F238E27FC236}">
                    <a16:creationId xmlns:a16="http://schemas.microsoft.com/office/drawing/2014/main" id="{625E4627-0A4F-8DDD-C7B1-814A75FE8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3" name="Rectangle 97">
                <a:extLst>
                  <a:ext uri="{FF2B5EF4-FFF2-40B4-BE49-F238E27FC236}">
                    <a16:creationId xmlns:a16="http://schemas.microsoft.com/office/drawing/2014/main" id="{51072A7A-9FAA-0F58-E257-3F5E92F0C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4" name="Rectangle 99">
                <a:extLst>
                  <a:ext uri="{FF2B5EF4-FFF2-40B4-BE49-F238E27FC236}">
                    <a16:creationId xmlns:a16="http://schemas.microsoft.com/office/drawing/2014/main" id="{044437D0-415D-45D8-5C53-57655814B4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5" name="Rectangle 101">
                <a:extLst>
                  <a:ext uri="{FF2B5EF4-FFF2-40B4-BE49-F238E27FC236}">
                    <a16:creationId xmlns:a16="http://schemas.microsoft.com/office/drawing/2014/main" id="{3F60AE6A-BD0D-202C-6554-EF41249C55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6" name="Rectangle 102">
                <a:extLst>
                  <a:ext uri="{FF2B5EF4-FFF2-40B4-BE49-F238E27FC236}">
                    <a16:creationId xmlns:a16="http://schemas.microsoft.com/office/drawing/2014/main" id="{9E12EE73-DAD3-EE2F-BB32-2633D3FCAE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7" name="Rectangle 103">
                <a:extLst>
                  <a:ext uri="{FF2B5EF4-FFF2-40B4-BE49-F238E27FC236}">
                    <a16:creationId xmlns:a16="http://schemas.microsoft.com/office/drawing/2014/main" id="{18E4C05D-5D9B-3BD5-D5D5-5897856A45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8" name="Rectangle 104">
                <a:extLst>
                  <a:ext uri="{FF2B5EF4-FFF2-40B4-BE49-F238E27FC236}">
                    <a16:creationId xmlns:a16="http://schemas.microsoft.com/office/drawing/2014/main" id="{5EFC3CF3-3A73-62F3-ED19-3E7A9A43B7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9" name="Rectangle 106">
                <a:extLst>
                  <a:ext uri="{FF2B5EF4-FFF2-40B4-BE49-F238E27FC236}">
                    <a16:creationId xmlns:a16="http://schemas.microsoft.com/office/drawing/2014/main" id="{2C25EF34-D030-9269-02E0-148DB1F7B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0" name="Rectangle 107">
                <a:extLst>
                  <a:ext uri="{FF2B5EF4-FFF2-40B4-BE49-F238E27FC236}">
                    <a16:creationId xmlns:a16="http://schemas.microsoft.com/office/drawing/2014/main" id="{79A101D2-0872-6809-364D-806D170B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1" name="Rectangle 111">
                <a:extLst>
                  <a:ext uri="{FF2B5EF4-FFF2-40B4-BE49-F238E27FC236}">
                    <a16:creationId xmlns:a16="http://schemas.microsoft.com/office/drawing/2014/main" id="{11534E68-9510-C07A-F5B9-F88441EE0E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2" name="Rectangle 112">
                <a:extLst>
                  <a:ext uri="{FF2B5EF4-FFF2-40B4-BE49-F238E27FC236}">
                    <a16:creationId xmlns:a16="http://schemas.microsoft.com/office/drawing/2014/main" id="{6386672D-DE68-EA1F-887B-3E8240CDD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3" name="Rectangle 115">
                <a:extLst>
                  <a:ext uri="{FF2B5EF4-FFF2-40B4-BE49-F238E27FC236}">
                    <a16:creationId xmlns:a16="http://schemas.microsoft.com/office/drawing/2014/main" id="{3D7A64D2-0133-FB9D-FBFC-65224F412C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4" name="Rectangle 116">
                <a:extLst>
                  <a:ext uri="{FF2B5EF4-FFF2-40B4-BE49-F238E27FC236}">
                    <a16:creationId xmlns:a16="http://schemas.microsoft.com/office/drawing/2014/main" id="{489E501C-7B8E-F5F9-723A-842C423DA7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5" name="Rectangle 117">
                <a:extLst>
                  <a:ext uri="{FF2B5EF4-FFF2-40B4-BE49-F238E27FC236}">
                    <a16:creationId xmlns:a16="http://schemas.microsoft.com/office/drawing/2014/main" id="{470F1C34-23EA-5B5D-9E51-2CE40D7B2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6" name="Rectangle 118">
                <a:extLst>
                  <a:ext uri="{FF2B5EF4-FFF2-40B4-BE49-F238E27FC236}">
                    <a16:creationId xmlns:a16="http://schemas.microsoft.com/office/drawing/2014/main" id="{5B2F4719-B7E6-0A5D-10F1-4F09C322B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7" name="Rectangle 119">
                <a:extLst>
                  <a:ext uri="{FF2B5EF4-FFF2-40B4-BE49-F238E27FC236}">
                    <a16:creationId xmlns:a16="http://schemas.microsoft.com/office/drawing/2014/main" id="{EC9FFF97-8648-7211-9ED2-6CBBCEC4EF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8" name="Rectangle 121">
                <a:extLst>
                  <a:ext uri="{FF2B5EF4-FFF2-40B4-BE49-F238E27FC236}">
                    <a16:creationId xmlns:a16="http://schemas.microsoft.com/office/drawing/2014/main" id="{E8E73E06-FD82-E109-42F8-BC5A100431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9" name="Rectangle 122">
                <a:extLst>
                  <a:ext uri="{FF2B5EF4-FFF2-40B4-BE49-F238E27FC236}">
                    <a16:creationId xmlns:a16="http://schemas.microsoft.com/office/drawing/2014/main" id="{EB6CD9D8-899E-D2C7-B8DE-4E74760BB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0" name="Rectangle 123">
                <a:extLst>
                  <a:ext uri="{FF2B5EF4-FFF2-40B4-BE49-F238E27FC236}">
                    <a16:creationId xmlns:a16="http://schemas.microsoft.com/office/drawing/2014/main" id="{D7A449AA-890B-5D9F-3525-C17CA6B037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1" name="Rectangle 124">
                <a:extLst>
                  <a:ext uri="{FF2B5EF4-FFF2-40B4-BE49-F238E27FC236}">
                    <a16:creationId xmlns:a16="http://schemas.microsoft.com/office/drawing/2014/main" id="{55F9929D-96D6-D242-CFFA-509001F30E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2" name="Rectangle 126">
                <a:extLst>
                  <a:ext uri="{FF2B5EF4-FFF2-40B4-BE49-F238E27FC236}">
                    <a16:creationId xmlns:a16="http://schemas.microsoft.com/office/drawing/2014/main" id="{3E4C2BA7-FBA3-D539-F1CF-35C260013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3" name="Rectangle 127">
                <a:extLst>
                  <a:ext uri="{FF2B5EF4-FFF2-40B4-BE49-F238E27FC236}">
                    <a16:creationId xmlns:a16="http://schemas.microsoft.com/office/drawing/2014/main" id="{AB16CF76-8E5A-08BD-B76F-5DDC1AF79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4" name="Rectangle 130">
                <a:extLst>
                  <a:ext uri="{FF2B5EF4-FFF2-40B4-BE49-F238E27FC236}">
                    <a16:creationId xmlns:a16="http://schemas.microsoft.com/office/drawing/2014/main" id="{2FD19383-8A77-6356-B1A1-48B8FDC94A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5" name="Rectangle 131">
                <a:extLst>
                  <a:ext uri="{FF2B5EF4-FFF2-40B4-BE49-F238E27FC236}">
                    <a16:creationId xmlns:a16="http://schemas.microsoft.com/office/drawing/2014/main" id="{E9B66B9E-5CCC-2104-F997-CBE3ED4A6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6" name="Rectangle 132">
                <a:extLst>
                  <a:ext uri="{FF2B5EF4-FFF2-40B4-BE49-F238E27FC236}">
                    <a16:creationId xmlns:a16="http://schemas.microsoft.com/office/drawing/2014/main" id="{B3EBA370-4C84-B3E4-16C0-EE32E96CA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7" name="Rectangle 133">
                <a:extLst>
                  <a:ext uri="{FF2B5EF4-FFF2-40B4-BE49-F238E27FC236}">
                    <a16:creationId xmlns:a16="http://schemas.microsoft.com/office/drawing/2014/main" id="{61C63A95-A9E6-4CF2-CC0A-5818EC6466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8" name="Rectangle 135">
                <a:extLst>
                  <a:ext uri="{FF2B5EF4-FFF2-40B4-BE49-F238E27FC236}">
                    <a16:creationId xmlns:a16="http://schemas.microsoft.com/office/drawing/2014/main" id="{5DF2193C-F0D8-7C91-03B9-841B89F622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9" name="Rectangle 136">
                <a:extLst>
                  <a:ext uri="{FF2B5EF4-FFF2-40B4-BE49-F238E27FC236}">
                    <a16:creationId xmlns:a16="http://schemas.microsoft.com/office/drawing/2014/main" id="{B8A43C91-7435-8C76-7666-8FBAC5BB5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0" name="Rectangle 137">
                <a:extLst>
                  <a:ext uri="{FF2B5EF4-FFF2-40B4-BE49-F238E27FC236}">
                    <a16:creationId xmlns:a16="http://schemas.microsoft.com/office/drawing/2014/main" id="{4DAD570B-2FDF-A262-9EC5-9E872167F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1" name="Rectangle 138">
                <a:extLst>
                  <a:ext uri="{FF2B5EF4-FFF2-40B4-BE49-F238E27FC236}">
                    <a16:creationId xmlns:a16="http://schemas.microsoft.com/office/drawing/2014/main" id="{70EFC548-DF4A-C89B-7266-C5BCF387E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2" name="Rectangle 141">
                <a:extLst>
                  <a:ext uri="{FF2B5EF4-FFF2-40B4-BE49-F238E27FC236}">
                    <a16:creationId xmlns:a16="http://schemas.microsoft.com/office/drawing/2014/main" id="{45EC021E-75D1-FA75-1A5D-A35BC921C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3" name="Rectangle 142">
                <a:extLst>
                  <a:ext uri="{FF2B5EF4-FFF2-40B4-BE49-F238E27FC236}">
                    <a16:creationId xmlns:a16="http://schemas.microsoft.com/office/drawing/2014/main" id="{E774D8B3-C730-76AA-76C3-0A88A78556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4" name="Rectangle 143">
                <a:extLst>
                  <a:ext uri="{FF2B5EF4-FFF2-40B4-BE49-F238E27FC236}">
                    <a16:creationId xmlns:a16="http://schemas.microsoft.com/office/drawing/2014/main" id="{DA06A0C5-062C-0321-D845-4AB4CE87F9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5" name="Rectangle 144">
                <a:extLst>
                  <a:ext uri="{FF2B5EF4-FFF2-40B4-BE49-F238E27FC236}">
                    <a16:creationId xmlns:a16="http://schemas.microsoft.com/office/drawing/2014/main" id="{7A53535E-F253-343D-DF3E-76F3C76F8B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6" name="Rectangle 146">
                <a:extLst>
                  <a:ext uri="{FF2B5EF4-FFF2-40B4-BE49-F238E27FC236}">
                    <a16:creationId xmlns:a16="http://schemas.microsoft.com/office/drawing/2014/main" id="{23A25C45-0C5D-D3B2-00EB-E3B61A4D3E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7" name="Rectangle 147">
                <a:extLst>
                  <a:ext uri="{FF2B5EF4-FFF2-40B4-BE49-F238E27FC236}">
                    <a16:creationId xmlns:a16="http://schemas.microsoft.com/office/drawing/2014/main" id="{82338E60-A530-F0CB-2A6A-FFD2786C5C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8" name="Rectangle 148">
                <a:extLst>
                  <a:ext uri="{FF2B5EF4-FFF2-40B4-BE49-F238E27FC236}">
                    <a16:creationId xmlns:a16="http://schemas.microsoft.com/office/drawing/2014/main" id="{AEE1E586-836B-E288-39CE-7861DB7F4D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9" name="Rectangle 149">
                <a:extLst>
                  <a:ext uri="{FF2B5EF4-FFF2-40B4-BE49-F238E27FC236}">
                    <a16:creationId xmlns:a16="http://schemas.microsoft.com/office/drawing/2014/main" id="{9502341B-527C-91A9-6C64-7E1E7FB91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0" name="Rectangle 150">
                <a:extLst>
                  <a:ext uri="{FF2B5EF4-FFF2-40B4-BE49-F238E27FC236}">
                    <a16:creationId xmlns:a16="http://schemas.microsoft.com/office/drawing/2014/main" id="{1577AD1D-EFBD-5F50-CE4B-910DCC372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C9535DE-F78A-DA25-D4C0-644C8C45D117}"/>
                </a:ext>
              </a:extLst>
            </p:cNvPr>
            <p:cNvGrpSpPr/>
            <p:nvPr/>
          </p:nvGrpSpPr>
          <p:grpSpPr>
            <a:xfrm>
              <a:off x="-116540" y="4482605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16" name="Rectangle 5">
                <a:extLst>
                  <a:ext uri="{FF2B5EF4-FFF2-40B4-BE49-F238E27FC236}">
                    <a16:creationId xmlns:a16="http://schemas.microsoft.com/office/drawing/2014/main" id="{7F5B5C40-0725-ED32-ABF6-597876C06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" name="Rectangle 6">
                <a:extLst>
                  <a:ext uri="{FF2B5EF4-FFF2-40B4-BE49-F238E27FC236}">
                    <a16:creationId xmlns:a16="http://schemas.microsoft.com/office/drawing/2014/main" id="{9552E303-43C2-8C77-B75A-2EBDD2AD1E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" name="Rectangle 7">
                <a:extLst>
                  <a:ext uri="{FF2B5EF4-FFF2-40B4-BE49-F238E27FC236}">
                    <a16:creationId xmlns:a16="http://schemas.microsoft.com/office/drawing/2014/main" id="{8C8AC9FD-4BE7-910A-606F-AC0CE511AB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" name="Rectangle 10">
                <a:extLst>
                  <a:ext uri="{FF2B5EF4-FFF2-40B4-BE49-F238E27FC236}">
                    <a16:creationId xmlns:a16="http://schemas.microsoft.com/office/drawing/2014/main" id="{11ACC144-D417-BA38-F1BF-821F659E33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" name="Rectangle 11">
                <a:extLst>
                  <a:ext uri="{FF2B5EF4-FFF2-40B4-BE49-F238E27FC236}">
                    <a16:creationId xmlns:a16="http://schemas.microsoft.com/office/drawing/2014/main" id="{67D13908-410E-F6F7-2813-84F799D875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" name="Rectangle 12">
                <a:extLst>
                  <a:ext uri="{FF2B5EF4-FFF2-40B4-BE49-F238E27FC236}">
                    <a16:creationId xmlns:a16="http://schemas.microsoft.com/office/drawing/2014/main" id="{43B753EE-82FD-69CB-11D2-D7392DA4F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" name="Rectangle 13">
                <a:extLst>
                  <a:ext uri="{FF2B5EF4-FFF2-40B4-BE49-F238E27FC236}">
                    <a16:creationId xmlns:a16="http://schemas.microsoft.com/office/drawing/2014/main" id="{CFE32D4A-7731-8DDB-C1FD-991BF3D1DE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7CEBEC3F-954C-C3C7-DDFD-204351BAD8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" name="Rectangle 16">
                <a:extLst>
                  <a:ext uri="{FF2B5EF4-FFF2-40B4-BE49-F238E27FC236}">
                    <a16:creationId xmlns:a16="http://schemas.microsoft.com/office/drawing/2014/main" id="{A439CA85-13D8-719F-8DB6-56B5463D1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" name="Rectangle 17">
                <a:extLst>
                  <a:ext uri="{FF2B5EF4-FFF2-40B4-BE49-F238E27FC236}">
                    <a16:creationId xmlns:a16="http://schemas.microsoft.com/office/drawing/2014/main" id="{769101EA-C429-E268-941C-2132D6C9E2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" name="Rectangle 18">
                <a:extLst>
                  <a:ext uri="{FF2B5EF4-FFF2-40B4-BE49-F238E27FC236}">
                    <a16:creationId xmlns:a16="http://schemas.microsoft.com/office/drawing/2014/main" id="{9A3281EB-18F3-7719-032C-148481456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" name="Rectangle 19">
                <a:extLst>
                  <a:ext uri="{FF2B5EF4-FFF2-40B4-BE49-F238E27FC236}">
                    <a16:creationId xmlns:a16="http://schemas.microsoft.com/office/drawing/2014/main" id="{79CE3FF6-A9A1-2667-8997-565632324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" name="Rectangle 20">
                <a:extLst>
                  <a:ext uri="{FF2B5EF4-FFF2-40B4-BE49-F238E27FC236}">
                    <a16:creationId xmlns:a16="http://schemas.microsoft.com/office/drawing/2014/main" id="{0EDE4535-99CA-325A-A226-B4141DDF92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" name="Rectangle 22">
                <a:extLst>
                  <a:ext uri="{FF2B5EF4-FFF2-40B4-BE49-F238E27FC236}">
                    <a16:creationId xmlns:a16="http://schemas.microsoft.com/office/drawing/2014/main" id="{5BBC0729-57BA-1FDE-D9D3-4EE7D701E2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" name="Rectangle 26">
                <a:extLst>
                  <a:ext uri="{FF2B5EF4-FFF2-40B4-BE49-F238E27FC236}">
                    <a16:creationId xmlns:a16="http://schemas.microsoft.com/office/drawing/2014/main" id="{48F78F83-39ED-5B6A-28B0-62ED0E259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" name="Rectangle 27">
                <a:extLst>
                  <a:ext uri="{FF2B5EF4-FFF2-40B4-BE49-F238E27FC236}">
                    <a16:creationId xmlns:a16="http://schemas.microsoft.com/office/drawing/2014/main" id="{00CF67CA-F8A1-3890-A098-49605E492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" name="Rectangle 28">
                <a:extLst>
                  <a:ext uri="{FF2B5EF4-FFF2-40B4-BE49-F238E27FC236}">
                    <a16:creationId xmlns:a16="http://schemas.microsoft.com/office/drawing/2014/main" id="{AF3C1F3D-0846-C36D-28F9-C59298C7D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" name="Rectangle 29">
                <a:extLst>
                  <a:ext uri="{FF2B5EF4-FFF2-40B4-BE49-F238E27FC236}">
                    <a16:creationId xmlns:a16="http://schemas.microsoft.com/office/drawing/2014/main" id="{7B9A0516-CE1A-3D08-CBBB-BE87239B51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4" name="Rectangle 30">
                <a:extLst>
                  <a:ext uri="{FF2B5EF4-FFF2-40B4-BE49-F238E27FC236}">
                    <a16:creationId xmlns:a16="http://schemas.microsoft.com/office/drawing/2014/main" id="{43DF86B2-CC58-7138-DD44-5FA5534FD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5" name="Rectangle 32">
                <a:extLst>
                  <a:ext uri="{FF2B5EF4-FFF2-40B4-BE49-F238E27FC236}">
                    <a16:creationId xmlns:a16="http://schemas.microsoft.com/office/drawing/2014/main" id="{7C21B812-6668-4CF7-A099-D425ADB918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6" name="Rectangle 33">
                <a:extLst>
                  <a:ext uri="{FF2B5EF4-FFF2-40B4-BE49-F238E27FC236}">
                    <a16:creationId xmlns:a16="http://schemas.microsoft.com/office/drawing/2014/main" id="{9DB94A12-FCCD-9553-0BDB-986551EF9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7" name="Rectangle 34">
                <a:extLst>
                  <a:ext uri="{FF2B5EF4-FFF2-40B4-BE49-F238E27FC236}">
                    <a16:creationId xmlns:a16="http://schemas.microsoft.com/office/drawing/2014/main" id="{DA651F76-691A-CBA8-9717-F1C299F3F6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8" name="Rectangle 36">
                <a:extLst>
                  <a:ext uri="{FF2B5EF4-FFF2-40B4-BE49-F238E27FC236}">
                    <a16:creationId xmlns:a16="http://schemas.microsoft.com/office/drawing/2014/main" id="{69772590-779E-82C2-4C7C-7BDB8237EB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9" name="Rectangle 37">
                <a:extLst>
                  <a:ext uri="{FF2B5EF4-FFF2-40B4-BE49-F238E27FC236}">
                    <a16:creationId xmlns:a16="http://schemas.microsoft.com/office/drawing/2014/main" id="{0809C444-C500-BE40-7947-EDEA53AD7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0" name="Rectangle 38">
                <a:extLst>
                  <a:ext uri="{FF2B5EF4-FFF2-40B4-BE49-F238E27FC236}">
                    <a16:creationId xmlns:a16="http://schemas.microsoft.com/office/drawing/2014/main" id="{2F0A2EB7-DEBA-4C6D-ABE8-F38432A2A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" name="Rectangle 39">
                <a:extLst>
                  <a:ext uri="{FF2B5EF4-FFF2-40B4-BE49-F238E27FC236}">
                    <a16:creationId xmlns:a16="http://schemas.microsoft.com/office/drawing/2014/main" id="{EA9D398B-44A8-2B8A-04AC-5DE24FB2B7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" name="Rectangle 43">
                <a:extLst>
                  <a:ext uri="{FF2B5EF4-FFF2-40B4-BE49-F238E27FC236}">
                    <a16:creationId xmlns:a16="http://schemas.microsoft.com/office/drawing/2014/main" id="{DB133974-A695-56EA-AFA9-A9543EA9E5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3" name="Rectangle 45">
                <a:extLst>
                  <a:ext uri="{FF2B5EF4-FFF2-40B4-BE49-F238E27FC236}">
                    <a16:creationId xmlns:a16="http://schemas.microsoft.com/office/drawing/2014/main" id="{1F771ECD-5C94-07AC-86E2-060B86D423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4" name="Rectangle 46">
                <a:extLst>
                  <a:ext uri="{FF2B5EF4-FFF2-40B4-BE49-F238E27FC236}">
                    <a16:creationId xmlns:a16="http://schemas.microsoft.com/office/drawing/2014/main" id="{38763034-C021-2A5F-D5DE-C1E62B1060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5" name="Rectangle 47">
                <a:extLst>
                  <a:ext uri="{FF2B5EF4-FFF2-40B4-BE49-F238E27FC236}">
                    <a16:creationId xmlns:a16="http://schemas.microsoft.com/office/drawing/2014/main" id="{02C5F09C-2CAD-BBAF-3173-A48AECA06D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" name="Rectangle 48">
                <a:extLst>
                  <a:ext uri="{FF2B5EF4-FFF2-40B4-BE49-F238E27FC236}">
                    <a16:creationId xmlns:a16="http://schemas.microsoft.com/office/drawing/2014/main" id="{CC76D0B9-05C5-1C67-323D-085D64ED1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7" name="Rectangle 49">
                <a:extLst>
                  <a:ext uri="{FF2B5EF4-FFF2-40B4-BE49-F238E27FC236}">
                    <a16:creationId xmlns:a16="http://schemas.microsoft.com/office/drawing/2014/main" id="{34290FD6-F1F7-817E-8BFE-58C966AFA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8" name="Rectangle 51">
                <a:extLst>
                  <a:ext uri="{FF2B5EF4-FFF2-40B4-BE49-F238E27FC236}">
                    <a16:creationId xmlns:a16="http://schemas.microsoft.com/office/drawing/2014/main" id="{C85FB732-FF5E-9CE7-A9FE-2CA93C8C1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9" name="Rectangle 52">
                <a:extLst>
                  <a:ext uri="{FF2B5EF4-FFF2-40B4-BE49-F238E27FC236}">
                    <a16:creationId xmlns:a16="http://schemas.microsoft.com/office/drawing/2014/main" id="{ACD187F5-1227-5F66-7F6C-932B77F48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0" name="Rectangle 53">
                <a:extLst>
                  <a:ext uri="{FF2B5EF4-FFF2-40B4-BE49-F238E27FC236}">
                    <a16:creationId xmlns:a16="http://schemas.microsoft.com/office/drawing/2014/main" id="{83E5AD3E-E220-5F90-E6A2-22D21C52E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1" name="Rectangle 55">
                <a:extLst>
                  <a:ext uri="{FF2B5EF4-FFF2-40B4-BE49-F238E27FC236}">
                    <a16:creationId xmlns:a16="http://schemas.microsoft.com/office/drawing/2014/main" id="{F11FD958-43EE-7308-2153-CA93EDD68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2" name="Rectangle 56">
                <a:extLst>
                  <a:ext uri="{FF2B5EF4-FFF2-40B4-BE49-F238E27FC236}">
                    <a16:creationId xmlns:a16="http://schemas.microsoft.com/office/drawing/2014/main" id="{07F83420-1916-A647-C7FB-35241858D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3" name="Rectangle 57">
                <a:extLst>
                  <a:ext uri="{FF2B5EF4-FFF2-40B4-BE49-F238E27FC236}">
                    <a16:creationId xmlns:a16="http://schemas.microsoft.com/office/drawing/2014/main" id="{C56F0743-5C57-D944-491B-21B918ED99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4" name="Rectangle 60">
                <a:extLst>
                  <a:ext uri="{FF2B5EF4-FFF2-40B4-BE49-F238E27FC236}">
                    <a16:creationId xmlns:a16="http://schemas.microsoft.com/office/drawing/2014/main" id="{53481F04-ACFA-BDB8-1848-A8EC8C92E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5" name="Rectangle 62">
                <a:extLst>
                  <a:ext uri="{FF2B5EF4-FFF2-40B4-BE49-F238E27FC236}">
                    <a16:creationId xmlns:a16="http://schemas.microsoft.com/office/drawing/2014/main" id="{51B134EC-B004-7730-A993-621984C215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6" name="Rectangle 63">
                <a:extLst>
                  <a:ext uri="{FF2B5EF4-FFF2-40B4-BE49-F238E27FC236}">
                    <a16:creationId xmlns:a16="http://schemas.microsoft.com/office/drawing/2014/main" id="{FB540444-8145-BF9E-E2DC-6BCE4D4C35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EFC326DC-ECA2-CFE5-7C32-E6776B047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BED1B000-329C-20DB-A25E-87F631CEF8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E4D2887F-9ECC-41C2-B6A1-839F16CEB1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6D625C93-DA08-9518-8ED1-E85A2D1AF8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" name="Rectangle 70">
                <a:extLst>
                  <a:ext uri="{FF2B5EF4-FFF2-40B4-BE49-F238E27FC236}">
                    <a16:creationId xmlns:a16="http://schemas.microsoft.com/office/drawing/2014/main" id="{783BAD3C-6FED-19CD-5ED0-7A75FBE6D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" name="Rectangle 71">
                <a:extLst>
                  <a:ext uri="{FF2B5EF4-FFF2-40B4-BE49-F238E27FC236}">
                    <a16:creationId xmlns:a16="http://schemas.microsoft.com/office/drawing/2014/main" id="{1602D4C1-9653-1326-D855-C5717FFD9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" name="Rectangle 72">
                <a:extLst>
                  <a:ext uri="{FF2B5EF4-FFF2-40B4-BE49-F238E27FC236}">
                    <a16:creationId xmlns:a16="http://schemas.microsoft.com/office/drawing/2014/main" id="{7DCBDD50-9312-4D48-BA64-08AE8E2E1D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" name="Rectangle 75">
                <a:extLst>
                  <a:ext uri="{FF2B5EF4-FFF2-40B4-BE49-F238E27FC236}">
                    <a16:creationId xmlns:a16="http://schemas.microsoft.com/office/drawing/2014/main" id="{2C5B8D8F-326C-1D15-DB07-09D78ECB0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" name="Rectangle 76">
                <a:extLst>
                  <a:ext uri="{FF2B5EF4-FFF2-40B4-BE49-F238E27FC236}">
                    <a16:creationId xmlns:a16="http://schemas.microsoft.com/office/drawing/2014/main" id="{AC42354B-FDE5-43CB-B158-A68EFCFD5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" name="Rectangle 77">
                <a:extLst>
                  <a:ext uri="{FF2B5EF4-FFF2-40B4-BE49-F238E27FC236}">
                    <a16:creationId xmlns:a16="http://schemas.microsoft.com/office/drawing/2014/main" id="{DAFD07BF-7154-DBC7-1D80-C3F67D8F7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" name="Rectangle 79">
                <a:extLst>
                  <a:ext uri="{FF2B5EF4-FFF2-40B4-BE49-F238E27FC236}">
                    <a16:creationId xmlns:a16="http://schemas.microsoft.com/office/drawing/2014/main" id="{89E1E117-BE2B-A66C-E348-CF402DC32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" name="Rectangle 80">
                <a:extLst>
                  <a:ext uri="{FF2B5EF4-FFF2-40B4-BE49-F238E27FC236}">
                    <a16:creationId xmlns:a16="http://schemas.microsoft.com/office/drawing/2014/main" id="{08CA57AE-2E65-8C9B-3A33-72CBD2BCA2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" name="Rectangle 81">
                <a:extLst>
                  <a:ext uri="{FF2B5EF4-FFF2-40B4-BE49-F238E27FC236}">
                    <a16:creationId xmlns:a16="http://schemas.microsoft.com/office/drawing/2014/main" id="{AB81510A-FA5D-ED78-316D-E42EF322B7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" name="Rectangle 82">
                <a:extLst>
                  <a:ext uri="{FF2B5EF4-FFF2-40B4-BE49-F238E27FC236}">
                    <a16:creationId xmlns:a16="http://schemas.microsoft.com/office/drawing/2014/main" id="{9C397018-2690-9A6B-BA5F-8E6A5DBD8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1" name="Rectangle 83">
                <a:extLst>
                  <a:ext uri="{FF2B5EF4-FFF2-40B4-BE49-F238E27FC236}">
                    <a16:creationId xmlns:a16="http://schemas.microsoft.com/office/drawing/2014/main" id="{F4ACBEA8-E335-7F10-03B7-F95603ADB7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2" name="Rectangle 85">
                <a:extLst>
                  <a:ext uri="{FF2B5EF4-FFF2-40B4-BE49-F238E27FC236}">
                    <a16:creationId xmlns:a16="http://schemas.microsoft.com/office/drawing/2014/main" id="{FA673CA7-A46E-8C07-9D97-CD09AF9C0B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3" name="Rectangle 86">
                <a:extLst>
                  <a:ext uri="{FF2B5EF4-FFF2-40B4-BE49-F238E27FC236}">
                    <a16:creationId xmlns:a16="http://schemas.microsoft.com/office/drawing/2014/main" id="{29479CBC-4DA0-B4C4-207F-6626C2153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4" name="Rectangle 87">
                <a:extLst>
                  <a:ext uri="{FF2B5EF4-FFF2-40B4-BE49-F238E27FC236}">
                    <a16:creationId xmlns:a16="http://schemas.microsoft.com/office/drawing/2014/main" id="{BF70373C-E98C-ED0F-B61C-7DB4A8718A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5" name="Rectangle 88">
                <a:extLst>
                  <a:ext uri="{FF2B5EF4-FFF2-40B4-BE49-F238E27FC236}">
                    <a16:creationId xmlns:a16="http://schemas.microsoft.com/office/drawing/2014/main" id="{3F123EDE-8436-3D22-BDBE-8B64E72F7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6" name="Rectangle 89">
                <a:extLst>
                  <a:ext uri="{FF2B5EF4-FFF2-40B4-BE49-F238E27FC236}">
                    <a16:creationId xmlns:a16="http://schemas.microsoft.com/office/drawing/2014/main" id="{0B76832A-6C00-CDD5-D641-B06CBEC4C6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7" name="Rectangle 91">
                <a:extLst>
                  <a:ext uri="{FF2B5EF4-FFF2-40B4-BE49-F238E27FC236}">
                    <a16:creationId xmlns:a16="http://schemas.microsoft.com/office/drawing/2014/main" id="{5DBE70FB-6F8D-8943-7EE9-C2E7CA8FD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8" name="Rectangle 92">
                <a:extLst>
                  <a:ext uri="{FF2B5EF4-FFF2-40B4-BE49-F238E27FC236}">
                    <a16:creationId xmlns:a16="http://schemas.microsoft.com/office/drawing/2014/main" id="{818E0DEC-225F-146E-6D18-D501846A9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9" name="Rectangle 93">
                <a:extLst>
                  <a:ext uri="{FF2B5EF4-FFF2-40B4-BE49-F238E27FC236}">
                    <a16:creationId xmlns:a16="http://schemas.microsoft.com/office/drawing/2014/main" id="{90A07861-FCFE-F81C-BB44-AA5EF9CD1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0" name="Rectangle 94">
                <a:extLst>
                  <a:ext uri="{FF2B5EF4-FFF2-40B4-BE49-F238E27FC236}">
                    <a16:creationId xmlns:a16="http://schemas.microsoft.com/office/drawing/2014/main" id="{5D20D8DB-24F7-445E-C69B-15971CB566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1" name="Rectangle 97">
                <a:extLst>
                  <a:ext uri="{FF2B5EF4-FFF2-40B4-BE49-F238E27FC236}">
                    <a16:creationId xmlns:a16="http://schemas.microsoft.com/office/drawing/2014/main" id="{907A79E5-0B6B-09A1-D0F2-B1267BA04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2" name="Rectangle 99">
                <a:extLst>
                  <a:ext uri="{FF2B5EF4-FFF2-40B4-BE49-F238E27FC236}">
                    <a16:creationId xmlns:a16="http://schemas.microsoft.com/office/drawing/2014/main" id="{D8C58923-2A0B-992F-3294-8A733DB67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3" name="Rectangle 101">
                <a:extLst>
                  <a:ext uri="{FF2B5EF4-FFF2-40B4-BE49-F238E27FC236}">
                    <a16:creationId xmlns:a16="http://schemas.microsoft.com/office/drawing/2014/main" id="{771FCDC1-1C02-A7A2-2849-2704656305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4" name="Rectangle 102">
                <a:extLst>
                  <a:ext uri="{FF2B5EF4-FFF2-40B4-BE49-F238E27FC236}">
                    <a16:creationId xmlns:a16="http://schemas.microsoft.com/office/drawing/2014/main" id="{BB9C422D-3AED-EBD9-655B-7613941A6F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5" name="Rectangle 103">
                <a:extLst>
                  <a:ext uri="{FF2B5EF4-FFF2-40B4-BE49-F238E27FC236}">
                    <a16:creationId xmlns:a16="http://schemas.microsoft.com/office/drawing/2014/main" id="{B7B50391-6EAC-1962-3F33-58D62C104C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6" name="Rectangle 104">
                <a:extLst>
                  <a:ext uri="{FF2B5EF4-FFF2-40B4-BE49-F238E27FC236}">
                    <a16:creationId xmlns:a16="http://schemas.microsoft.com/office/drawing/2014/main" id="{81F5E314-8203-35F3-B729-EFC126015B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7" name="Rectangle 106">
                <a:extLst>
                  <a:ext uri="{FF2B5EF4-FFF2-40B4-BE49-F238E27FC236}">
                    <a16:creationId xmlns:a16="http://schemas.microsoft.com/office/drawing/2014/main" id="{15F4C401-7092-D3C8-75D1-0C49808EC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8" name="Rectangle 107">
                <a:extLst>
                  <a:ext uri="{FF2B5EF4-FFF2-40B4-BE49-F238E27FC236}">
                    <a16:creationId xmlns:a16="http://schemas.microsoft.com/office/drawing/2014/main" id="{5BB79D44-1136-D766-2FE4-B283ACE936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9" name="Rectangle 108">
                <a:extLst>
                  <a:ext uri="{FF2B5EF4-FFF2-40B4-BE49-F238E27FC236}">
                    <a16:creationId xmlns:a16="http://schemas.microsoft.com/office/drawing/2014/main" id="{4BD4B034-4722-DAEF-DAF5-7EA871286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0" name="Rectangle 111">
                <a:extLst>
                  <a:ext uri="{FF2B5EF4-FFF2-40B4-BE49-F238E27FC236}">
                    <a16:creationId xmlns:a16="http://schemas.microsoft.com/office/drawing/2014/main" id="{F51704C1-3361-4522-E81D-878D214997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1" name="Rectangle 112">
                <a:extLst>
                  <a:ext uri="{FF2B5EF4-FFF2-40B4-BE49-F238E27FC236}">
                    <a16:creationId xmlns:a16="http://schemas.microsoft.com/office/drawing/2014/main" id="{9FB51D15-E40E-7435-5A81-CC73A0F090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2" name="Rectangle 115">
                <a:extLst>
                  <a:ext uri="{FF2B5EF4-FFF2-40B4-BE49-F238E27FC236}">
                    <a16:creationId xmlns:a16="http://schemas.microsoft.com/office/drawing/2014/main" id="{4C00057C-F308-ED72-0826-1AB1D871E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3" name="Rectangle 116">
                <a:extLst>
                  <a:ext uri="{FF2B5EF4-FFF2-40B4-BE49-F238E27FC236}">
                    <a16:creationId xmlns:a16="http://schemas.microsoft.com/office/drawing/2014/main" id="{6F1C89CA-1F18-888C-E4EE-4851F1F97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4" name="Rectangle 117">
                <a:extLst>
                  <a:ext uri="{FF2B5EF4-FFF2-40B4-BE49-F238E27FC236}">
                    <a16:creationId xmlns:a16="http://schemas.microsoft.com/office/drawing/2014/main" id="{2A7D72C6-854C-1D58-6BA6-97B48C7576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5" name="Rectangle 118">
                <a:extLst>
                  <a:ext uri="{FF2B5EF4-FFF2-40B4-BE49-F238E27FC236}">
                    <a16:creationId xmlns:a16="http://schemas.microsoft.com/office/drawing/2014/main" id="{FBD32F31-1720-6CC5-B10C-FC806B5C7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6" name="Rectangle 119">
                <a:extLst>
                  <a:ext uri="{FF2B5EF4-FFF2-40B4-BE49-F238E27FC236}">
                    <a16:creationId xmlns:a16="http://schemas.microsoft.com/office/drawing/2014/main" id="{C1AE59D4-9C4E-DF04-3900-889D7A207B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7" name="Rectangle 121">
                <a:extLst>
                  <a:ext uri="{FF2B5EF4-FFF2-40B4-BE49-F238E27FC236}">
                    <a16:creationId xmlns:a16="http://schemas.microsoft.com/office/drawing/2014/main" id="{44E8B3E1-1360-B2E6-3B47-A11DBDB741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8" name="Rectangle 122">
                <a:extLst>
                  <a:ext uri="{FF2B5EF4-FFF2-40B4-BE49-F238E27FC236}">
                    <a16:creationId xmlns:a16="http://schemas.microsoft.com/office/drawing/2014/main" id="{8B5DCD14-73E7-7194-6ADD-A04A4B67D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9" name="Rectangle 123">
                <a:extLst>
                  <a:ext uri="{FF2B5EF4-FFF2-40B4-BE49-F238E27FC236}">
                    <a16:creationId xmlns:a16="http://schemas.microsoft.com/office/drawing/2014/main" id="{B87DC8B6-EE52-07B1-B271-F46EB119AC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0" name="Rectangle 124">
                <a:extLst>
                  <a:ext uri="{FF2B5EF4-FFF2-40B4-BE49-F238E27FC236}">
                    <a16:creationId xmlns:a16="http://schemas.microsoft.com/office/drawing/2014/main" id="{B24A79C0-141E-8E68-E60E-765B8C987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1" name="Rectangle 126">
                <a:extLst>
                  <a:ext uri="{FF2B5EF4-FFF2-40B4-BE49-F238E27FC236}">
                    <a16:creationId xmlns:a16="http://schemas.microsoft.com/office/drawing/2014/main" id="{0D1B826C-3A9E-8B18-FD80-EF8B8B000D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2" name="Rectangle 127">
                <a:extLst>
                  <a:ext uri="{FF2B5EF4-FFF2-40B4-BE49-F238E27FC236}">
                    <a16:creationId xmlns:a16="http://schemas.microsoft.com/office/drawing/2014/main" id="{9E2B30A2-95A8-3A83-68B5-B58F9A4B8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3" name="Rectangle 130">
                <a:extLst>
                  <a:ext uri="{FF2B5EF4-FFF2-40B4-BE49-F238E27FC236}">
                    <a16:creationId xmlns:a16="http://schemas.microsoft.com/office/drawing/2014/main" id="{E157AE68-0989-F687-590A-D8FBB4EFB7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4" name="Rectangle 131">
                <a:extLst>
                  <a:ext uri="{FF2B5EF4-FFF2-40B4-BE49-F238E27FC236}">
                    <a16:creationId xmlns:a16="http://schemas.microsoft.com/office/drawing/2014/main" id="{ECB5B9A2-A280-7B91-CD4A-D4DE9924E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5" name="Rectangle 132">
                <a:extLst>
                  <a:ext uri="{FF2B5EF4-FFF2-40B4-BE49-F238E27FC236}">
                    <a16:creationId xmlns:a16="http://schemas.microsoft.com/office/drawing/2014/main" id="{2276DF20-9F69-5A32-54C0-5F9946B089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6" name="Rectangle 133">
                <a:extLst>
                  <a:ext uri="{FF2B5EF4-FFF2-40B4-BE49-F238E27FC236}">
                    <a16:creationId xmlns:a16="http://schemas.microsoft.com/office/drawing/2014/main" id="{7B612FEC-5FBA-B8F7-B10D-1C073C248C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7" name="Rectangle 135">
                <a:extLst>
                  <a:ext uri="{FF2B5EF4-FFF2-40B4-BE49-F238E27FC236}">
                    <a16:creationId xmlns:a16="http://schemas.microsoft.com/office/drawing/2014/main" id="{1CCE491C-CF75-77C8-5023-1DD62165A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8" name="Rectangle 137">
                <a:extLst>
                  <a:ext uri="{FF2B5EF4-FFF2-40B4-BE49-F238E27FC236}">
                    <a16:creationId xmlns:a16="http://schemas.microsoft.com/office/drawing/2014/main" id="{200C2789-4826-9E26-453A-885F5B1395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9" name="Rectangle 138">
                <a:extLst>
                  <a:ext uri="{FF2B5EF4-FFF2-40B4-BE49-F238E27FC236}">
                    <a16:creationId xmlns:a16="http://schemas.microsoft.com/office/drawing/2014/main" id="{EDCF894B-BA27-5DC0-692F-4A4503BD5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0" name="Rectangle 141">
                <a:extLst>
                  <a:ext uri="{FF2B5EF4-FFF2-40B4-BE49-F238E27FC236}">
                    <a16:creationId xmlns:a16="http://schemas.microsoft.com/office/drawing/2014/main" id="{96841F3B-1B31-EF51-4654-119E643317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1" name="Rectangle 142">
                <a:extLst>
                  <a:ext uri="{FF2B5EF4-FFF2-40B4-BE49-F238E27FC236}">
                    <a16:creationId xmlns:a16="http://schemas.microsoft.com/office/drawing/2014/main" id="{7C77125C-B4B8-0BD0-233C-41BBAA4A38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2" name="Rectangle 143">
                <a:extLst>
                  <a:ext uri="{FF2B5EF4-FFF2-40B4-BE49-F238E27FC236}">
                    <a16:creationId xmlns:a16="http://schemas.microsoft.com/office/drawing/2014/main" id="{70BA4FB9-F54E-0149-5B6D-F624095C4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3" name="Rectangle 144">
                <a:extLst>
                  <a:ext uri="{FF2B5EF4-FFF2-40B4-BE49-F238E27FC236}">
                    <a16:creationId xmlns:a16="http://schemas.microsoft.com/office/drawing/2014/main" id="{E743AADD-E97F-D859-9510-C67F92EB5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4" name="Rectangle 146">
                <a:extLst>
                  <a:ext uri="{FF2B5EF4-FFF2-40B4-BE49-F238E27FC236}">
                    <a16:creationId xmlns:a16="http://schemas.microsoft.com/office/drawing/2014/main" id="{BDB35D71-7885-395D-E25B-FD90B136D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5" name="Rectangle 147">
                <a:extLst>
                  <a:ext uri="{FF2B5EF4-FFF2-40B4-BE49-F238E27FC236}">
                    <a16:creationId xmlns:a16="http://schemas.microsoft.com/office/drawing/2014/main" id="{0B712164-B909-AA09-AD22-5886210CE1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6" name="Rectangle 148">
                <a:extLst>
                  <a:ext uri="{FF2B5EF4-FFF2-40B4-BE49-F238E27FC236}">
                    <a16:creationId xmlns:a16="http://schemas.microsoft.com/office/drawing/2014/main" id="{252EBC0F-05F0-ABB4-8EA5-CC631DAF91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7" name="Rectangle 149">
                <a:extLst>
                  <a:ext uri="{FF2B5EF4-FFF2-40B4-BE49-F238E27FC236}">
                    <a16:creationId xmlns:a16="http://schemas.microsoft.com/office/drawing/2014/main" id="{24284288-D322-B731-70D2-CC636ACAD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8" name="Rectangle 150">
                <a:extLst>
                  <a:ext uri="{FF2B5EF4-FFF2-40B4-BE49-F238E27FC236}">
                    <a16:creationId xmlns:a16="http://schemas.microsoft.com/office/drawing/2014/main" id="{F9C89BDA-6561-72DA-1B29-F65ACA510F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</p:grpSp>
      <p:grpSp>
        <p:nvGrpSpPr>
          <p:cNvPr id="2057" name="Group 1">
            <a:extLst>
              <a:ext uri="{FF2B5EF4-FFF2-40B4-BE49-F238E27FC236}">
                <a16:creationId xmlns:a16="http://schemas.microsoft.com/office/drawing/2014/main" id="{FC7C4310-0087-E4B4-5576-F1612A18A6BB}"/>
              </a:ext>
            </a:extLst>
          </p:cNvPr>
          <p:cNvGrpSpPr>
            <a:grpSpLocks/>
          </p:cNvGrpSpPr>
          <p:nvPr/>
        </p:nvGrpSpPr>
        <p:grpSpPr bwMode="auto">
          <a:xfrm>
            <a:off x="-6350" y="6683375"/>
            <a:ext cx="12201525" cy="195263"/>
            <a:chOff x="-3893" y="4840321"/>
            <a:chExt cx="12201094" cy="195829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4A4347BB-898F-F22E-F2FA-14AC7FEF297C}"/>
                </a:ext>
              </a:extLst>
            </p:cNvPr>
            <p:cNvSpPr/>
            <p:nvPr/>
          </p:nvSpPr>
          <p:spPr>
            <a:xfrm>
              <a:off x="-3893" y="4840321"/>
              <a:ext cx="2439902" cy="195829"/>
            </a:xfrm>
            <a:prstGeom prst="rect">
              <a:avLst/>
            </a:prstGeom>
            <a:solidFill>
              <a:srgbClr val="FFBC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dirty="0"/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5A1F36A8-08C8-1948-EBF2-CB9697A756E6}"/>
                </a:ext>
              </a:extLst>
            </p:cNvPr>
            <p:cNvSpPr/>
            <p:nvPr/>
          </p:nvSpPr>
          <p:spPr>
            <a:xfrm>
              <a:off x="2436009" y="4840321"/>
              <a:ext cx="2439901" cy="195829"/>
            </a:xfrm>
            <a:prstGeom prst="rect">
              <a:avLst/>
            </a:prstGeom>
            <a:solidFill>
              <a:srgbClr val="FC00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dirty="0"/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4DE51A8D-5F14-0849-3C34-0952BCC82C5E}"/>
                </a:ext>
              </a:extLst>
            </p:cNvPr>
            <p:cNvSpPr/>
            <p:nvPr/>
          </p:nvSpPr>
          <p:spPr>
            <a:xfrm>
              <a:off x="4875910" y="4840321"/>
              <a:ext cx="2441489" cy="19582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dirty="0"/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9E6154C4-DFFC-279E-0D74-BA47D61D744B}"/>
                </a:ext>
              </a:extLst>
            </p:cNvPr>
            <p:cNvSpPr/>
            <p:nvPr/>
          </p:nvSpPr>
          <p:spPr>
            <a:xfrm>
              <a:off x="7317398" y="4840321"/>
              <a:ext cx="2439902" cy="195829"/>
            </a:xfrm>
            <a:prstGeom prst="rect">
              <a:avLst/>
            </a:prstGeom>
            <a:solidFill>
              <a:schemeClr val="accent4"/>
            </a:solidFill>
            <a:ln>
              <a:solidFill>
                <a:srgbClr val="1D5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dirty="0"/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E8EB6B2E-9BC3-A87A-B0B9-0878761B13D7}"/>
                </a:ext>
              </a:extLst>
            </p:cNvPr>
            <p:cNvSpPr/>
            <p:nvPr/>
          </p:nvSpPr>
          <p:spPr>
            <a:xfrm>
              <a:off x="9735076" y="4840321"/>
              <a:ext cx="2462125" cy="195829"/>
            </a:xfrm>
            <a:prstGeom prst="rect">
              <a:avLst/>
            </a:prstGeom>
            <a:solidFill>
              <a:srgbClr val="0017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48F069A-11AA-01B5-703F-E1EB3447F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616" y="1182102"/>
            <a:ext cx="3251422" cy="1289966"/>
          </a:xfrm>
          <a:prstGeom prst="rect">
            <a:avLst/>
          </a:prstGeom>
        </p:spPr>
      </p:pic>
      <p:pic>
        <p:nvPicPr>
          <p:cNvPr id="2080" name="Picture 2079">
            <a:extLst>
              <a:ext uri="{FF2B5EF4-FFF2-40B4-BE49-F238E27FC236}">
                <a16:creationId xmlns:a16="http://schemas.microsoft.com/office/drawing/2014/main" id="{6032ECC8-11E7-799E-0B73-D74BC966E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41274" y="2080862"/>
            <a:ext cx="3350726" cy="458981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376EF1B-EFC8-1E73-4463-9DFF250CC703}"/>
              </a:ext>
            </a:extLst>
          </p:cNvPr>
          <p:cNvSpPr txBox="1">
            <a:spLocks/>
          </p:cNvSpPr>
          <p:nvPr/>
        </p:nvSpPr>
        <p:spPr>
          <a:xfrm>
            <a:off x="905616" y="3509448"/>
            <a:ext cx="5839567" cy="239552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1001"/>
              </a:spcBef>
              <a:tabLst>
                <a:tab pos="0" algn="l"/>
              </a:tabLst>
            </a:pPr>
            <a:r>
              <a:rPr lang="id-ID" sz="2000" spc="-1" dirty="0">
                <a:solidFill>
                  <a:schemeClr val="accent5"/>
                </a:solidFill>
                <a:latin typeface="Calibri"/>
              </a:rPr>
              <a:t>Ali Al-Hadi Tarraf</a:t>
            </a:r>
            <a:r>
              <a:rPr lang="en-GB" sz="2000" spc="-1" dirty="0">
                <a:solidFill>
                  <a:schemeClr val="accent5"/>
                </a:solidFill>
                <a:latin typeface="Calibri"/>
              </a:rPr>
              <a:t> - 24766736</a:t>
            </a:r>
            <a:endParaRPr lang="pt-BR" sz="2000" spc="-1" dirty="0">
              <a:solidFill>
                <a:srgbClr val="000000"/>
              </a:solidFill>
              <a:latin typeface="Arial"/>
            </a:endParaRPr>
          </a:p>
          <a:p>
            <a:pPr algn="l">
              <a:spcBef>
                <a:spcPts val="1001"/>
              </a:spcBef>
              <a:tabLst>
                <a:tab pos="0" algn="l"/>
              </a:tabLst>
            </a:pPr>
            <a:r>
              <a:rPr lang="id-ID" sz="2000" spc="-1" dirty="0">
                <a:solidFill>
                  <a:schemeClr val="accent5"/>
                </a:solidFill>
                <a:latin typeface="Calibri"/>
              </a:rPr>
              <a:t>Sami Kudsi</a:t>
            </a:r>
            <a:r>
              <a:rPr lang="en-GB" sz="2000" spc="-1" dirty="0">
                <a:solidFill>
                  <a:schemeClr val="accent5"/>
                </a:solidFill>
                <a:latin typeface="Calibri"/>
              </a:rPr>
              <a:t> - 24077792</a:t>
            </a:r>
            <a:endParaRPr lang="pt-BR" sz="2000" spc="-1" dirty="0">
              <a:solidFill>
                <a:srgbClr val="000000"/>
              </a:solidFill>
              <a:latin typeface="Arial"/>
            </a:endParaRPr>
          </a:p>
          <a:p>
            <a:pPr algn="l">
              <a:spcBef>
                <a:spcPts val="1001"/>
              </a:spcBef>
              <a:tabLst>
                <a:tab pos="0" algn="l"/>
              </a:tabLst>
            </a:pPr>
            <a:r>
              <a:rPr lang="id-ID" sz="2000" spc="-1" dirty="0">
                <a:solidFill>
                  <a:schemeClr val="accent5"/>
                </a:solidFill>
                <a:latin typeface="Calibri"/>
              </a:rPr>
              <a:t>Simon Nansae Hagemann</a:t>
            </a:r>
            <a:r>
              <a:rPr lang="en-GB" sz="2000" spc="-1" dirty="0">
                <a:solidFill>
                  <a:schemeClr val="accent5"/>
                </a:solidFill>
                <a:latin typeface="Calibri"/>
              </a:rPr>
              <a:t> – 77396532</a:t>
            </a:r>
          </a:p>
          <a:p>
            <a:pPr algn="l">
              <a:tabLst>
                <a:tab pos="0" algn="l"/>
              </a:tabLst>
            </a:pPr>
            <a:r>
              <a:rPr lang="en-GB" sz="2000" spc="-1" dirty="0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Arash Rahmani – 26819056</a:t>
            </a:r>
            <a:endParaRPr lang="en-US" sz="2000" spc="-1" dirty="0">
              <a:solidFill>
                <a:schemeClr val="accent5"/>
              </a:solidFill>
              <a:latin typeface="Calibri"/>
              <a:ea typeface="Calibri"/>
              <a:cs typeface="Calibri"/>
            </a:endParaRPr>
          </a:p>
          <a:p>
            <a:pPr algn="l">
              <a:tabLst>
                <a:tab pos="0" algn="l"/>
              </a:tabLst>
            </a:pPr>
            <a:r>
              <a:rPr lang="en-GB" sz="2000" spc="-1" dirty="0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Rafael de </a:t>
            </a:r>
            <a:r>
              <a:rPr lang="en-GB" sz="2000" spc="-1" dirty="0" err="1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Athayde</a:t>
            </a:r>
            <a:r>
              <a:rPr lang="en-GB" sz="2000" spc="-1" dirty="0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 Moraes - 59752266</a:t>
            </a:r>
            <a:endParaRPr lang="en-US" sz="2000" spc="-1" dirty="0">
              <a:solidFill>
                <a:schemeClr val="accent5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1001"/>
              </a:spcBef>
              <a:tabLst>
                <a:tab pos="0" algn="l"/>
              </a:tabLst>
            </a:pPr>
            <a:endParaRPr lang="pt-BR" sz="2000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144974" y="463997"/>
            <a:ext cx="8018060" cy="1143000"/>
          </a:xfrm>
        </p:spPr>
        <p:txBody>
          <a:bodyPr anchor="t">
            <a:normAutofit/>
          </a:bodyPr>
          <a:lstStyle/>
          <a:p>
            <a:pPr>
              <a:lnSpc>
                <a:spcPts val="3600"/>
              </a:lnSpc>
            </a:pPr>
            <a:r>
              <a:rPr lang="en-US" sz="1200" spc="300" dirty="0">
                <a:solidFill>
                  <a:srgbClr val="FC0073"/>
                </a:solidFill>
                <a:latin typeface="PT Sans"/>
                <a:cs typeface="PT Sans"/>
              </a:rPr>
              <a:t>Introduction to </a:t>
            </a:r>
            <a:r>
              <a:rPr lang="en-US" sz="1200" spc="300" dirty="0" err="1">
                <a:solidFill>
                  <a:srgbClr val="FC0073"/>
                </a:solidFill>
                <a:latin typeface="PT Sans"/>
                <a:cs typeface="PT Sans"/>
              </a:rPr>
              <a:t>Musicly</a:t>
            </a:r>
            <a:br>
              <a:rPr lang="en-US" sz="1200" spc="300" dirty="0">
                <a:solidFill>
                  <a:srgbClr val="FC0073"/>
                </a:solidFill>
                <a:latin typeface="PT Sans"/>
                <a:cs typeface="PT Sans"/>
              </a:rPr>
            </a:br>
            <a:r>
              <a:rPr lang="en-US" dirty="0">
                <a:solidFill>
                  <a:srgbClr val="FC0073"/>
                </a:solidFill>
              </a:rPr>
              <a:t>What is </a:t>
            </a:r>
            <a:r>
              <a:rPr lang="en-US" dirty="0" err="1">
                <a:solidFill>
                  <a:srgbClr val="FC0073"/>
                </a:solidFill>
              </a:rPr>
              <a:t>Musicly</a:t>
            </a:r>
            <a:r>
              <a:rPr lang="en-US" dirty="0">
                <a:solidFill>
                  <a:srgbClr val="FC0073"/>
                </a:solidFill>
              </a:rPr>
              <a:t>?</a:t>
            </a:r>
            <a:endParaRPr lang="en-JM" sz="3200" dirty="0">
              <a:solidFill>
                <a:srgbClr val="FC0073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34778" y="1810531"/>
            <a:ext cx="307343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err="1"/>
              <a:t>Musicly</a:t>
            </a:r>
            <a:r>
              <a:rPr lang="en-GB" sz="1400" dirty="0"/>
              <a:t> is an innovative platform designed for music lovers to discover and enjoy music in a personalized way.</a:t>
            </a:r>
            <a:endParaRPr lang="en-JM" sz="1300" dirty="0">
              <a:solidFill>
                <a:srgbClr val="464D61"/>
              </a:solidFill>
              <a:ea typeface="Tahoma" pitchFamily="34" charset="0"/>
              <a:cs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60627" y="2758393"/>
            <a:ext cx="317827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id-ID" sz="1400" dirty="0"/>
              <a:t>It provides a seamless experience combining intelligent recommendations, playlist management, and a vibrant social community.</a:t>
            </a:r>
            <a:endParaRPr lang="en-JM" sz="1300" dirty="0">
              <a:solidFill>
                <a:srgbClr val="464D61"/>
              </a:solidFill>
              <a:ea typeface="Tahoma" pitchFamily="34" charset="0"/>
              <a:cs typeface="Calibri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2340149" y="2654645"/>
            <a:ext cx="349997" cy="0"/>
          </a:xfrm>
          <a:prstGeom prst="line">
            <a:avLst/>
          </a:prstGeom>
          <a:ln>
            <a:solidFill>
              <a:srgbClr val="464D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225041" y="4134497"/>
            <a:ext cx="307343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Whether you're a casual listener or a music enthusiast, </a:t>
            </a:r>
            <a:r>
              <a:rPr lang="en-GB" sz="1400" dirty="0" err="1"/>
              <a:t>Musicly</a:t>
            </a:r>
            <a:r>
              <a:rPr lang="en-GB" sz="1400" dirty="0"/>
              <a:t> has something for everyone.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341360" y="3987065"/>
            <a:ext cx="349997" cy="0"/>
          </a:xfrm>
          <a:prstGeom prst="line">
            <a:avLst/>
          </a:prstGeom>
          <a:ln>
            <a:solidFill>
              <a:srgbClr val="464D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>
            <a:spLocks noChangeAspect="1"/>
          </p:cNvSpPr>
          <p:nvPr/>
        </p:nvSpPr>
        <p:spPr>
          <a:xfrm>
            <a:off x="2344612" y="5080012"/>
            <a:ext cx="576000" cy="576000"/>
          </a:xfrm>
          <a:prstGeom prst="ellipse">
            <a:avLst/>
          </a:prstGeom>
          <a:solidFill>
            <a:srgbClr val="FC0073"/>
          </a:solidFill>
          <a:ln w="2857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bul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772" y="5243355"/>
            <a:ext cx="289548" cy="289548"/>
          </a:xfrm>
          <a:prstGeom prst="rect">
            <a:avLst/>
          </a:prstGeom>
        </p:spPr>
      </p:pic>
      <p:sp>
        <p:nvSpPr>
          <p:cNvPr id="17" name="Oval 16"/>
          <p:cNvSpPr>
            <a:spLocks noChangeAspect="1"/>
          </p:cNvSpPr>
          <p:nvPr/>
        </p:nvSpPr>
        <p:spPr>
          <a:xfrm>
            <a:off x="3137092" y="5085875"/>
            <a:ext cx="576000" cy="576000"/>
          </a:xfrm>
          <a:prstGeom prst="ellipse">
            <a:avLst/>
          </a:prstGeom>
          <a:solidFill>
            <a:srgbClr val="00171F"/>
          </a:solidFill>
          <a:ln w="2857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pho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412" y="5243355"/>
            <a:ext cx="289548" cy="289548"/>
          </a:xfrm>
          <a:prstGeom prst="rect">
            <a:avLst/>
          </a:prstGeom>
        </p:spPr>
      </p:pic>
      <p:sp>
        <p:nvSpPr>
          <p:cNvPr id="19" name="Oval 18"/>
          <p:cNvSpPr>
            <a:spLocks noChangeAspect="1"/>
          </p:cNvSpPr>
          <p:nvPr/>
        </p:nvSpPr>
        <p:spPr>
          <a:xfrm>
            <a:off x="3960052" y="5085875"/>
            <a:ext cx="576000" cy="576000"/>
          </a:xfrm>
          <a:prstGeom prst="ellipse">
            <a:avLst/>
          </a:prstGeom>
          <a:solidFill>
            <a:srgbClr val="00171F"/>
          </a:solidFill>
          <a:ln w="2857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>
            <a:spLocks noChangeAspect="1"/>
          </p:cNvSpPr>
          <p:nvPr/>
        </p:nvSpPr>
        <p:spPr>
          <a:xfrm>
            <a:off x="4732212" y="5085875"/>
            <a:ext cx="576000" cy="576000"/>
          </a:xfrm>
          <a:prstGeom prst="ellipse">
            <a:avLst/>
          </a:prstGeom>
          <a:solidFill>
            <a:srgbClr val="00171F"/>
          </a:solidFill>
          <a:ln w="2857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cinema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040" y="5243355"/>
            <a:ext cx="252000" cy="252000"/>
          </a:xfrm>
          <a:prstGeom prst="rect">
            <a:avLst/>
          </a:prstGeom>
        </p:spPr>
      </p:pic>
      <p:pic>
        <p:nvPicPr>
          <p:cNvPr id="24" name="Picture 23" descr="plane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441" y="5243357"/>
            <a:ext cx="251998" cy="251998"/>
          </a:xfrm>
          <a:prstGeom prst="rect">
            <a:avLst/>
          </a:prstGeom>
        </p:spPr>
      </p:pic>
      <p:sp>
        <p:nvSpPr>
          <p:cNvPr id="20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805346" y="6282209"/>
            <a:ext cx="2133600" cy="365125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fld id="{8BA6482E-F363-B343-ABCE-D1D2D29F80BC}" type="slidenum">
              <a:rPr lang="en-US" sz="1400">
                <a:solidFill>
                  <a:srgbClr val="A6A6A6"/>
                </a:solidFill>
              </a:rPr>
              <a:pPr marL="0" indent="0" algn="r">
                <a:buNone/>
              </a:pPr>
              <a:t>2</a:t>
            </a:fld>
            <a:endParaRPr lang="en-US" sz="1400" dirty="0">
              <a:solidFill>
                <a:srgbClr val="A6A6A6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82AC477-C961-EA76-719C-8A3398C75AB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3" t="374" r="363" b="72230"/>
          <a:stretch/>
        </p:blipFill>
        <p:spPr>
          <a:xfrm>
            <a:off x="6136641" y="2326324"/>
            <a:ext cx="4781551" cy="2022475"/>
          </a:xfrm>
        </p:spPr>
      </p:pic>
      <p:grpSp>
        <p:nvGrpSpPr>
          <p:cNvPr id="9" name="Group 2">
            <a:extLst>
              <a:ext uri="{FF2B5EF4-FFF2-40B4-BE49-F238E27FC236}">
                <a16:creationId xmlns:a16="http://schemas.microsoft.com/office/drawing/2014/main" id="{C6FEB577-5E75-8D06-3499-7DB469E42B43}"/>
              </a:ext>
            </a:extLst>
          </p:cNvPr>
          <p:cNvGrpSpPr>
            <a:grpSpLocks/>
          </p:cNvGrpSpPr>
          <p:nvPr/>
        </p:nvGrpSpPr>
        <p:grpSpPr bwMode="auto">
          <a:xfrm>
            <a:off x="11376025" y="388938"/>
            <a:ext cx="360363" cy="466725"/>
            <a:chOff x="11376383" y="389144"/>
            <a:chExt cx="360002" cy="465737"/>
          </a:xfrm>
        </p:grpSpPr>
        <p:sp>
          <p:nvSpPr>
            <p:cNvPr id="10" name="Pentagon 637">
              <a:extLst>
                <a:ext uri="{FF2B5EF4-FFF2-40B4-BE49-F238E27FC236}">
                  <a16:creationId xmlns:a16="http://schemas.microsoft.com/office/drawing/2014/main" id="{61726AC9-DBA5-909C-5D38-EE9308592B6A}"/>
                </a:ext>
              </a:extLst>
            </p:cNvPr>
            <p:cNvSpPr/>
            <p:nvPr/>
          </p:nvSpPr>
          <p:spPr>
            <a:xfrm rot="5400000">
              <a:off x="11354407" y="411120"/>
              <a:ext cx="403955" cy="360002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18814C3-79EF-70B7-2631-E7398ED25C50}"/>
                </a:ext>
              </a:extLst>
            </p:cNvPr>
            <p:cNvCxnSpPr/>
            <p:nvPr/>
          </p:nvCxnSpPr>
          <p:spPr>
            <a:xfrm>
              <a:off x="11550833" y="726565"/>
              <a:ext cx="0" cy="128316"/>
            </a:xfrm>
            <a:prstGeom prst="line">
              <a:avLst/>
            </a:prstGeom>
            <a:ln>
              <a:solidFill>
                <a:schemeClr val="accent2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638">
            <a:extLst>
              <a:ext uri="{FF2B5EF4-FFF2-40B4-BE49-F238E27FC236}">
                <a16:creationId xmlns:a16="http://schemas.microsoft.com/office/drawing/2014/main" id="{94417BF5-2442-4E46-65A0-429A6C816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90300" y="387350"/>
            <a:ext cx="5572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fld id="{D95A3F76-14D4-4A3B-8187-9E866394116F}" type="slidenum">
              <a:rPr lang="en-US" altLang="LID4096" sz="1200">
                <a:solidFill>
                  <a:schemeClr val="bg1"/>
                </a:solidFill>
              </a:rPr>
              <a:pPr algn="ctr" eaLnBrk="1" hangingPunct="1"/>
              <a:t>2</a:t>
            </a:fld>
            <a:endParaRPr lang="en-US" altLang="LID4096" sz="1200" dirty="0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C30BBFF-9107-3AD1-A626-49E5A15C213E}"/>
              </a:ext>
            </a:extLst>
          </p:cNvPr>
          <p:cNvGrpSpPr/>
          <p:nvPr/>
        </p:nvGrpSpPr>
        <p:grpSpPr>
          <a:xfrm>
            <a:off x="-201332" y="0"/>
            <a:ext cx="12812244" cy="697119"/>
            <a:chOff x="-116540" y="4468112"/>
            <a:chExt cx="12812244" cy="697119"/>
          </a:xfrm>
          <a:solidFill>
            <a:schemeClr val="bg2">
              <a:alpha val="60000"/>
            </a:schemeClr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473FBD7-8847-7B1B-3ED9-F6FFA9CB4982}"/>
                </a:ext>
              </a:extLst>
            </p:cNvPr>
            <p:cNvGrpSpPr/>
            <p:nvPr/>
          </p:nvGrpSpPr>
          <p:grpSpPr>
            <a:xfrm>
              <a:off x="4112933" y="4472081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234" name="Rectangle 5">
                <a:extLst>
                  <a:ext uri="{FF2B5EF4-FFF2-40B4-BE49-F238E27FC236}">
                    <a16:creationId xmlns:a16="http://schemas.microsoft.com/office/drawing/2014/main" id="{92EE656D-7ECE-B408-4C93-57032FB1E5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5" name="Rectangle 6">
                <a:extLst>
                  <a:ext uri="{FF2B5EF4-FFF2-40B4-BE49-F238E27FC236}">
                    <a16:creationId xmlns:a16="http://schemas.microsoft.com/office/drawing/2014/main" id="{7167F4C4-0F04-E0F3-8B28-D703AE97E4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6" name="Rectangle 7">
                <a:extLst>
                  <a:ext uri="{FF2B5EF4-FFF2-40B4-BE49-F238E27FC236}">
                    <a16:creationId xmlns:a16="http://schemas.microsoft.com/office/drawing/2014/main" id="{8B97AF6E-90CD-6882-44F1-EAEA6492F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7" name="Rectangle 10">
                <a:extLst>
                  <a:ext uri="{FF2B5EF4-FFF2-40B4-BE49-F238E27FC236}">
                    <a16:creationId xmlns:a16="http://schemas.microsoft.com/office/drawing/2014/main" id="{72CE356C-5491-AF71-D97A-A80C7AA3BA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8" name="Rectangle 11">
                <a:extLst>
                  <a:ext uri="{FF2B5EF4-FFF2-40B4-BE49-F238E27FC236}">
                    <a16:creationId xmlns:a16="http://schemas.microsoft.com/office/drawing/2014/main" id="{725FFB54-FB8E-C06B-1E77-EF4E83471B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9" name="Rectangle 12">
                <a:extLst>
                  <a:ext uri="{FF2B5EF4-FFF2-40B4-BE49-F238E27FC236}">
                    <a16:creationId xmlns:a16="http://schemas.microsoft.com/office/drawing/2014/main" id="{4745AC77-3A89-744C-801C-D3BDFAA69A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0" name="Rectangle 13">
                <a:extLst>
                  <a:ext uri="{FF2B5EF4-FFF2-40B4-BE49-F238E27FC236}">
                    <a16:creationId xmlns:a16="http://schemas.microsoft.com/office/drawing/2014/main" id="{9C4AD5BC-C0C3-F239-496F-40543201D9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1" name="Rectangle 14">
                <a:extLst>
                  <a:ext uri="{FF2B5EF4-FFF2-40B4-BE49-F238E27FC236}">
                    <a16:creationId xmlns:a16="http://schemas.microsoft.com/office/drawing/2014/main" id="{189F9E9F-839B-1FC1-6CA7-C8C07183A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2" name="Rectangle 16">
                <a:extLst>
                  <a:ext uri="{FF2B5EF4-FFF2-40B4-BE49-F238E27FC236}">
                    <a16:creationId xmlns:a16="http://schemas.microsoft.com/office/drawing/2014/main" id="{DAF6B2F7-263D-F1B0-6287-E33CBE435E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3" name="Rectangle 17">
                <a:extLst>
                  <a:ext uri="{FF2B5EF4-FFF2-40B4-BE49-F238E27FC236}">
                    <a16:creationId xmlns:a16="http://schemas.microsoft.com/office/drawing/2014/main" id="{E6A3C54F-86D2-736A-02C9-B753792FA1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4" name="Rectangle 18">
                <a:extLst>
                  <a:ext uri="{FF2B5EF4-FFF2-40B4-BE49-F238E27FC236}">
                    <a16:creationId xmlns:a16="http://schemas.microsoft.com/office/drawing/2014/main" id="{B45DF993-7C67-895B-A5E9-58D3F01A9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5" name="Rectangle 19">
                <a:extLst>
                  <a:ext uri="{FF2B5EF4-FFF2-40B4-BE49-F238E27FC236}">
                    <a16:creationId xmlns:a16="http://schemas.microsoft.com/office/drawing/2014/main" id="{49A52DB6-48FF-92DE-6B41-7D41802C5A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6" name="Rectangle 20">
                <a:extLst>
                  <a:ext uri="{FF2B5EF4-FFF2-40B4-BE49-F238E27FC236}">
                    <a16:creationId xmlns:a16="http://schemas.microsoft.com/office/drawing/2014/main" id="{2B4556F7-8A86-464A-20B4-A5781A789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7" name="Rectangle 22">
                <a:extLst>
                  <a:ext uri="{FF2B5EF4-FFF2-40B4-BE49-F238E27FC236}">
                    <a16:creationId xmlns:a16="http://schemas.microsoft.com/office/drawing/2014/main" id="{2A500841-1954-F64E-180B-A44D209972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8" name="Rectangle 23">
                <a:extLst>
                  <a:ext uri="{FF2B5EF4-FFF2-40B4-BE49-F238E27FC236}">
                    <a16:creationId xmlns:a16="http://schemas.microsoft.com/office/drawing/2014/main" id="{2FDCF63A-8508-6EDD-8281-1D2C3EA64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9" name="Rectangle 26">
                <a:extLst>
                  <a:ext uri="{FF2B5EF4-FFF2-40B4-BE49-F238E27FC236}">
                    <a16:creationId xmlns:a16="http://schemas.microsoft.com/office/drawing/2014/main" id="{2DFCCD47-AAFB-E877-8DAB-F73437EDE3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0" name="Rectangle 27">
                <a:extLst>
                  <a:ext uri="{FF2B5EF4-FFF2-40B4-BE49-F238E27FC236}">
                    <a16:creationId xmlns:a16="http://schemas.microsoft.com/office/drawing/2014/main" id="{9EDF06DD-29DA-FD57-31A5-CA2B52EF9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1" name="Rectangle 28">
                <a:extLst>
                  <a:ext uri="{FF2B5EF4-FFF2-40B4-BE49-F238E27FC236}">
                    <a16:creationId xmlns:a16="http://schemas.microsoft.com/office/drawing/2014/main" id="{503EAA7B-FC2D-2457-9AF8-4C91343A5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2" name="Rectangle 29">
                <a:extLst>
                  <a:ext uri="{FF2B5EF4-FFF2-40B4-BE49-F238E27FC236}">
                    <a16:creationId xmlns:a16="http://schemas.microsoft.com/office/drawing/2014/main" id="{78CF70BD-AFBC-1D17-02C4-4242B9A9E6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3" name="Rectangle 30">
                <a:extLst>
                  <a:ext uri="{FF2B5EF4-FFF2-40B4-BE49-F238E27FC236}">
                    <a16:creationId xmlns:a16="http://schemas.microsoft.com/office/drawing/2014/main" id="{B5F2E444-897D-A60D-7FF9-01BE09299F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4" name="Rectangle 32">
                <a:extLst>
                  <a:ext uri="{FF2B5EF4-FFF2-40B4-BE49-F238E27FC236}">
                    <a16:creationId xmlns:a16="http://schemas.microsoft.com/office/drawing/2014/main" id="{0E05A2F7-4C05-05F2-DD1A-13466A9F9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5" name="Rectangle 33">
                <a:extLst>
                  <a:ext uri="{FF2B5EF4-FFF2-40B4-BE49-F238E27FC236}">
                    <a16:creationId xmlns:a16="http://schemas.microsoft.com/office/drawing/2014/main" id="{439C8A8E-0AA9-A876-000D-A6A0802BA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6" name="Rectangle 34">
                <a:extLst>
                  <a:ext uri="{FF2B5EF4-FFF2-40B4-BE49-F238E27FC236}">
                    <a16:creationId xmlns:a16="http://schemas.microsoft.com/office/drawing/2014/main" id="{821069B8-730B-516D-D003-BC873F3E21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7" name="Rectangle 36">
                <a:extLst>
                  <a:ext uri="{FF2B5EF4-FFF2-40B4-BE49-F238E27FC236}">
                    <a16:creationId xmlns:a16="http://schemas.microsoft.com/office/drawing/2014/main" id="{24DE8168-CB6E-7A84-7D4B-D67FDB8B91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8" name="Rectangle 37">
                <a:extLst>
                  <a:ext uri="{FF2B5EF4-FFF2-40B4-BE49-F238E27FC236}">
                    <a16:creationId xmlns:a16="http://schemas.microsoft.com/office/drawing/2014/main" id="{9B9659C2-F961-4B41-AC31-51E353881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9" name="Rectangle 38">
                <a:extLst>
                  <a:ext uri="{FF2B5EF4-FFF2-40B4-BE49-F238E27FC236}">
                    <a16:creationId xmlns:a16="http://schemas.microsoft.com/office/drawing/2014/main" id="{5C191DD9-7C50-1B34-96CF-B77AC9E1D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0" name="Rectangle 39">
                <a:extLst>
                  <a:ext uri="{FF2B5EF4-FFF2-40B4-BE49-F238E27FC236}">
                    <a16:creationId xmlns:a16="http://schemas.microsoft.com/office/drawing/2014/main" id="{3965988D-7560-7BDD-C8C7-6500DFD543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1" name="Rectangle 41">
                <a:extLst>
                  <a:ext uri="{FF2B5EF4-FFF2-40B4-BE49-F238E27FC236}">
                    <a16:creationId xmlns:a16="http://schemas.microsoft.com/office/drawing/2014/main" id="{6C290E78-EF3C-7507-FE5C-C35D61430F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2" name="Rectangle 43">
                <a:extLst>
                  <a:ext uri="{FF2B5EF4-FFF2-40B4-BE49-F238E27FC236}">
                    <a16:creationId xmlns:a16="http://schemas.microsoft.com/office/drawing/2014/main" id="{513E933F-2445-EA2F-DA6B-82F2CE9AAC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3" name="Rectangle 45">
                <a:extLst>
                  <a:ext uri="{FF2B5EF4-FFF2-40B4-BE49-F238E27FC236}">
                    <a16:creationId xmlns:a16="http://schemas.microsoft.com/office/drawing/2014/main" id="{ACEB87FE-1708-AEDE-4F96-10D2BF289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4" name="Rectangle 46">
                <a:extLst>
                  <a:ext uri="{FF2B5EF4-FFF2-40B4-BE49-F238E27FC236}">
                    <a16:creationId xmlns:a16="http://schemas.microsoft.com/office/drawing/2014/main" id="{DE0F007A-3156-4FFE-2971-27107C535C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5" name="Rectangle 47">
                <a:extLst>
                  <a:ext uri="{FF2B5EF4-FFF2-40B4-BE49-F238E27FC236}">
                    <a16:creationId xmlns:a16="http://schemas.microsoft.com/office/drawing/2014/main" id="{DC0F51B7-68FF-D442-7907-40FED9ABF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6" name="Rectangle 48">
                <a:extLst>
                  <a:ext uri="{FF2B5EF4-FFF2-40B4-BE49-F238E27FC236}">
                    <a16:creationId xmlns:a16="http://schemas.microsoft.com/office/drawing/2014/main" id="{4C38815C-BE53-0279-AB5D-804E53EAB5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7" name="Rectangle 49">
                <a:extLst>
                  <a:ext uri="{FF2B5EF4-FFF2-40B4-BE49-F238E27FC236}">
                    <a16:creationId xmlns:a16="http://schemas.microsoft.com/office/drawing/2014/main" id="{06102C93-F3D3-DDE6-35E9-E32BBAD058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8" name="Rectangle 51">
                <a:extLst>
                  <a:ext uri="{FF2B5EF4-FFF2-40B4-BE49-F238E27FC236}">
                    <a16:creationId xmlns:a16="http://schemas.microsoft.com/office/drawing/2014/main" id="{4763289C-B5E8-C402-DA43-62B75D9F3C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9" name="Rectangle 53">
                <a:extLst>
                  <a:ext uri="{FF2B5EF4-FFF2-40B4-BE49-F238E27FC236}">
                    <a16:creationId xmlns:a16="http://schemas.microsoft.com/office/drawing/2014/main" id="{5A1C47EB-44FC-521C-E115-F542F74DE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0" name="Rectangle 55">
                <a:extLst>
                  <a:ext uri="{FF2B5EF4-FFF2-40B4-BE49-F238E27FC236}">
                    <a16:creationId xmlns:a16="http://schemas.microsoft.com/office/drawing/2014/main" id="{80F0DE91-54B2-B5EF-E613-4981BB2FD8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1" name="Rectangle 56">
                <a:extLst>
                  <a:ext uri="{FF2B5EF4-FFF2-40B4-BE49-F238E27FC236}">
                    <a16:creationId xmlns:a16="http://schemas.microsoft.com/office/drawing/2014/main" id="{BD25B388-0422-069C-8737-3849687EF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2" name="Rectangle 57">
                <a:extLst>
                  <a:ext uri="{FF2B5EF4-FFF2-40B4-BE49-F238E27FC236}">
                    <a16:creationId xmlns:a16="http://schemas.microsoft.com/office/drawing/2014/main" id="{935C8766-8007-825D-8C55-57D65D06FC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3" name="Rectangle 60">
                <a:extLst>
                  <a:ext uri="{FF2B5EF4-FFF2-40B4-BE49-F238E27FC236}">
                    <a16:creationId xmlns:a16="http://schemas.microsoft.com/office/drawing/2014/main" id="{C0EA1764-0A28-5901-14EF-63D616029B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4" name="Rectangle 62">
                <a:extLst>
                  <a:ext uri="{FF2B5EF4-FFF2-40B4-BE49-F238E27FC236}">
                    <a16:creationId xmlns:a16="http://schemas.microsoft.com/office/drawing/2014/main" id="{4D3066E3-0349-E890-E658-D9C33ED699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5" name="Rectangle 63">
                <a:extLst>
                  <a:ext uri="{FF2B5EF4-FFF2-40B4-BE49-F238E27FC236}">
                    <a16:creationId xmlns:a16="http://schemas.microsoft.com/office/drawing/2014/main" id="{924F2681-62C0-6C13-4A1E-59A118D1C3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6" name="Rectangle 65">
                <a:extLst>
                  <a:ext uri="{FF2B5EF4-FFF2-40B4-BE49-F238E27FC236}">
                    <a16:creationId xmlns:a16="http://schemas.microsoft.com/office/drawing/2014/main" id="{553898E6-624F-4844-1969-6D7DEF2922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7" name="Rectangle 66">
                <a:extLst>
                  <a:ext uri="{FF2B5EF4-FFF2-40B4-BE49-F238E27FC236}">
                    <a16:creationId xmlns:a16="http://schemas.microsoft.com/office/drawing/2014/main" id="{42261FED-5B51-B544-0872-119404F172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8" name="Rectangle 67">
                <a:extLst>
                  <a:ext uri="{FF2B5EF4-FFF2-40B4-BE49-F238E27FC236}">
                    <a16:creationId xmlns:a16="http://schemas.microsoft.com/office/drawing/2014/main" id="{44F13FEF-0E80-96C0-3E8E-DA90B7B163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9" name="Rectangle 68">
                <a:extLst>
                  <a:ext uri="{FF2B5EF4-FFF2-40B4-BE49-F238E27FC236}">
                    <a16:creationId xmlns:a16="http://schemas.microsoft.com/office/drawing/2014/main" id="{2335A88A-54B4-B089-4EAE-6FD852ECB2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0" name="Rectangle 70">
                <a:extLst>
                  <a:ext uri="{FF2B5EF4-FFF2-40B4-BE49-F238E27FC236}">
                    <a16:creationId xmlns:a16="http://schemas.microsoft.com/office/drawing/2014/main" id="{D3E563D2-0FB0-10EE-386F-DB319B349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1" name="Rectangle 71">
                <a:extLst>
                  <a:ext uri="{FF2B5EF4-FFF2-40B4-BE49-F238E27FC236}">
                    <a16:creationId xmlns:a16="http://schemas.microsoft.com/office/drawing/2014/main" id="{1AB1D6E3-655A-3EE2-F8F7-F4925551C9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2" name="Rectangle 72">
                <a:extLst>
                  <a:ext uri="{FF2B5EF4-FFF2-40B4-BE49-F238E27FC236}">
                    <a16:creationId xmlns:a16="http://schemas.microsoft.com/office/drawing/2014/main" id="{F47F9606-2BDC-7046-6309-0E0048493D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3" name="Rectangle 75">
                <a:extLst>
                  <a:ext uri="{FF2B5EF4-FFF2-40B4-BE49-F238E27FC236}">
                    <a16:creationId xmlns:a16="http://schemas.microsoft.com/office/drawing/2014/main" id="{55CA5FA1-C964-1FF2-3296-872BA321F7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4" name="Rectangle 76">
                <a:extLst>
                  <a:ext uri="{FF2B5EF4-FFF2-40B4-BE49-F238E27FC236}">
                    <a16:creationId xmlns:a16="http://schemas.microsoft.com/office/drawing/2014/main" id="{C9D2D7C3-8BA5-DBAC-3AAA-79E9A1DC1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5" name="Rectangle 77">
                <a:extLst>
                  <a:ext uri="{FF2B5EF4-FFF2-40B4-BE49-F238E27FC236}">
                    <a16:creationId xmlns:a16="http://schemas.microsoft.com/office/drawing/2014/main" id="{DDBDDA1A-AB9C-CAA7-1411-035BA3FEE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6" name="Rectangle 79">
                <a:extLst>
                  <a:ext uri="{FF2B5EF4-FFF2-40B4-BE49-F238E27FC236}">
                    <a16:creationId xmlns:a16="http://schemas.microsoft.com/office/drawing/2014/main" id="{A8C5ED35-7189-03B9-BC7B-E5A025B162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7" name="Rectangle 80">
                <a:extLst>
                  <a:ext uri="{FF2B5EF4-FFF2-40B4-BE49-F238E27FC236}">
                    <a16:creationId xmlns:a16="http://schemas.microsoft.com/office/drawing/2014/main" id="{8AB1F0DE-2151-0080-5E5D-FAC0CA92E9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8" name="Rectangle 81">
                <a:extLst>
                  <a:ext uri="{FF2B5EF4-FFF2-40B4-BE49-F238E27FC236}">
                    <a16:creationId xmlns:a16="http://schemas.microsoft.com/office/drawing/2014/main" id="{1544BAC1-4AA5-C32C-F0C2-996DF148C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9" name="Rectangle 82">
                <a:extLst>
                  <a:ext uri="{FF2B5EF4-FFF2-40B4-BE49-F238E27FC236}">
                    <a16:creationId xmlns:a16="http://schemas.microsoft.com/office/drawing/2014/main" id="{B60CD342-BAF2-3589-6EEA-2C1811D9D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0" name="Rectangle 83">
                <a:extLst>
                  <a:ext uri="{FF2B5EF4-FFF2-40B4-BE49-F238E27FC236}">
                    <a16:creationId xmlns:a16="http://schemas.microsoft.com/office/drawing/2014/main" id="{0E768A15-CD2E-8744-2CE5-D35BC3DD1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1" name="Rectangle 85">
                <a:extLst>
                  <a:ext uri="{FF2B5EF4-FFF2-40B4-BE49-F238E27FC236}">
                    <a16:creationId xmlns:a16="http://schemas.microsoft.com/office/drawing/2014/main" id="{DC4513D8-DECC-683E-FD91-DF609828D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2" name="Rectangle 86">
                <a:extLst>
                  <a:ext uri="{FF2B5EF4-FFF2-40B4-BE49-F238E27FC236}">
                    <a16:creationId xmlns:a16="http://schemas.microsoft.com/office/drawing/2014/main" id="{D664831B-2DBC-39E0-54B9-B4D50A03EF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3" name="Rectangle 87">
                <a:extLst>
                  <a:ext uri="{FF2B5EF4-FFF2-40B4-BE49-F238E27FC236}">
                    <a16:creationId xmlns:a16="http://schemas.microsoft.com/office/drawing/2014/main" id="{BB34B003-4255-3336-BB16-FECCCBB24C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4" name="Rectangle 88">
                <a:extLst>
                  <a:ext uri="{FF2B5EF4-FFF2-40B4-BE49-F238E27FC236}">
                    <a16:creationId xmlns:a16="http://schemas.microsoft.com/office/drawing/2014/main" id="{C702A7AF-2902-80F1-95D7-02411F74B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5" name="Rectangle 89">
                <a:extLst>
                  <a:ext uri="{FF2B5EF4-FFF2-40B4-BE49-F238E27FC236}">
                    <a16:creationId xmlns:a16="http://schemas.microsoft.com/office/drawing/2014/main" id="{77A9CED8-2DDD-4BF3-68AD-AEC965D62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6" name="Rectangle 91">
                <a:extLst>
                  <a:ext uri="{FF2B5EF4-FFF2-40B4-BE49-F238E27FC236}">
                    <a16:creationId xmlns:a16="http://schemas.microsoft.com/office/drawing/2014/main" id="{794BF968-1CBF-72BF-B69C-9BBBE73E8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7" name="Rectangle 92">
                <a:extLst>
                  <a:ext uri="{FF2B5EF4-FFF2-40B4-BE49-F238E27FC236}">
                    <a16:creationId xmlns:a16="http://schemas.microsoft.com/office/drawing/2014/main" id="{D1F9EDB8-C8D4-C1C9-F877-7A888BE52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8" name="Rectangle 93">
                <a:extLst>
                  <a:ext uri="{FF2B5EF4-FFF2-40B4-BE49-F238E27FC236}">
                    <a16:creationId xmlns:a16="http://schemas.microsoft.com/office/drawing/2014/main" id="{A333F3A1-C140-E661-0DB0-D8646B5D2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9" name="Rectangle 94">
                <a:extLst>
                  <a:ext uri="{FF2B5EF4-FFF2-40B4-BE49-F238E27FC236}">
                    <a16:creationId xmlns:a16="http://schemas.microsoft.com/office/drawing/2014/main" id="{CCF763A9-94CF-D94C-DD7F-1F4E609AC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0" name="Rectangle 99">
                <a:extLst>
                  <a:ext uri="{FF2B5EF4-FFF2-40B4-BE49-F238E27FC236}">
                    <a16:creationId xmlns:a16="http://schemas.microsoft.com/office/drawing/2014/main" id="{05747DEF-5A2F-A3A7-9B56-C804788F20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1" name="Rectangle 101">
                <a:extLst>
                  <a:ext uri="{FF2B5EF4-FFF2-40B4-BE49-F238E27FC236}">
                    <a16:creationId xmlns:a16="http://schemas.microsoft.com/office/drawing/2014/main" id="{AA667C0B-9C23-547F-7263-A3F386D22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2" name="Rectangle 102">
                <a:extLst>
                  <a:ext uri="{FF2B5EF4-FFF2-40B4-BE49-F238E27FC236}">
                    <a16:creationId xmlns:a16="http://schemas.microsoft.com/office/drawing/2014/main" id="{16AEBF05-1657-D666-607E-3831B1472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3" name="Rectangle 103">
                <a:extLst>
                  <a:ext uri="{FF2B5EF4-FFF2-40B4-BE49-F238E27FC236}">
                    <a16:creationId xmlns:a16="http://schemas.microsoft.com/office/drawing/2014/main" id="{37A4B89C-4E21-7624-2D35-B63F3DDA2F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4" name="Rectangle 104">
                <a:extLst>
                  <a:ext uri="{FF2B5EF4-FFF2-40B4-BE49-F238E27FC236}">
                    <a16:creationId xmlns:a16="http://schemas.microsoft.com/office/drawing/2014/main" id="{8FDAB46E-1C8C-C019-407B-E2E2B3CBF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5" name="Rectangle 106">
                <a:extLst>
                  <a:ext uri="{FF2B5EF4-FFF2-40B4-BE49-F238E27FC236}">
                    <a16:creationId xmlns:a16="http://schemas.microsoft.com/office/drawing/2014/main" id="{48B63123-1A32-A7F7-45E8-C7D3E9BF66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6" name="Rectangle 107">
                <a:extLst>
                  <a:ext uri="{FF2B5EF4-FFF2-40B4-BE49-F238E27FC236}">
                    <a16:creationId xmlns:a16="http://schemas.microsoft.com/office/drawing/2014/main" id="{A8688F3E-5E18-CD58-326F-DEF9C68CE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7" name="Rectangle 108">
                <a:extLst>
                  <a:ext uri="{FF2B5EF4-FFF2-40B4-BE49-F238E27FC236}">
                    <a16:creationId xmlns:a16="http://schemas.microsoft.com/office/drawing/2014/main" id="{D32E7A6C-F800-C934-BD26-A17D0A5FBF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8" name="Rectangle 111">
                <a:extLst>
                  <a:ext uri="{FF2B5EF4-FFF2-40B4-BE49-F238E27FC236}">
                    <a16:creationId xmlns:a16="http://schemas.microsoft.com/office/drawing/2014/main" id="{7480D695-AC8F-AF4F-73E7-B362EBB7FC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9" name="Rectangle 112">
                <a:extLst>
                  <a:ext uri="{FF2B5EF4-FFF2-40B4-BE49-F238E27FC236}">
                    <a16:creationId xmlns:a16="http://schemas.microsoft.com/office/drawing/2014/main" id="{31298B04-F7B3-883D-EA05-F83179CAC6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0" name="Rectangle 115">
                <a:extLst>
                  <a:ext uri="{FF2B5EF4-FFF2-40B4-BE49-F238E27FC236}">
                    <a16:creationId xmlns:a16="http://schemas.microsoft.com/office/drawing/2014/main" id="{A28BA459-B378-8040-0A12-4666AF08D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1" name="Rectangle 116">
                <a:extLst>
                  <a:ext uri="{FF2B5EF4-FFF2-40B4-BE49-F238E27FC236}">
                    <a16:creationId xmlns:a16="http://schemas.microsoft.com/office/drawing/2014/main" id="{C3FEC8F6-D820-EE25-521C-83FF0752C2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2" name="Rectangle 117">
                <a:extLst>
                  <a:ext uri="{FF2B5EF4-FFF2-40B4-BE49-F238E27FC236}">
                    <a16:creationId xmlns:a16="http://schemas.microsoft.com/office/drawing/2014/main" id="{07F359F4-7814-DC9D-2856-F9CD883659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3" name="Rectangle 118">
                <a:extLst>
                  <a:ext uri="{FF2B5EF4-FFF2-40B4-BE49-F238E27FC236}">
                    <a16:creationId xmlns:a16="http://schemas.microsoft.com/office/drawing/2014/main" id="{6B17AE4F-127E-BBAF-D16F-8E8F0D49D9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4" name="Rectangle 119">
                <a:extLst>
                  <a:ext uri="{FF2B5EF4-FFF2-40B4-BE49-F238E27FC236}">
                    <a16:creationId xmlns:a16="http://schemas.microsoft.com/office/drawing/2014/main" id="{36D711B3-46A4-4B80-02F1-21729BFB6A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5" name="Rectangle 121">
                <a:extLst>
                  <a:ext uri="{FF2B5EF4-FFF2-40B4-BE49-F238E27FC236}">
                    <a16:creationId xmlns:a16="http://schemas.microsoft.com/office/drawing/2014/main" id="{711520FE-F45D-71C3-CEB9-27E895FA9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6" name="Rectangle 122">
                <a:extLst>
                  <a:ext uri="{FF2B5EF4-FFF2-40B4-BE49-F238E27FC236}">
                    <a16:creationId xmlns:a16="http://schemas.microsoft.com/office/drawing/2014/main" id="{EA4A5E91-A224-CF37-1B0F-713941046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7" name="Rectangle 123">
                <a:extLst>
                  <a:ext uri="{FF2B5EF4-FFF2-40B4-BE49-F238E27FC236}">
                    <a16:creationId xmlns:a16="http://schemas.microsoft.com/office/drawing/2014/main" id="{37AD174E-ED6A-60F2-BF61-BCE908B05B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8" name="Rectangle 124">
                <a:extLst>
                  <a:ext uri="{FF2B5EF4-FFF2-40B4-BE49-F238E27FC236}">
                    <a16:creationId xmlns:a16="http://schemas.microsoft.com/office/drawing/2014/main" id="{7D149DE6-0822-D51F-C097-337D9515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9" name="Rectangle 126">
                <a:extLst>
                  <a:ext uri="{FF2B5EF4-FFF2-40B4-BE49-F238E27FC236}">
                    <a16:creationId xmlns:a16="http://schemas.microsoft.com/office/drawing/2014/main" id="{E897FE79-44C8-5D51-9494-7EDCD39AA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0" name="Rectangle 127">
                <a:extLst>
                  <a:ext uri="{FF2B5EF4-FFF2-40B4-BE49-F238E27FC236}">
                    <a16:creationId xmlns:a16="http://schemas.microsoft.com/office/drawing/2014/main" id="{3DD4DE8F-D1E6-8DCE-0C86-257575F56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1" name="Rectangle 130">
                <a:extLst>
                  <a:ext uri="{FF2B5EF4-FFF2-40B4-BE49-F238E27FC236}">
                    <a16:creationId xmlns:a16="http://schemas.microsoft.com/office/drawing/2014/main" id="{51558C78-CB45-D6C3-5A46-F1A46C318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2" name="Rectangle 131">
                <a:extLst>
                  <a:ext uri="{FF2B5EF4-FFF2-40B4-BE49-F238E27FC236}">
                    <a16:creationId xmlns:a16="http://schemas.microsoft.com/office/drawing/2014/main" id="{29954D01-1EC9-6237-2E81-6301A42ACB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3" name="Rectangle 132">
                <a:extLst>
                  <a:ext uri="{FF2B5EF4-FFF2-40B4-BE49-F238E27FC236}">
                    <a16:creationId xmlns:a16="http://schemas.microsoft.com/office/drawing/2014/main" id="{1BE27A13-30F0-4C95-EC0F-3949701C9C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4" name="Rectangle 133">
                <a:extLst>
                  <a:ext uri="{FF2B5EF4-FFF2-40B4-BE49-F238E27FC236}">
                    <a16:creationId xmlns:a16="http://schemas.microsoft.com/office/drawing/2014/main" id="{ABA80EED-02E5-9E6E-5336-A67E36CF9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5" name="Rectangle 135">
                <a:extLst>
                  <a:ext uri="{FF2B5EF4-FFF2-40B4-BE49-F238E27FC236}">
                    <a16:creationId xmlns:a16="http://schemas.microsoft.com/office/drawing/2014/main" id="{8737D1BF-E0A3-1DFF-1FCF-C69D32A988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6" name="Rectangle 136">
                <a:extLst>
                  <a:ext uri="{FF2B5EF4-FFF2-40B4-BE49-F238E27FC236}">
                    <a16:creationId xmlns:a16="http://schemas.microsoft.com/office/drawing/2014/main" id="{33E04952-3CC5-A6DC-FC09-7BB24F12CE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7" name="Rectangle 137">
                <a:extLst>
                  <a:ext uri="{FF2B5EF4-FFF2-40B4-BE49-F238E27FC236}">
                    <a16:creationId xmlns:a16="http://schemas.microsoft.com/office/drawing/2014/main" id="{2C3DFDDC-EFC2-0A07-9766-BB9997AD15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8" name="Rectangle 138">
                <a:extLst>
                  <a:ext uri="{FF2B5EF4-FFF2-40B4-BE49-F238E27FC236}">
                    <a16:creationId xmlns:a16="http://schemas.microsoft.com/office/drawing/2014/main" id="{9413F86D-46FE-6493-7249-DCC512AFC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9" name="Rectangle 141">
                <a:extLst>
                  <a:ext uri="{FF2B5EF4-FFF2-40B4-BE49-F238E27FC236}">
                    <a16:creationId xmlns:a16="http://schemas.microsoft.com/office/drawing/2014/main" id="{6543E915-16D5-88BE-FE27-DAAB20B52F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0" name="Rectangle 142">
                <a:extLst>
                  <a:ext uri="{FF2B5EF4-FFF2-40B4-BE49-F238E27FC236}">
                    <a16:creationId xmlns:a16="http://schemas.microsoft.com/office/drawing/2014/main" id="{112BE3DC-C658-2765-F4D6-3C5C4E422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1" name="Rectangle 143">
                <a:extLst>
                  <a:ext uri="{FF2B5EF4-FFF2-40B4-BE49-F238E27FC236}">
                    <a16:creationId xmlns:a16="http://schemas.microsoft.com/office/drawing/2014/main" id="{E369CD7E-240C-9C3D-3015-36C46A9043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2" name="Rectangle 144">
                <a:extLst>
                  <a:ext uri="{FF2B5EF4-FFF2-40B4-BE49-F238E27FC236}">
                    <a16:creationId xmlns:a16="http://schemas.microsoft.com/office/drawing/2014/main" id="{4749A9F4-2060-174F-A7FE-D3811E3A8F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3" name="Rectangle 146">
                <a:extLst>
                  <a:ext uri="{FF2B5EF4-FFF2-40B4-BE49-F238E27FC236}">
                    <a16:creationId xmlns:a16="http://schemas.microsoft.com/office/drawing/2014/main" id="{608C0C70-9445-60E1-7622-8DE84FAB15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4" name="Rectangle 147">
                <a:extLst>
                  <a:ext uri="{FF2B5EF4-FFF2-40B4-BE49-F238E27FC236}">
                    <a16:creationId xmlns:a16="http://schemas.microsoft.com/office/drawing/2014/main" id="{9EFCAFEF-FA32-97D8-27BE-CE037D7BD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5" name="Rectangle 148">
                <a:extLst>
                  <a:ext uri="{FF2B5EF4-FFF2-40B4-BE49-F238E27FC236}">
                    <a16:creationId xmlns:a16="http://schemas.microsoft.com/office/drawing/2014/main" id="{B9086975-78CF-FC06-94BB-04618B874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6" name="Rectangle 149">
                <a:extLst>
                  <a:ext uri="{FF2B5EF4-FFF2-40B4-BE49-F238E27FC236}">
                    <a16:creationId xmlns:a16="http://schemas.microsoft.com/office/drawing/2014/main" id="{3CDFEA69-72F9-AD36-4815-6C7C03EDAB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7" name="Rectangle 150">
                <a:extLst>
                  <a:ext uri="{FF2B5EF4-FFF2-40B4-BE49-F238E27FC236}">
                    <a16:creationId xmlns:a16="http://schemas.microsoft.com/office/drawing/2014/main" id="{0807D8B3-8BED-35CE-E536-D907753F09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9760E0E-4D15-72B2-2B04-300789DA4C93}"/>
                </a:ext>
              </a:extLst>
            </p:cNvPr>
            <p:cNvGrpSpPr/>
            <p:nvPr/>
          </p:nvGrpSpPr>
          <p:grpSpPr>
            <a:xfrm>
              <a:off x="8496766" y="4468112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132" name="Rectangle 5">
                <a:extLst>
                  <a:ext uri="{FF2B5EF4-FFF2-40B4-BE49-F238E27FC236}">
                    <a16:creationId xmlns:a16="http://schemas.microsoft.com/office/drawing/2014/main" id="{58E8F2AF-718E-E4F3-1218-E55828716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3" name="Rectangle 6">
                <a:extLst>
                  <a:ext uri="{FF2B5EF4-FFF2-40B4-BE49-F238E27FC236}">
                    <a16:creationId xmlns:a16="http://schemas.microsoft.com/office/drawing/2014/main" id="{4C7235C6-A57E-3BCA-45DC-FF3233F2F6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4" name="Rectangle 7">
                <a:extLst>
                  <a:ext uri="{FF2B5EF4-FFF2-40B4-BE49-F238E27FC236}">
                    <a16:creationId xmlns:a16="http://schemas.microsoft.com/office/drawing/2014/main" id="{80660BFB-53A8-C3C4-0363-5D22A3EB9A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5" name="Rectangle 10">
                <a:extLst>
                  <a:ext uri="{FF2B5EF4-FFF2-40B4-BE49-F238E27FC236}">
                    <a16:creationId xmlns:a16="http://schemas.microsoft.com/office/drawing/2014/main" id="{AD79FD55-6F28-6FC6-311F-6EF5C7F6A4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6" name="Rectangle 11">
                <a:extLst>
                  <a:ext uri="{FF2B5EF4-FFF2-40B4-BE49-F238E27FC236}">
                    <a16:creationId xmlns:a16="http://schemas.microsoft.com/office/drawing/2014/main" id="{D7D29AA0-83FA-F3B0-4EED-9B6589D68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7" name="Rectangle 12">
                <a:extLst>
                  <a:ext uri="{FF2B5EF4-FFF2-40B4-BE49-F238E27FC236}">
                    <a16:creationId xmlns:a16="http://schemas.microsoft.com/office/drawing/2014/main" id="{DA97F2C3-F330-CB25-9BC4-CB1E82A538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8" name="Rectangle 13">
                <a:extLst>
                  <a:ext uri="{FF2B5EF4-FFF2-40B4-BE49-F238E27FC236}">
                    <a16:creationId xmlns:a16="http://schemas.microsoft.com/office/drawing/2014/main" id="{EBA5ED16-8DD5-8728-BD86-BE53BEA49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9" name="Rectangle 14">
                <a:extLst>
                  <a:ext uri="{FF2B5EF4-FFF2-40B4-BE49-F238E27FC236}">
                    <a16:creationId xmlns:a16="http://schemas.microsoft.com/office/drawing/2014/main" id="{1376295B-1A44-D810-0E8C-530D542478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0" name="Rectangle 16">
                <a:extLst>
                  <a:ext uri="{FF2B5EF4-FFF2-40B4-BE49-F238E27FC236}">
                    <a16:creationId xmlns:a16="http://schemas.microsoft.com/office/drawing/2014/main" id="{B02E1093-AC2F-0DB2-D7D2-48B6C6AB67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1" name="Rectangle 17">
                <a:extLst>
                  <a:ext uri="{FF2B5EF4-FFF2-40B4-BE49-F238E27FC236}">
                    <a16:creationId xmlns:a16="http://schemas.microsoft.com/office/drawing/2014/main" id="{C060485A-EF14-B871-B238-822AC3890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2" name="Rectangle 18">
                <a:extLst>
                  <a:ext uri="{FF2B5EF4-FFF2-40B4-BE49-F238E27FC236}">
                    <a16:creationId xmlns:a16="http://schemas.microsoft.com/office/drawing/2014/main" id="{B4D4555C-03E6-A4F9-20AB-770E8AD40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3" name="Rectangle 19">
                <a:extLst>
                  <a:ext uri="{FF2B5EF4-FFF2-40B4-BE49-F238E27FC236}">
                    <a16:creationId xmlns:a16="http://schemas.microsoft.com/office/drawing/2014/main" id="{06F45003-DFDB-4FD2-70D5-775213F77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4" name="Rectangle 20">
                <a:extLst>
                  <a:ext uri="{FF2B5EF4-FFF2-40B4-BE49-F238E27FC236}">
                    <a16:creationId xmlns:a16="http://schemas.microsoft.com/office/drawing/2014/main" id="{20958C2D-6D68-5D80-DE0F-B5D652FF99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5" name="Rectangle 22">
                <a:extLst>
                  <a:ext uri="{FF2B5EF4-FFF2-40B4-BE49-F238E27FC236}">
                    <a16:creationId xmlns:a16="http://schemas.microsoft.com/office/drawing/2014/main" id="{DF8D9020-33D1-69B2-A118-D9E67017B4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6" name="Rectangle 23">
                <a:extLst>
                  <a:ext uri="{FF2B5EF4-FFF2-40B4-BE49-F238E27FC236}">
                    <a16:creationId xmlns:a16="http://schemas.microsoft.com/office/drawing/2014/main" id="{91CDCDFA-686D-EA87-B158-C22291AEC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7" name="Rectangle 26">
                <a:extLst>
                  <a:ext uri="{FF2B5EF4-FFF2-40B4-BE49-F238E27FC236}">
                    <a16:creationId xmlns:a16="http://schemas.microsoft.com/office/drawing/2014/main" id="{AD581154-51E0-520C-6FA4-978D364B3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8" name="Rectangle 27">
                <a:extLst>
                  <a:ext uri="{FF2B5EF4-FFF2-40B4-BE49-F238E27FC236}">
                    <a16:creationId xmlns:a16="http://schemas.microsoft.com/office/drawing/2014/main" id="{93B53B3F-C573-174C-BC2E-E1367723C9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9" name="Rectangle 28">
                <a:extLst>
                  <a:ext uri="{FF2B5EF4-FFF2-40B4-BE49-F238E27FC236}">
                    <a16:creationId xmlns:a16="http://schemas.microsoft.com/office/drawing/2014/main" id="{42099A6D-C700-73CD-7538-2EE28DD8B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0" name="Rectangle 29">
                <a:extLst>
                  <a:ext uri="{FF2B5EF4-FFF2-40B4-BE49-F238E27FC236}">
                    <a16:creationId xmlns:a16="http://schemas.microsoft.com/office/drawing/2014/main" id="{657B2E51-76E8-EC7B-8B52-33CABBE70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1" name="Rectangle 30">
                <a:extLst>
                  <a:ext uri="{FF2B5EF4-FFF2-40B4-BE49-F238E27FC236}">
                    <a16:creationId xmlns:a16="http://schemas.microsoft.com/office/drawing/2014/main" id="{D1B3D0D5-2491-EB34-4338-CDC1489C3D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2" name="Rectangle 32">
                <a:extLst>
                  <a:ext uri="{FF2B5EF4-FFF2-40B4-BE49-F238E27FC236}">
                    <a16:creationId xmlns:a16="http://schemas.microsoft.com/office/drawing/2014/main" id="{3A5FB017-F05F-A9CD-0ED5-3ADFC371F8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3" name="Rectangle 34">
                <a:extLst>
                  <a:ext uri="{FF2B5EF4-FFF2-40B4-BE49-F238E27FC236}">
                    <a16:creationId xmlns:a16="http://schemas.microsoft.com/office/drawing/2014/main" id="{EB6FF3DA-9364-39F9-C16B-2F94AEE08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4" name="Rectangle 36">
                <a:extLst>
                  <a:ext uri="{FF2B5EF4-FFF2-40B4-BE49-F238E27FC236}">
                    <a16:creationId xmlns:a16="http://schemas.microsoft.com/office/drawing/2014/main" id="{D316A157-9915-82E2-3A36-35A7E946E3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5" name="Rectangle 37">
                <a:extLst>
                  <a:ext uri="{FF2B5EF4-FFF2-40B4-BE49-F238E27FC236}">
                    <a16:creationId xmlns:a16="http://schemas.microsoft.com/office/drawing/2014/main" id="{1BE24AC4-744D-0887-7778-6023A7FA40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6" name="Rectangle 38">
                <a:extLst>
                  <a:ext uri="{FF2B5EF4-FFF2-40B4-BE49-F238E27FC236}">
                    <a16:creationId xmlns:a16="http://schemas.microsoft.com/office/drawing/2014/main" id="{DD1EA43F-47EE-88C1-1395-6EAFEDA17D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7" name="Rectangle 39">
                <a:extLst>
                  <a:ext uri="{FF2B5EF4-FFF2-40B4-BE49-F238E27FC236}">
                    <a16:creationId xmlns:a16="http://schemas.microsoft.com/office/drawing/2014/main" id="{D5A6FFAF-E40B-C23A-5BE0-2AB05370FB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E6C6A2C6-59F0-C95C-0CB1-7FA8588872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9" name="Rectangle 43">
                <a:extLst>
                  <a:ext uri="{FF2B5EF4-FFF2-40B4-BE49-F238E27FC236}">
                    <a16:creationId xmlns:a16="http://schemas.microsoft.com/office/drawing/2014/main" id="{98083349-CDB8-9E68-90EB-A5FAF974C3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0" name="Rectangle 45">
                <a:extLst>
                  <a:ext uri="{FF2B5EF4-FFF2-40B4-BE49-F238E27FC236}">
                    <a16:creationId xmlns:a16="http://schemas.microsoft.com/office/drawing/2014/main" id="{98422E27-AF6B-EC78-E945-AC6A65A40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1" name="Rectangle 46">
                <a:extLst>
                  <a:ext uri="{FF2B5EF4-FFF2-40B4-BE49-F238E27FC236}">
                    <a16:creationId xmlns:a16="http://schemas.microsoft.com/office/drawing/2014/main" id="{46EF5E35-F14D-E7EF-17A5-286C34DB0E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2" name="Rectangle 47">
                <a:extLst>
                  <a:ext uri="{FF2B5EF4-FFF2-40B4-BE49-F238E27FC236}">
                    <a16:creationId xmlns:a16="http://schemas.microsoft.com/office/drawing/2014/main" id="{026F070D-45BE-3CAB-DF6D-2383725AB3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3" name="Rectangle 48">
                <a:extLst>
                  <a:ext uri="{FF2B5EF4-FFF2-40B4-BE49-F238E27FC236}">
                    <a16:creationId xmlns:a16="http://schemas.microsoft.com/office/drawing/2014/main" id="{43846F3A-9788-856F-5979-F4328BEB64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4" name="Rectangle 49">
                <a:extLst>
                  <a:ext uri="{FF2B5EF4-FFF2-40B4-BE49-F238E27FC236}">
                    <a16:creationId xmlns:a16="http://schemas.microsoft.com/office/drawing/2014/main" id="{1AD0C72D-D43C-266E-9333-E83882F57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5" name="Rectangle 51">
                <a:extLst>
                  <a:ext uri="{FF2B5EF4-FFF2-40B4-BE49-F238E27FC236}">
                    <a16:creationId xmlns:a16="http://schemas.microsoft.com/office/drawing/2014/main" id="{EEEE0A5A-C4CF-0229-39E0-95E2F25A5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6" name="Rectangle 52">
                <a:extLst>
                  <a:ext uri="{FF2B5EF4-FFF2-40B4-BE49-F238E27FC236}">
                    <a16:creationId xmlns:a16="http://schemas.microsoft.com/office/drawing/2014/main" id="{7B71A5A8-B958-582A-5E6E-9489804D15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7" name="Rectangle 53">
                <a:extLst>
                  <a:ext uri="{FF2B5EF4-FFF2-40B4-BE49-F238E27FC236}">
                    <a16:creationId xmlns:a16="http://schemas.microsoft.com/office/drawing/2014/main" id="{F86C1E54-2461-201E-821C-371FD2158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8" name="Rectangle 55">
                <a:extLst>
                  <a:ext uri="{FF2B5EF4-FFF2-40B4-BE49-F238E27FC236}">
                    <a16:creationId xmlns:a16="http://schemas.microsoft.com/office/drawing/2014/main" id="{3119E066-713F-A4BB-6C4B-60525D5A4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9" name="Rectangle 56">
                <a:extLst>
                  <a:ext uri="{FF2B5EF4-FFF2-40B4-BE49-F238E27FC236}">
                    <a16:creationId xmlns:a16="http://schemas.microsoft.com/office/drawing/2014/main" id="{C57F7A95-43FA-278D-9447-9F61B852DB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0" name="Rectangle 57">
                <a:extLst>
                  <a:ext uri="{FF2B5EF4-FFF2-40B4-BE49-F238E27FC236}">
                    <a16:creationId xmlns:a16="http://schemas.microsoft.com/office/drawing/2014/main" id="{803E81FE-D2F5-3383-0ABA-308F694286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1" name="Rectangle 60">
                <a:extLst>
                  <a:ext uri="{FF2B5EF4-FFF2-40B4-BE49-F238E27FC236}">
                    <a16:creationId xmlns:a16="http://schemas.microsoft.com/office/drawing/2014/main" id="{F19ACF29-3585-F858-465A-89B8511F58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2" name="Rectangle 63">
                <a:extLst>
                  <a:ext uri="{FF2B5EF4-FFF2-40B4-BE49-F238E27FC236}">
                    <a16:creationId xmlns:a16="http://schemas.microsoft.com/office/drawing/2014/main" id="{03249881-FB39-961C-6814-8F7699736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3" name="Rectangle 65">
                <a:extLst>
                  <a:ext uri="{FF2B5EF4-FFF2-40B4-BE49-F238E27FC236}">
                    <a16:creationId xmlns:a16="http://schemas.microsoft.com/office/drawing/2014/main" id="{4649F416-887F-9518-6C99-BF5C7FC95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4" name="Rectangle 66">
                <a:extLst>
                  <a:ext uri="{FF2B5EF4-FFF2-40B4-BE49-F238E27FC236}">
                    <a16:creationId xmlns:a16="http://schemas.microsoft.com/office/drawing/2014/main" id="{217BDD93-1279-C7DF-0EE2-19B8357CF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5" name="Rectangle 67">
                <a:extLst>
                  <a:ext uri="{FF2B5EF4-FFF2-40B4-BE49-F238E27FC236}">
                    <a16:creationId xmlns:a16="http://schemas.microsoft.com/office/drawing/2014/main" id="{7F9B501E-CBC6-0A27-4CD5-0F0ED0186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6" name="Rectangle 68">
                <a:extLst>
                  <a:ext uri="{FF2B5EF4-FFF2-40B4-BE49-F238E27FC236}">
                    <a16:creationId xmlns:a16="http://schemas.microsoft.com/office/drawing/2014/main" id="{BD38714E-2894-B8C4-0D8A-7C9EAFC623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7" name="Rectangle 70">
                <a:extLst>
                  <a:ext uri="{FF2B5EF4-FFF2-40B4-BE49-F238E27FC236}">
                    <a16:creationId xmlns:a16="http://schemas.microsoft.com/office/drawing/2014/main" id="{CCCF1378-F64B-219C-77FD-269357EB5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8" name="Rectangle 71">
                <a:extLst>
                  <a:ext uri="{FF2B5EF4-FFF2-40B4-BE49-F238E27FC236}">
                    <a16:creationId xmlns:a16="http://schemas.microsoft.com/office/drawing/2014/main" id="{37826FB0-AFB7-C4A7-E64B-98A571094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9" name="Rectangle 72">
                <a:extLst>
                  <a:ext uri="{FF2B5EF4-FFF2-40B4-BE49-F238E27FC236}">
                    <a16:creationId xmlns:a16="http://schemas.microsoft.com/office/drawing/2014/main" id="{E333C9EA-4391-FE94-383D-AD73A47CA0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0" name="Rectangle 75">
                <a:extLst>
                  <a:ext uri="{FF2B5EF4-FFF2-40B4-BE49-F238E27FC236}">
                    <a16:creationId xmlns:a16="http://schemas.microsoft.com/office/drawing/2014/main" id="{E4C09BA5-7C3E-419C-1C52-EC6103E6D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1" name="Rectangle 76">
                <a:extLst>
                  <a:ext uri="{FF2B5EF4-FFF2-40B4-BE49-F238E27FC236}">
                    <a16:creationId xmlns:a16="http://schemas.microsoft.com/office/drawing/2014/main" id="{7B1A68BA-926F-B511-D3A3-1B17DFBA3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2" name="Rectangle 77">
                <a:extLst>
                  <a:ext uri="{FF2B5EF4-FFF2-40B4-BE49-F238E27FC236}">
                    <a16:creationId xmlns:a16="http://schemas.microsoft.com/office/drawing/2014/main" id="{AF762C89-13DA-1FB9-BAEA-92495FFD5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3" name="Rectangle 79">
                <a:extLst>
                  <a:ext uri="{FF2B5EF4-FFF2-40B4-BE49-F238E27FC236}">
                    <a16:creationId xmlns:a16="http://schemas.microsoft.com/office/drawing/2014/main" id="{F348B318-312E-0D1E-D3A0-E228406C2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4" name="Rectangle 80">
                <a:extLst>
                  <a:ext uri="{FF2B5EF4-FFF2-40B4-BE49-F238E27FC236}">
                    <a16:creationId xmlns:a16="http://schemas.microsoft.com/office/drawing/2014/main" id="{D675FC63-135F-CE4A-140E-3225C1771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5" name="Rectangle 81">
                <a:extLst>
                  <a:ext uri="{FF2B5EF4-FFF2-40B4-BE49-F238E27FC236}">
                    <a16:creationId xmlns:a16="http://schemas.microsoft.com/office/drawing/2014/main" id="{5BBACD1A-D75F-C443-7DD5-6FF8DCA55C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6" name="Rectangle 82">
                <a:extLst>
                  <a:ext uri="{FF2B5EF4-FFF2-40B4-BE49-F238E27FC236}">
                    <a16:creationId xmlns:a16="http://schemas.microsoft.com/office/drawing/2014/main" id="{5C0B1383-3C81-5E22-5F40-291FD1CB70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7" name="Rectangle 83">
                <a:extLst>
                  <a:ext uri="{FF2B5EF4-FFF2-40B4-BE49-F238E27FC236}">
                    <a16:creationId xmlns:a16="http://schemas.microsoft.com/office/drawing/2014/main" id="{332B24FF-7FB1-A09A-6B09-D4890E3D7F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8" name="Rectangle 85">
                <a:extLst>
                  <a:ext uri="{FF2B5EF4-FFF2-40B4-BE49-F238E27FC236}">
                    <a16:creationId xmlns:a16="http://schemas.microsoft.com/office/drawing/2014/main" id="{80F4A2D2-64CC-C2D3-723E-C011355DF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9" name="Rectangle 86">
                <a:extLst>
                  <a:ext uri="{FF2B5EF4-FFF2-40B4-BE49-F238E27FC236}">
                    <a16:creationId xmlns:a16="http://schemas.microsoft.com/office/drawing/2014/main" id="{E78EB223-F6DC-2F5C-0629-553C97FA9C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0" name="Rectangle 87">
                <a:extLst>
                  <a:ext uri="{FF2B5EF4-FFF2-40B4-BE49-F238E27FC236}">
                    <a16:creationId xmlns:a16="http://schemas.microsoft.com/office/drawing/2014/main" id="{09B4C298-FAF5-9A24-F931-17D51D0B42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1" name="Rectangle 89">
                <a:extLst>
                  <a:ext uri="{FF2B5EF4-FFF2-40B4-BE49-F238E27FC236}">
                    <a16:creationId xmlns:a16="http://schemas.microsoft.com/office/drawing/2014/main" id="{6FAE0924-6098-10C2-399B-377972822E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2" name="Rectangle 91">
                <a:extLst>
                  <a:ext uri="{FF2B5EF4-FFF2-40B4-BE49-F238E27FC236}">
                    <a16:creationId xmlns:a16="http://schemas.microsoft.com/office/drawing/2014/main" id="{E0CFD156-E6D9-E1A6-65CB-C97339539B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3" name="Rectangle 92">
                <a:extLst>
                  <a:ext uri="{FF2B5EF4-FFF2-40B4-BE49-F238E27FC236}">
                    <a16:creationId xmlns:a16="http://schemas.microsoft.com/office/drawing/2014/main" id="{DB513A22-3FB4-49CC-1720-ADCB7BF6F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4" name="Rectangle 93">
                <a:extLst>
                  <a:ext uri="{FF2B5EF4-FFF2-40B4-BE49-F238E27FC236}">
                    <a16:creationId xmlns:a16="http://schemas.microsoft.com/office/drawing/2014/main" id="{2DE37E27-A879-C839-E412-A462B38F8F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5" name="Rectangle 94">
                <a:extLst>
                  <a:ext uri="{FF2B5EF4-FFF2-40B4-BE49-F238E27FC236}">
                    <a16:creationId xmlns:a16="http://schemas.microsoft.com/office/drawing/2014/main" id="{B4A67CFD-0AD1-F3EA-7084-6ED91F92C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6" name="Rectangle 97">
                <a:extLst>
                  <a:ext uri="{FF2B5EF4-FFF2-40B4-BE49-F238E27FC236}">
                    <a16:creationId xmlns:a16="http://schemas.microsoft.com/office/drawing/2014/main" id="{08EAAA06-61AB-2460-15D7-63B30FE60C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7" name="Rectangle 99">
                <a:extLst>
                  <a:ext uri="{FF2B5EF4-FFF2-40B4-BE49-F238E27FC236}">
                    <a16:creationId xmlns:a16="http://schemas.microsoft.com/office/drawing/2014/main" id="{38BAFEF9-9887-EE65-F7F0-90B1AB7468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8" name="Rectangle 101">
                <a:extLst>
                  <a:ext uri="{FF2B5EF4-FFF2-40B4-BE49-F238E27FC236}">
                    <a16:creationId xmlns:a16="http://schemas.microsoft.com/office/drawing/2014/main" id="{2E6288CC-8136-04C2-340A-9353FB7103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9" name="Rectangle 102">
                <a:extLst>
                  <a:ext uri="{FF2B5EF4-FFF2-40B4-BE49-F238E27FC236}">
                    <a16:creationId xmlns:a16="http://schemas.microsoft.com/office/drawing/2014/main" id="{35070E42-CFFD-7193-5024-40256D79E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0" name="Rectangle 103">
                <a:extLst>
                  <a:ext uri="{FF2B5EF4-FFF2-40B4-BE49-F238E27FC236}">
                    <a16:creationId xmlns:a16="http://schemas.microsoft.com/office/drawing/2014/main" id="{C2D2DF1C-007E-214F-01E0-F25256E2D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1" name="Rectangle 104">
                <a:extLst>
                  <a:ext uri="{FF2B5EF4-FFF2-40B4-BE49-F238E27FC236}">
                    <a16:creationId xmlns:a16="http://schemas.microsoft.com/office/drawing/2014/main" id="{35F5F483-026D-0E15-A8BC-C22BEE1EC2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2" name="Rectangle 106">
                <a:extLst>
                  <a:ext uri="{FF2B5EF4-FFF2-40B4-BE49-F238E27FC236}">
                    <a16:creationId xmlns:a16="http://schemas.microsoft.com/office/drawing/2014/main" id="{C2E36DDB-24F4-A01F-2C8E-E6C1EAFD73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3" name="Rectangle 107">
                <a:extLst>
                  <a:ext uri="{FF2B5EF4-FFF2-40B4-BE49-F238E27FC236}">
                    <a16:creationId xmlns:a16="http://schemas.microsoft.com/office/drawing/2014/main" id="{1401BDD0-35B7-4E6D-BF0E-58295B089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4" name="Rectangle 111">
                <a:extLst>
                  <a:ext uri="{FF2B5EF4-FFF2-40B4-BE49-F238E27FC236}">
                    <a16:creationId xmlns:a16="http://schemas.microsoft.com/office/drawing/2014/main" id="{631C4E58-C4A0-C9F2-4190-7FE960283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5" name="Rectangle 112">
                <a:extLst>
                  <a:ext uri="{FF2B5EF4-FFF2-40B4-BE49-F238E27FC236}">
                    <a16:creationId xmlns:a16="http://schemas.microsoft.com/office/drawing/2014/main" id="{CA4A72B7-C193-D26E-5E49-09DA91D7EB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6" name="Rectangle 115">
                <a:extLst>
                  <a:ext uri="{FF2B5EF4-FFF2-40B4-BE49-F238E27FC236}">
                    <a16:creationId xmlns:a16="http://schemas.microsoft.com/office/drawing/2014/main" id="{28B71576-8DAC-2C21-2875-0A1FD7BC5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7" name="Rectangle 116">
                <a:extLst>
                  <a:ext uri="{FF2B5EF4-FFF2-40B4-BE49-F238E27FC236}">
                    <a16:creationId xmlns:a16="http://schemas.microsoft.com/office/drawing/2014/main" id="{07E775B2-C7BB-7C0E-7598-4ED02D05B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8" name="Rectangle 117">
                <a:extLst>
                  <a:ext uri="{FF2B5EF4-FFF2-40B4-BE49-F238E27FC236}">
                    <a16:creationId xmlns:a16="http://schemas.microsoft.com/office/drawing/2014/main" id="{C9CAC5AF-291D-D6DE-1FB7-C42222C586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9" name="Rectangle 118">
                <a:extLst>
                  <a:ext uri="{FF2B5EF4-FFF2-40B4-BE49-F238E27FC236}">
                    <a16:creationId xmlns:a16="http://schemas.microsoft.com/office/drawing/2014/main" id="{81E8E479-0795-65B9-24C3-0EE4F80A01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0" name="Rectangle 119">
                <a:extLst>
                  <a:ext uri="{FF2B5EF4-FFF2-40B4-BE49-F238E27FC236}">
                    <a16:creationId xmlns:a16="http://schemas.microsoft.com/office/drawing/2014/main" id="{184CF812-5F03-A889-ACEC-18621D0D2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1" name="Rectangle 121">
                <a:extLst>
                  <a:ext uri="{FF2B5EF4-FFF2-40B4-BE49-F238E27FC236}">
                    <a16:creationId xmlns:a16="http://schemas.microsoft.com/office/drawing/2014/main" id="{614DB104-A989-29AB-66CA-1533B5E9F5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2" name="Rectangle 122">
                <a:extLst>
                  <a:ext uri="{FF2B5EF4-FFF2-40B4-BE49-F238E27FC236}">
                    <a16:creationId xmlns:a16="http://schemas.microsoft.com/office/drawing/2014/main" id="{5CDA3A2E-E6A9-7EFB-4F81-F69A5198A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3" name="Rectangle 123">
                <a:extLst>
                  <a:ext uri="{FF2B5EF4-FFF2-40B4-BE49-F238E27FC236}">
                    <a16:creationId xmlns:a16="http://schemas.microsoft.com/office/drawing/2014/main" id="{8BACB4D0-E1D4-C8AD-EE93-7DCA6ACB68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4" name="Rectangle 124">
                <a:extLst>
                  <a:ext uri="{FF2B5EF4-FFF2-40B4-BE49-F238E27FC236}">
                    <a16:creationId xmlns:a16="http://schemas.microsoft.com/office/drawing/2014/main" id="{F102BA64-CED1-999E-B92E-6DF829C5A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5" name="Rectangle 126">
                <a:extLst>
                  <a:ext uri="{FF2B5EF4-FFF2-40B4-BE49-F238E27FC236}">
                    <a16:creationId xmlns:a16="http://schemas.microsoft.com/office/drawing/2014/main" id="{4C51BC83-B5D8-6736-978C-B954B7635F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6" name="Rectangle 127">
                <a:extLst>
                  <a:ext uri="{FF2B5EF4-FFF2-40B4-BE49-F238E27FC236}">
                    <a16:creationId xmlns:a16="http://schemas.microsoft.com/office/drawing/2014/main" id="{8BD31921-A2AA-AC34-3D1C-42429B850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7" name="Rectangle 130">
                <a:extLst>
                  <a:ext uri="{FF2B5EF4-FFF2-40B4-BE49-F238E27FC236}">
                    <a16:creationId xmlns:a16="http://schemas.microsoft.com/office/drawing/2014/main" id="{D30C5F52-97DF-62B7-4F13-75FC09409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8" name="Rectangle 131">
                <a:extLst>
                  <a:ext uri="{FF2B5EF4-FFF2-40B4-BE49-F238E27FC236}">
                    <a16:creationId xmlns:a16="http://schemas.microsoft.com/office/drawing/2014/main" id="{9629955F-CD07-9202-34DE-7375D0DC0A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9" name="Rectangle 132">
                <a:extLst>
                  <a:ext uri="{FF2B5EF4-FFF2-40B4-BE49-F238E27FC236}">
                    <a16:creationId xmlns:a16="http://schemas.microsoft.com/office/drawing/2014/main" id="{F740B588-3A77-38D7-E560-9EBEE82508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0" name="Rectangle 133">
                <a:extLst>
                  <a:ext uri="{FF2B5EF4-FFF2-40B4-BE49-F238E27FC236}">
                    <a16:creationId xmlns:a16="http://schemas.microsoft.com/office/drawing/2014/main" id="{59F7A14D-CB1F-332D-A6FD-82B64C5C9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1" name="Rectangle 135">
                <a:extLst>
                  <a:ext uri="{FF2B5EF4-FFF2-40B4-BE49-F238E27FC236}">
                    <a16:creationId xmlns:a16="http://schemas.microsoft.com/office/drawing/2014/main" id="{EA3CC4E6-E6FB-3B26-DB21-DE5D5416AD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2" name="Rectangle 136">
                <a:extLst>
                  <a:ext uri="{FF2B5EF4-FFF2-40B4-BE49-F238E27FC236}">
                    <a16:creationId xmlns:a16="http://schemas.microsoft.com/office/drawing/2014/main" id="{1BFC305B-3150-7495-6F0C-FE110D8397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3" name="Rectangle 137">
                <a:extLst>
                  <a:ext uri="{FF2B5EF4-FFF2-40B4-BE49-F238E27FC236}">
                    <a16:creationId xmlns:a16="http://schemas.microsoft.com/office/drawing/2014/main" id="{1BF863FC-BCB3-B353-7CF6-126FC1E10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4" name="Rectangle 138">
                <a:extLst>
                  <a:ext uri="{FF2B5EF4-FFF2-40B4-BE49-F238E27FC236}">
                    <a16:creationId xmlns:a16="http://schemas.microsoft.com/office/drawing/2014/main" id="{9AD1E992-2EC0-8379-7B44-AD303CC3A2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5" name="Rectangle 141">
                <a:extLst>
                  <a:ext uri="{FF2B5EF4-FFF2-40B4-BE49-F238E27FC236}">
                    <a16:creationId xmlns:a16="http://schemas.microsoft.com/office/drawing/2014/main" id="{2A1C4B87-8E53-D140-2C44-FE9AA8790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6" name="Rectangle 142">
                <a:extLst>
                  <a:ext uri="{FF2B5EF4-FFF2-40B4-BE49-F238E27FC236}">
                    <a16:creationId xmlns:a16="http://schemas.microsoft.com/office/drawing/2014/main" id="{CD461A1B-B1E9-603B-409F-BE5E44331C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7" name="Rectangle 143">
                <a:extLst>
                  <a:ext uri="{FF2B5EF4-FFF2-40B4-BE49-F238E27FC236}">
                    <a16:creationId xmlns:a16="http://schemas.microsoft.com/office/drawing/2014/main" id="{E47D79C5-D5C0-0682-CDA5-ACCBC8141C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8" name="Rectangle 144">
                <a:extLst>
                  <a:ext uri="{FF2B5EF4-FFF2-40B4-BE49-F238E27FC236}">
                    <a16:creationId xmlns:a16="http://schemas.microsoft.com/office/drawing/2014/main" id="{5A99E230-08F3-463C-D7DF-3B0E54206B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9" name="Rectangle 146">
                <a:extLst>
                  <a:ext uri="{FF2B5EF4-FFF2-40B4-BE49-F238E27FC236}">
                    <a16:creationId xmlns:a16="http://schemas.microsoft.com/office/drawing/2014/main" id="{BD2BC487-6CFB-8829-7FDF-325344CD43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0" name="Rectangle 147">
                <a:extLst>
                  <a:ext uri="{FF2B5EF4-FFF2-40B4-BE49-F238E27FC236}">
                    <a16:creationId xmlns:a16="http://schemas.microsoft.com/office/drawing/2014/main" id="{9DB4B2BA-B158-EE54-87F7-DCF85E08C7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1" name="Rectangle 148">
                <a:extLst>
                  <a:ext uri="{FF2B5EF4-FFF2-40B4-BE49-F238E27FC236}">
                    <a16:creationId xmlns:a16="http://schemas.microsoft.com/office/drawing/2014/main" id="{2B7255AA-E7B8-5952-45AD-8229B4428A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2" name="Rectangle 149">
                <a:extLst>
                  <a:ext uri="{FF2B5EF4-FFF2-40B4-BE49-F238E27FC236}">
                    <a16:creationId xmlns:a16="http://schemas.microsoft.com/office/drawing/2014/main" id="{09E3A5BB-5C5C-424A-F808-CEFCAE982B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3" name="Rectangle 150">
                <a:extLst>
                  <a:ext uri="{FF2B5EF4-FFF2-40B4-BE49-F238E27FC236}">
                    <a16:creationId xmlns:a16="http://schemas.microsoft.com/office/drawing/2014/main" id="{D5054ED4-963C-AE18-BB0E-1C1A53AEC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733431A-0863-C44B-0706-6A82322F595D}"/>
                </a:ext>
              </a:extLst>
            </p:cNvPr>
            <p:cNvGrpSpPr/>
            <p:nvPr/>
          </p:nvGrpSpPr>
          <p:grpSpPr>
            <a:xfrm>
              <a:off x="-116540" y="4482605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29" name="Rectangle 5">
                <a:extLst>
                  <a:ext uri="{FF2B5EF4-FFF2-40B4-BE49-F238E27FC236}">
                    <a16:creationId xmlns:a16="http://schemas.microsoft.com/office/drawing/2014/main" id="{106206D2-7A54-F684-F30D-526B9CD2AC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" name="Rectangle 6">
                <a:extLst>
                  <a:ext uri="{FF2B5EF4-FFF2-40B4-BE49-F238E27FC236}">
                    <a16:creationId xmlns:a16="http://schemas.microsoft.com/office/drawing/2014/main" id="{8CDAEAC9-E9B9-81E0-81AD-586CED920D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" name="Rectangle 7">
                <a:extLst>
                  <a:ext uri="{FF2B5EF4-FFF2-40B4-BE49-F238E27FC236}">
                    <a16:creationId xmlns:a16="http://schemas.microsoft.com/office/drawing/2014/main" id="{4817DB66-19DC-3057-2401-E456A68A25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" name="Rectangle 10">
                <a:extLst>
                  <a:ext uri="{FF2B5EF4-FFF2-40B4-BE49-F238E27FC236}">
                    <a16:creationId xmlns:a16="http://schemas.microsoft.com/office/drawing/2014/main" id="{07C4287B-6F8E-6983-83D7-BC06368DC5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" name="Rectangle 11">
                <a:extLst>
                  <a:ext uri="{FF2B5EF4-FFF2-40B4-BE49-F238E27FC236}">
                    <a16:creationId xmlns:a16="http://schemas.microsoft.com/office/drawing/2014/main" id="{3A16A162-3575-FD7B-5E22-A69F7628DE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4" name="Rectangle 12">
                <a:extLst>
                  <a:ext uri="{FF2B5EF4-FFF2-40B4-BE49-F238E27FC236}">
                    <a16:creationId xmlns:a16="http://schemas.microsoft.com/office/drawing/2014/main" id="{D657EE4B-6A58-2FEC-2F50-C855EE427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5" name="Rectangle 13">
                <a:extLst>
                  <a:ext uri="{FF2B5EF4-FFF2-40B4-BE49-F238E27FC236}">
                    <a16:creationId xmlns:a16="http://schemas.microsoft.com/office/drawing/2014/main" id="{068AB29B-D02F-7BE1-E8EF-9AFE8023E0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6" name="Rectangle 14">
                <a:extLst>
                  <a:ext uri="{FF2B5EF4-FFF2-40B4-BE49-F238E27FC236}">
                    <a16:creationId xmlns:a16="http://schemas.microsoft.com/office/drawing/2014/main" id="{7F9381F4-49F4-3847-110A-8C6F3810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7" name="Rectangle 16">
                <a:extLst>
                  <a:ext uri="{FF2B5EF4-FFF2-40B4-BE49-F238E27FC236}">
                    <a16:creationId xmlns:a16="http://schemas.microsoft.com/office/drawing/2014/main" id="{C336736F-8005-149C-7DD7-56BC6CEDA3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8" name="Rectangle 17">
                <a:extLst>
                  <a:ext uri="{FF2B5EF4-FFF2-40B4-BE49-F238E27FC236}">
                    <a16:creationId xmlns:a16="http://schemas.microsoft.com/office/drawing/2014/main" id="{39B99DAB-026F-DB0F-E2DD-1DB949E57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9" name="Rectangle 18">
                <a:extLst>
                  <a:ext uri="{FF2B5EF4-FFF2-40B4-BE49-F238E27FC236}">
                    <a16:creationId xmlns:a16="http://schemas.microsoft.com/office/drawing/2014/main" id="{B8563519-5296-21C6-CB6E-06E35FE90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0" name="Rectangle 19">
                <a:extLst>
                  <a:ext uri="{FF2B5EF4-FFF2-40B4-BE49-F238E27FC236}">
                    <a16:creationId xmlns:a16="http://schemas.microsoft.com/office/drawing/2014/main" id="{C1CB93AE-CFF6-2DD0-6D39-20BD87067D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" name="Rectangle 20">
                <a:extLst>
                  <a:ext uri="{FF2B5EF4-FFF2-40B4-BE49-F238E27FC236}">
                    <a16:creationId xmlns:a16="http://schemas.microsoft.com/office/drawing/2014/main" id="{10950D87-ECD3-9F62-546F-CFF7C4D94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" name="Rectangle 22">
                <a:extLst>
                  <a:ext uri="{FF2B5EF4-FFF2-40B4-BE49-F238E27FC236}">
                    <a16:creationId xmlns:a16="http://schemas.microsoft.com/office/drawing/2014/main" id="{62045B55-3EA7-4447-8572-D77741CE8C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3" name="Rectangle 26">
                <a:extLst>
                  <a:ext uri="{FF2B5EF4-FFF2-40B4-BE49-F238E27FC236}">
                    <a16:creationId xmlns:a16="http://schemas.microsoft.com/office/drawing/2014/main" id="{AF5B20F7-37C8-EB90-4E0B-C32A1138A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4" name="Rectangle 27">
                <a:extLst>
                  <a:ext uri="{FF2B5EF4-FFF2-40B4-BE49-F238E27FC236}">
                    <a16:creationId xmlns:a16="http://schemas.microsoft.com/office/drawing/2014/main" id="{AE950FD9-B616-575F-27F6-B342DD151C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5" name="Rectangle 28">
                <a:extLst>
                  <a:ext uri="{FF2B5EF4-FFF2-40B4-BE49-F238E27FC236}">
                    <a16:creationId xmlns:a16="http://schemas.microsoft.com/office/drawing/2014/main" id="{C77F323A-BF52-599A-31D0-051AC6486E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" name="Rectangle 29">
                <a:extLst>
                  <a:ext uri="{FF2B5EF4-FFF2-40B4-BE49-F238E27FC236}">
                    <a16:creationId xmlns:a16="http://schemas.microsoft.com/office/drawing/2014/main" id="{82907A1C-9B45-3147-0BC3-FBFBA2B9B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7" name="Rectangle 30">
                <a:extLst>
                  <a:ext uri="{FF2B5EF4-FFF2-40B4-BE49-F238E27FC236}">
                    <a16:creationId xmlns:a16="http://schemas.microsoft.com/office/drawing/2014/main" id="{E8436688-A690-DFD9-63D4-B879637AE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8" name="Rectangle 32">
                <a:extLst>
                  <a:ext uri="{FF2B5EF4-FFF2-40B4-BE49-F238E27FC236}">
                    <a16:creationId xmlns:a16="http://schemas.microsoft.com/office/drawing/2014/main" id="{A0541FD5-45B8-1D76-FE6A-76B0C662D4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9" name="Rectangle 33">
                <a:extLst>
                  <a:ext uri="{FF2B5EF4-FFF2-40B4-BE49-F238E27FC236}">
                    <a16:creationId xmlns:a16="http://schemas.microsoft.com/office/drawing/2014/main" id="{E825F4CF-398D-74B4-ED0A-56E7B6DB60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0" name="Rectangle 34">
                <a:extLst>
                  <a:ext uri="{FF2B5EF4-FFF2-40B4-BE49-F238E27FC236}">
                    <a16:creationId xmlns:a16="http://schemas.microsoft.com/office/drawing/2014/main" id="{4DEDC823-7E7A-4FA6-4CB1-AF7030DDF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1" name="Rectangle 36">
                <a:extLst>
                  <a:ext uri="{FF2B5EF4-FFF2-40B4-BE49-F238E27FC236}">
                    <a16:creationId xmlns:a16="http://schemas.microsoft.com/office/drawing/2014/main" id="{AE7B25F6-81DC-B5BE-63A4-4F7062F9AA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2" name="Rectangle 37">
                <a:extLst>
                  <a:ext uri="{FF2B5EF4-FFF2-40B4-BE49-F238E27FC236}">
                    <a16:creationId xmlns:a16="http://schemas.microsoft.com/office/drawing/2014/main" id="{95A68B48-1E6B-105F-A888-E7AF3B246E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3" name="Rectangle 38">
                <a:extLst>
                  <a:ext uri="{FF2B5EF4-FFF2-40B4-BE49-F238E27FC236}">
                    <a16:creationId xmlns:a16="http://schemas.microsoft.com/office/drawing/2014/main" id="{D701BC59-71D1-16AC-C100-3B434853CC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4" name="Rectangle 39">
                <a:extLst>
                  <a:ext uri="{FF2B5EF4-FFF2-40B4-BE49-F238E27FC236}">
                    <a16:creationId xmlns:a16="http://schemas.microsoft.com/office/drawing/2014/main" id="{59141676-8D32-962E-60DC-78ADE5B11B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5" name="Rectangle 43">
                <a:extLst>
                  <a:ext uri="{FF2B5EF4-FFF2-40B4-BE49-F238E27FC236}">
                    <a16:creationId xmlns:a16="http://schemas.microsoft.com/office/drawing/2014/main" id="{EBF992A4-6D34-EC55-CF90-BAE8F4A6FD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6" name="Rectangle 45">
                <a:extLst>
                  <a:ext uri="{FF2B5EF4-FFF2-40B4-BE49-F238E27FC236}">
                    <a16:creationId xmlns:a16="http://schemas.microsoft.com/office/drawing/2014/main" id="{1E3BD448-4FCB-E39A-E43E-9E3877A2A8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7" name="Rectangle 46">
                <a:extLst>
                  <a:ext uri="{FF2B5EF4-FFF2-40B4-BE49-F238E27FC236}">
                    <a16:creationId xmlns:a16="http://schemas.microsoft.com/office/drawing/2014/main" id="{4218C7C0-076D-AFCE-B6DC-0FEA1D135E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" name="Rectangle 47">
                <a:extLst>
                  <a:ext uri="{FF2B5EF4-FFF2-40B4-BE49-F238E27FC236}">
                    <a16:creationId xmlns:a16="http://schemas.microsoft.com/office/drawing/2014/main" id="{37CB28E1-E981-7079-601F-34D21812F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" name="Rectangle 48">
                <a:extLst>
                  <a:ext uri="{FF2B5EF4-FFF2-40B4-BE49-F238E27FC236}">
                    <a16:creationId xmlns:a16="http://schemas.microsoft.com/office/drawing/2014/main" id="{E4292CB8-32F3-1928-5EFE-0F1B96F409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" name="Rectangle 49">
                <a:extLst>
                  <a:ext uri="{FF2B5EF4-FFF2-40B4-BE49-F238E27FC236}">
                    <a16:creationId xmlns:a16="http://schemas.microsoft.com/office/drawing/2014/main" id="{8C0798D8-23AA-3713-09C1-8BDEB8433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" name="Rectangle 51">
                <a:extLst>
                  <a:ext uri="{FF2B5EF4-FFF2-40B4-BE49-F238E27FC236}">
                    <a16:creationId xmlns:a16="http://schemas.microsoft.com/office/drawing/2014/main" id="{6B020BD4-E3EB-41EE-F4C5-A3180D8274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" name="Rectangle 52">
                <a:extLst>
                  <a:ext uri="{FF2B5EF4-FFF2-40B4-BE49-F238E27FC236}">
                    <a16:creationId xmlns:a16="http://schemas.microsoft.com/office/drawing/2014/main" id="{D6BC4717-231B-9035-9EDA-C0EA14B68E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" name="Rectangle 53">
                <a:extLst>
                  <a:ext uri="{FF2B5EF4-FFF2-40B4-BE49-F238E27FC236}">
                    <a16:creationId xmlns:a16="http://schemas.microsoft.com/office/drawing/2014/main" id="{F1A9335E-6733-4C60-AA96-EF9FFA1BC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" name="Rectangle 55">
                <a:extLst>
                  <a:ext uri="{FF2B5EF4-FFF2-40B4-BE49-F238E27FC236}">
                    <a16:creationId xmlns:a16="http://schemas.microsoft.com/office/drawing/2014/main" id="{0677A9CE-87DD-0859-F502-006D316BBA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" name="Rectangle 56">
                <a:extLst>
                  <a:ext uri="{FF2B5EF4-FFF2-40B4-BE49-F238E27FC236}">
                    <a16:creationId xmlns:a16="http://schemas.microsoft.com/office/drawing/2014/main" id="{244B5DD3-2D89-4DED-259A-18D85955B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" name="Rectangle 57">
                <a:extLst>
                  <a:ext uri="{FF2B5EF4-FFF2-40B4-BE49-F238E27FC236}">
                    <a16:creationId xmlns:a16="http://schemas.microsoft.com/office/drawing/2014/main" id="{CEE07178-B1DA-9314-BA53-ACD06CEB0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" name="Rectangle 60">
                <a:extLst>
                  <a:ext uri="{FF2B5EF4-FFF2-40B4-BE49-F238E27FC236}">
                    <a16:creationId xmlns:a16="http://schemas.microsoft.com/office/drawing/2014/main" id="{9CF40EDC-3EE3-EC9E-2B32-3AA9B8600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" name="Rectangle 62">
                <a:extLst>
                  <a:ext uri="{FF2B5EF4-FFF2-40B4-BE49-F238E27FC236}">
                    <a16:creationId xmlns:a16="http://schemas.microsoft.com/office/drawing/2014/main" id="{4563572B-0D9E-ABC0-53BB-48F0E0608A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" name="Rectangle 63">
                <a:extLst>
                  <a:ext uri="{FF2B5EF4-FFF2-40B4-BE49-F238E27FC236}">
                    <a16:creationId xmlns:a16="http://schemas.microsoft.com/office/drawing/2014/main" id="{5A6832DE-2AAA-8022-EA2E-A079367DB0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" name="Rectangle 65">
                <a:extLst>
                  <a:ext uri="{FF2B5EF4-FFF2-40B4-BE49-F238E27FC236}">
                    <a16:creationId xmlns:a16="http://schemas.microsoft.com/office/drawing/2014/main" id="{723E4938-9401-6887-22B3-F9685C886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1" name="Rectangle 66">
                <a:extLst>
                  <a:ext uri="{FF2B5EF4-FFF2-40B4-BE49-F238E27FC236}">
                    <a16:creationId xmlns:a16="http://schemas.microsoft.com/office/drawing/2014/main" id="{1E7B7FE0-8E69-630B-0522-15D4AFC326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2" name="Rectangle 67">
                <a:extLst>
                  <a:ext uri="{FF2B5EF4-FFF2-40B4-BE49-F238E27FC236}">
                    <a16:creationId xmlns:a16="http://schemas.microsoft.com/office/drawing/2014/main" id="{B329EC03-0595-695D-5BCE-5FB9D9834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3" name="Rectangle 68">
                <a:extLst>
                  <a:ext uri="{FF2B5EF4-FFF2-40B4-BE49-F238E27FC236}">
                    <a16:creationId xmlns:a16="http://schemas.microsoft.com/office/drawing/2014/main" id="{83C3E79D-0D95-BB80-901F-92D80CA8B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4" name="Rectangle 70">
                <a:extLst>
                  <a:ext uri="{FF2B5EF4-FFF2-40B4-BE49-F238E27FC236}">
                    <a16:creationId xmlns:a16="http://schemas.microsoft.com/office/drawing/2014/main" id="{1ADE30D2-EC98-6B86-C5E0-F29554B7F0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5" name="Rectangle 71">
                <a:extLst>
                  <a:ext uri="{FF2B5EF4-FFF2-40B4-BE49-F238E27FC236}">
                    <a16:creationId xmlns:a16="http://schemas.microsoft.com/office/drawing/2014/main" id="{47D7478F-9DD9-37BC-9B87-50FDED3DEB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6" name="Rectangle 72">
                <a:extLst>
                  <a:ext uri="{FF2B5EF4-FFF2-40B4-BE49-F238E27FC236}">
                    <a16:creationId xmlns:a16="http://schemas.microsoft.com/office/drawing/2014/main" id="{AD8EE7B8-F645-6A50-F45E-5B73E33BD9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7" name="Rectangle 75">
                <a:extLst>
                  <a:ext uri="{FF2B5EF4-FFF2-40B4-BE49-F238E27FC236}">
                    <a16:creationId xmlns:a16="http://schemas.microsoft.com/office/drawing/2014/main" id="{16DCCB32-A3BC-A6D9-D431-8B60B57F91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8" name="Rectangle 76">
                <a:extLst>
                  <a:ext uri="{FF2B5EF4-FFF2-40B4-BE49-F238E27FC236}">
                    <a16:creationId xmlns:a16="http://schemas.microsoft.com/office/drawing/2014/main" id="{E5FD4E08-52D9-75C1-918F-90D37BDF57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9" name="Rectangle 77">
                <a:extLst>
                  <a:ext uri="{FF2B5EF4-FFF2-40B4-BE49-F238E27FC236}">
                    <a16:creationId xmlns:a16="http://schemas.microsoft.com/office/drawing/2014/main" id="{2EF966C2-3562-0C5A-F4D0-34C66C6CAB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6E5B7255-AA8C-78C1-3719-DEC3FE3611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9186EE5-CAA3-2095-E710-C385C4E13E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532CF080-AFF9-B261-2527-77AA695CB7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8ECE09E7-8E9C-D4B0-0795-2D7271B44B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9CD5F3D7-D7BA-977B-6657-153C61F5D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5" name="Rectangle 85">
                <a:extLst>
                  <a:ext uri="{FF2B5EF4-FFF2-40B4-BE49-F238E27FC236}">
                    <a16:creationId xmlns:a16="http://schemas.microsoft.com/office/drawing/2014/main" id="{5E280C83-8D96-DF36-5F43-5F5E393D2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6" name="Rectangle 86">
                <a:extLst>
                  <a:ext uri="{FF2B5EF4-FFF2-40B4-BE49-F238E27FC236}">
                    <a16:creationId xmlns:a16="http://schemas.microsoft.com/office/drawing/2014/main" id="{3AEF327A-5B0B-88AA-481E-52798B2B2E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7" name="Rectangle 87">
                <a:extLst>
                  <a:ext uri="{FF2B5EF4-FFF2-40B4-BE49-F238E27FC236}">
                    <a16:creationId xmlns:a16="http://schemas.microsoft.com/office/drawing/2014/main" id="{462BE91A-608E-DB23-8437-2BA7E8B073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8" name="Rectangle 88">
                <a:extLst>
                  <a:ext uri="{FF2B5EF4-FFF2-40B4-BE49-F238E27FC236}">
                    <a16:creationId xmlns:a16="http://schemas.microsoft.com/office/drawing/2014/main" id="{7CD8355F-0ED6-6F49-4F06-21EE4A04C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9" name="Rectangle 89">
                <a:extLst>
                  <a:ext uri="{FF2B5EF4-FFF2-40B4-BE49-F238E27FC236}">
                    <a16:creationId xmlns:a16="http://schemas.microsoft.com/office/drawing/2014/main" id="{98840ED9-0CBE-984B-6A29-87963CE654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0" name="Rectangle 91">
                <a:extLst>
                  <a:ext uri="{FF2B5EF4-FFF2-40B4-BE49-F238E27FC236}">
                    <a16:creationId xmlns:a16="http://schemas.microsoft.com/office/drawing/2014/main" id="{664BC089-ED75-5420-E964-AD7A9345F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1" name="Rectangle 92">
                <a:extLst>
                  <a:ext uri="{FF2B5EF4-FFF2-40B4-BE49-F238E27FC236}">
                    <a16:creationId xmlns:a16="http://schemas.microsoft.com/office/drawing/2014/main" id="{C72BFDA3-CF11-B6E5-1298-F377D72AF7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2" name="Rectangle 93">
                <a:extLst>
                  <a:ext uri="{FF2B5EF4-FFF2-40B4-BE49-F238E27FC236}">
                    <a16:creationId xmlns:a16="http://schemas.microsoft.com/office/drawing/2014/main" id="{6664F1A1-B2D9-3CFD-F1FB-0F0DA94FE1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3" name="Rectangle 94">
                <a:extLst>
                  <a:ext uri="{FF2B5EF4-FFF2-40B4-BE49-F238E27FC236}">
                    <a16:creationId xmlns:a16="http://schemas.microsoft.com/office/drawing/2014/main" id="{7F355148-9EA6-AC5A-074A-DC7BB278DE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4" name="Rectangle 97">
                <a:extLst>
                  <a:ext uri="{FF2B5EF4-FFF2-40B4-BE49-F238E27FC236}">
                    <a16:creationId xmlns:a16="http://schemas.microsoft.com/office/drawing/2014/main" id="{77651994-D7FE-8B2B-CBB8-94B4F2809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5" name="Rectangle 99">
                <a:extLst>
                  <a:ext uri="{FF2B5EF4-FFF2-40B4-BE49-F238E27FC236}">
                    <a16:creationId xmlns:a16="http://schemas.microsoft.com/office/drawing/2014/main" id="{975DF58B-D1AC-4D23-BB0F-5D997F39E8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6" name="Rectangle 101">
                <a:extLst>
                  <a:ext uri="{FF2B5EF4-FFF2-40B4-BE49-F238E27FC236}">
                    <a16:creationId xmlns:a16="http://schemas.microsoft.com/office/drawing/2014/main" id="{BCB3E9A4-096E-A035-9D8C-4DF473C759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7" name="Rectangle 102">
                <a:extLst>
                  <a:ext uri="{FF2B5EF4-FFF2-40B4-BE49-F238E27FC236}">
                    <a16:creationId xmlns:a16="http://schemas.microsoft.com/office/drawing/2014/main" id="{B015A435-1BBE-16ED-0625-7CADDBFC57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8" name="Rectangle 103">
                <a:extLst>
                  <a:ext uri="{FF2B5EF4-FFF2-40B4-BE49-F238E27FC236}">
                    <a16:creationId xmlns:a16="http://schemas.microsoft.com/office/drawing/2014/main" id="{6A2011F5-4829-0C91-D277-BC611C9E2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9" name="Rectangle 104">
                <a:extLst>
                  <a:ext uri="{FF2B5EF4-FFF2-40B4-BE49-F238E27FC236}">
                    <a16:creationId xmlns:a16="http://schemas.microsoft.com/office/drawing/2014/main" id="{8D7EF685-D17A-A523-A4AE-6471CFEC9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0" name="Rectangle 106">
                <a:extLst>
                  <a:ext uri="{FF2B5EF4-FFF2-40B4-BE49-F238E27FC236}">
                    <a16:creationId xmlns:a16="http://schemas.microsoft.com/office/drawing/2014/main" id="{83BD7676-F621-967F-CE4C-1109094A6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1" name="Rectangle 107">
                <a:extLst>
                  <a:ext uri="{FF2B5EF4-FFF2-40B4-BE49-F238E27FC236}">
                    <a16:creationId xmlns:a16="http://schemas.microsoft.com/office/drawing/2014/main" id="{090C51FA-3257-4165-3F4B-271B48BDA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2" name="Rectangle 108">
                <a:extLst>
                  <a:ext uri="{FF2B5EF4-FFF2-40B4-BE49-F238E27FC236}">
                    <a16:creationId xmlns:a16="http://schemas.microsoft.com/office/drawing/2014/main" id="{BB483CE7-10FC-33BE-F39A-87135E1C5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3" name="Rectangle 111">
                <a:extLst>
                  <a:ext uri="{FF2B5EF4-FFF2-40B4-BE49-F238E27FC236}">
                    <a16:creationId xmlns:a16="http://schemas.microsoft.com/office/drawing/2014/main" id="{06DBAF0E-073B-10F6-7D2C-508B554EE5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4" name="Rectangle 112">
                <a:extLst>
                  <a:ext uri="{FF2B5EF4-FFF2-40B4-BE49-F238E27FC236}">
                    <a16:creationId xmlns:a16="http://schemas.microsoft.com/office/drawing/2014/main" id="{D1B971B3-1EF0-D43A-97DF-2EB65ADC6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5" name="Rectangle 115">
                <a:extLst>
                  <a:ext uri="{FF2B5EF4-FFF2-40B4-BE49-F238E27FC236}">
                    <a16:creationId xmlns:a16="http://schemas.microsoft.com/office/drawing/2014/main" id="{D4F33C6D-78E9-7F0B-CEF5-9BC7B1ED6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6" name="Rectangle 116">
                <a:extLst>
                  <a:ext uri="{FF2B5EF4-FFF2-40B4-BE49-F238E27FC236}">
                    <a16:creationId xmlns:a16="http://schemas.microsoft.com/office/drawing/2014/main" id="{AF5362E9-CC2E-2928-CF60-EE66101F80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7" name="Rectangle 117">
                <a:extLst>
                  <a:ext uri="{FF2B5EF4-FFF2-40B4-BE49-F238E27FC236}">
                    <a16:creationId xmlns:a16="http://schemas.microsoft.com/office/drawing/2014/main" id="{357FDBD0-5917-780B-EC9D-250EECAB0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8" name="Rectangle 118">
                <a:extLst>
                  <a:ext uri="{FF2B5EF4-FFF2-40B4-BE49-F238E27FC236}">
                    <a16:creationId xmlns:a16="http://schemas.microsoft.com/office/drawing/2014/main" id="{907AD09D-2F08-69C7-A30D-3A41D979EF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9" name="Rectangle 119">
                <a:extLst>
                  <a:ext uri="{FF2B5EF4-FFF2-40B4-BE49-F238E27FC236}">
                    <a16:creationId xmlns:a16="http://schemas.microsoft.com/office/drawing/2014/main" id="{08A0796D-C94A-040C-71B0-E994DE59F2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0" name="Rectangle 121">
                <a:extLst>
                  <a:ext uri="{FF2B5EF4-FFF2-40B4-BE49-F238E27FC236}">
                    <a16:creationId xmlns:a16="http://schemas.microsoft.com/office/drawing/2014/main" id="{87808BF1-853E-534A-2F54-A6AAD9933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1" name="Rectangle 122">
                <a:extLst>
                  <a:ext uri="{FF2B5EF4-FFF2-40B4-BE49-F238E27FC236}">
                    <a16:creationId xmlns:a16="http://schemas.microsoft.com/office/drawing/2014/main" id="{C8EC76ED-D803-790E-3CA1-65CCF3EA5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2" name="Rectangle 123">
                <a:extLst>
                  <a:ext uri="{FF2B5EF4-FFF2-40B4-BE49-F238E27FC236}">
                    <a16:creationId xmlns:a16="http://schemas.microsoft.com/office/drawing/2014/main" id="{4DAB946C-4F0B-12B0-8661-9F0D38C5EA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3" name="Rectangle 124">
                <a:extLst>
                  <a:ext uri="{FF2B5EF4-FFF2-40B4-BE49-F238E27FC236}">
                    <a16:creationId xmlns:a16="http://schemas.microsoft.com/office/drawing/2014/main" id="{16FB9710-671E-8149-F15B-6AFD4615B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4" name="Rectangle 126">
                <a:extLst>
                  <a:ext uri="{FF2B5EF4-FFF2-40B4-BE49-F238E27FC236}">
                    <a16:creationId xmlns:a16="http://schemas.microsoft.com/office/drawing/2014/main" id="{82404CDF-ADE9-9895-F5F8-C4F63C265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5" name="Rectangle 127">
                <a:extLst>
                  <a:ext uri="{FF2B5EF4-FFF2-40B4-BE49-F238E27FC236}">
                    <a16:creationId xmlns:a16="http://schemas.microsoft.com/office/drawing/2014/main" id="{D614C8FC-B3EB-21F0-D564-2142EB780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6" name="Rectangle 130">
                <a:extLst>
                  <a:ext uri="{FF2B5EF4-FFF2-40B4-BE49-F238E27FC236}">
                    <a16:creationId xmlns:a16="http://schemas.microsoft.com/office/drawing/2014/main" id="{631F36A5-A200-ACE8-660B-BBF829B24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7" name="Rectangle 131">
                <a:extLst>
                  <a:ext uri="{FF2B5EF4-FFF2-40B4-BE49-F238E27FC236}">
                    <a16:creationId xmlns:a16="http://schemas.microsoft.com/office/drawing/2014/main" id="{8720E4CB-7320-5F1B-E44F-F6BFD5B1E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8" name="Rectangle 132">
                <a:extLst>
                  <a:ext uri="{FF2B5EF4-FFF2-40B4-BE49-F238E27FC236}">
                    <a16:creationId xmlns:a16="http://schemas.microsoft.com/office/drawing/2014/main" id="{81F67906-73CD-9417-4211-B05AA3A45D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9" name="Rectangle 133">
                <a:extLst>
                  <a:ext uri="{FF2B5EF4-FFF2-40B4-BE49-F238E27FC236}">
                    <a16:creationId xmlns:a16="http://schemas.microsoft.com/office/drawing/2014/main" id="{225EA91F-6980-9C9F-6DB9-500E029CC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0" name="Rectangle 135">
                <a:extLst>
                  <a:ext uri="{FF2B5EF4-FFF2-40B4-BE49-F238E27FC236}">
                    <a16:creationId xmlns:a16="http://schemas.microsoft.com/office/drawing/2014/main" id="{21698FED-529F-37FE-756F-0C9AF56ADC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1" name="Rectangle 137">
                <a:extLst>
                  <a:ext uri="{FF2B5EF4-FFF2-40B4-BE49-F238E27FC236}">
                    <a16:creationId xmlns:a16="http://schemas.microsoft.com/office/drawing/2014/main" id="{26930AE0-91EF-CE10-EAC3-E2BAD322B8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2" name="Rectangle 138">
                <a:extLst>
                  <a:ext uri="{FF2B5EF4-FFF2-40B4-BE49-F238E27FC236}">
                    <a16:creationId xmlns:a16="http://schemas.microsoft.com/office/drawing/2014/main" id="{AAB16E5C-1163-1587-61D5-143D221F4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3" name="Rectangle 141">
                <a:extLst>
                  <a:ext uri="{FF2B5EF4-FFF2-40B4-BE49-F238E27FC236}">
                    <a16:creationId xmlns:a16="http://schemas.microsoft.com/office/drawing/2014/main" id="{3779E3C6-24B2-5255-93AD-3269DF104C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4" name="Rectangle 142">
                <a:extLst>
                  <a:ext uri="{FF2B5EF4-FFF2-40B4-BE49-F238E27FC236}">
                    <a16:creationId xmlns:a16="http://schemas.microsoft.com/office/drawing/2014/main" id="{8604C45B-ECF5-5D78-6965-41ED85C899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5" name="Rectangle 143">
                <a:extLst>
                  <a:ext uri="{FF2B5EF4-FFF2-40B4-BE49-F238E27FC236}">
                    <a16:creationId xmlns:a16="http://schemas.microsoft.com/office/drawing/2014/main" id="{FC426DE2-DFA2-03AF-AAB2-13C2BA5403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6" name="Rectangle 144">
                <a:extLst>
                  <a:ext uri="{FF2B5EF4-FFF2-40B4-BE49-F238E27FC236}">
                    <a16:creationId xmlns:a16="http://schemas.microsoft.com/office/drawing/2014/main" id="{403DA159-EF17-F149-447A-1C6CF6A7D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7" name="Rectangle 146">
                <a:extLst>
                  <a:ext uri="{FF2B5EF4-FFF2-40B4-BE49-F238E27FC236}">
                    <a16:creationId xmlns:a16="http://schemas.microsoft.com/office/drawing/2014/main" id="{A828B74B-71A5-0D14-DE89-44E5147935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8" name="Rectangle 147">
                <a:extLst>
                  <a:ext uri="{FF2B5EF4-FFF2-40B4-BE49-F238E27FC236}">
                    <a16:creationId xmlns:a16="http://schemas.microsoft.com/office/drawing/2014/main" id="{037299E5-2746-46C5-57B7-C77AD66637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9" name="Rectangle 148">
                <a:extLst>
                  <a:ext uri="{FF2B5EF4-FFF2-40B4-BE49-F238E27FC236}">
                    <a16:creationId xmlns:a16="http://schemas.microsoft.com/office/drawing/2014/main" id="{7485D9C4-94B5-D509-FB2F-878E771E6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0" name="Rectangle 149">
                <a:extLst>
                  <a:ext uri="{FF2B5EF4-FFF2-40B4-BE49-F238E27FC236}">
                    <a16:creationId xmlns:a16="http://schemas.microsoft.com/office/drawing/2014/main" id="{F4AA5FA7-7946-BA7A-6A18-C85568CBC8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1" name="Rectangle 150">
                <a:extLst>
                  <a:ext uri="{FF2B5EF4-FFF2-40B4-BE49-F238E27FC236}">
                    <a16:creationId xmlns:a16="http://schemas.microsoft.com/office/drawing/2014/main" id="{960593F1-51F4-486E-9482-EF9DCE651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281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89456BD-59FB-8235-5FC3-2B368505A4C5}"/>
              </a:ext>
            </a:extLst>
          </p:cNvPr>
          <p:cNvGrpSpPr/>
          <p:nvPr/>
        </p:nvGrpSpPr>
        <p:grpSpPr>
          <a:xfrm>
            <a:off x="-201332" y="0"/>
            <a:ext cx="12812244" cy="697119"/>
            <a:chOff x="-116540" y="4468112"/>
            <a:chExt cx="12812244" cy="697119"/>
          </a:xfrm>
          <a:solidFill>
            <a:schemeClr val="bg2">
              <a:alpha val="60000"/>
            </a:schemeClr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8232AFC-1F2D-BEB8-9E25-051FA21B144B}"/>
                </a:ext>
              </a:extLst>
            </p:cNvPr>
            <p:cNvGrpSpPr/>
            <p:nvPr/>
          </p:nvGrpSpPr>
          <p:grpSpPr>
            <a:xfrm>
              <a:off x="4112933" y="4472081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724" name="Rectangle 5">
                <a:extLst>
                  <a:ext uri="{FF2B5EF4-FFF2-40B4-BE49-F238E27FC236}">
                    <a16:creationId xmlns:a16="http://schemas.microsoft.com/office/drawing/2014/main" id="{6B03C23C-27C1-2938-82D4-99DEFCF9C2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25" name="Rectangle 6">
                <a:extLst>
                  <a:ext uri="{FF2B5EF4-FFF2-40B4-BE49-F238E27FC236}">
                    <a16:creationId xmlns:a16="http://schemas.microsoft.com/office/drawing/2014/main" id="{67079F3B-7EF1-82FF-8C69-4EF5F627C1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26" name="Rectangle 7">
                <a:extLst>
                  <a:ext uri="{FF2B5EF4-FFF2-40B4-BE49-F238E27FC236}">
                    <a16:creationId xmlns:a16="http://schemas.microsoft.com/office/drawing/2014/main" id="{E634B205-0A18-25F5-A3B9-6663FC7B63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27" name="Rectangle 10">
                <a:extLst>
                  <a:ext uri="{FF2B5EF4-FFF2-40B4-BE49-F238E27FC236}">
                    <a16:creationId xmlns:a16="http://schemas.microsoft.com/office/drawing/2014/main" id="{088AD9DA-473B-8276-91CE-7E28F8B35E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28" name="Rectangle 11">
                <a:extLst>
                  <a:ext uri="{FF2B5EF4-FFF2-40B4-BE49-F238E27FC236}">
                    <a16:creationId xmlns:a16="http://schemas.microsoft.com/office/drawing/2014/main" id="{ABD46A0B-8C24-6857-D5AF-DD59EA96A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29" name="Rectangle 12">
                <a:extLst>
                  <a:ext uri="{FF2B5EF4-FFF2-40B4-BE49-F238E27FC236}">
                    <a16:creationId xmlns:a16="http://schemas.microsoft.com/office/drawing/2014/main" id="{FE1C58C6-C765-8569-7876-223C6A859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30" name="Rectangle 13">
                <a:extLst>
                  <a:ext uri="{FF2B5EF4-FFF2-40B4-BE49-F238E27FC236}">
                    <a16:creationId xmlns:a16="http://schemas.microsoft.com/office/drawing/2014/main" id="{09A28DAC-634A-063C-6970-439A59DE90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31" name="Rectangle 14">
                <a:extLst>
                  <a:ext uri="{FF2B5EF4-FFF2-40B4-BE49-F238E27FC236}">
                    <a16:creationId xmlns:a16="http://schemas.microsoft.com/office/drawing/2014/main" id="{D3095FF3-B0F9-D704-0FC4-90AEEE345B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32" name="Rectangle 16">
                <a:extLst>
                  <a:ext uri="{FF2B5EF4-FFF2-40B4-BE49-F238E27FC236}">
                    <a16:creationId xmlns:a16="http://schemas.microsoft.com/office/drawing/2014/main" id="{393E1C75-2E6C-D345-BF59-20738AE52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33" name="Rectangle 17">
                <a:extLst>
                  <a:ext uri="{FF2B5EF4-FFF2-40B4-BE49-F238E27FC236}">
                    <a16:creationId xmlns:a16="http://schemas.microsoft.com/office/drawing/2014/main" id="{392C1C25-024D-43C0-4827-D86832B167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34" name="Rectangle 18">
                <a:extLst>
                  <a:ext uri="{FF2B5EF4-FFF2-40B4-BE49-F238E27FC236}">
                    <a16:creationId xmlns:a16="http://schemas.microsoft.com/office/drawing/2014/main" id="{DE911FF0-7C8C-BC9C-8078-FE73E446AD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35" name="Rectangle 19">
                <a:extLst>
                  <a:ext uri="{FF2B5EF4-FFF2-40B4-BE49-F238E27FC236}">
                    <a16:creationId xmlns:a16="http://schemas.microsoft.com/office/drawing/2014/main" id="{E1D66D43-8150-0C79-DE67-79275A76C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36" name="Rectangle 20">
                <a:extLst>
                  <a:ext uri="{FF2B5EF4-FFF2-40B4-BE49-F238E27FC236}">
                    <a16:creationId xmlns:a16="http://schemas.microsoft.com/office/drawing/2014/main" id="{77152308-7EBD-0BA3-26C7-4997ADE32B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37" name="Rectangle 22">
                <a:extLst>
                  <a:ext uri="{FF2B5EF4-FFF2-40B4-BE49-F238E27FC236}">
                    <a16:creationId xmlns:a16="http://schemas.microsoft.com/office/drawing/2014/main" id="{37A57FCA-304B-4BFA-2A13-7DEBD1E46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38" name="Rectangle 23">
                <a:extLst>
                  <a:ext uri="{FF2B5EF4-FFF2-40B4-BE49-F238E27FC236}">
                    <a16:creationId xmlns:a16="http://schemas.microsoft.com/office/drawing/2014/main" id="{C1D78E18-B6D9-F9B1-731A-01980602E9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39" name="Rectangle 26">
                <a:extLst>
                  <a:ext uri="{FF2B5EF4-FFF2-40B4-BE49-F238E27FC236}">
                    <a16:creationId xmlns:a16="http://schemas.microsoft.com/office/drawing/2014/main" id="{F1A5BAA6-3508-8741-3C29-EC6B87E886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40" name="Rectangle 27">
                <a:extLst>
                  <a:ext uri="{FF2B5EF4-FFF2-40B4-BE49-F238E27FC236}">
                    <a16:creationId xmlns:a16="http://schemas.microsoft.com/office/drawing/2014/main" id="{92DD439B-3D97-B78D-0874-94667D8E4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41" name="Rectangle 28">
                <a:extLst>
                  <a:ext uri="{FF2B5EF4-FFF2-40B4-BE49-F238E27FC236}">
                    <a16:creationId xmlns:a16="http://schemas.microsoft.com/office/drawing/2014/main" id="{875DA375-A1E7-4AA3-BED2-272E47B27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42" name="Rectangle 29">
                <a:extLst>
                  <a:ext uri="{FF2B5EF4-FFF2-40B4-BE49-F238E27FC236}">
                    <a16:creationId xmlns:a16="http://schemas.microsoft.com/office/drawing/2014/main" id="{8E457B26-31B8-309E-E34F-D813F4B25D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43" name="Rectangle 30">
                <a:extLst>
                  <a:ext uri="{FF2B5EF4-FFF2-40B4-BE49-F238E27FC236}">
                    <a16:creationId xmlns:a16="http://schemas.microsoft.com/office/drawing/2014/main" id="{85CED94C-1008-BF7D-12D0-1127499E5A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44" name="Rectangle 32">
                <a:extLst>
                  <a:ext uri="{FF2B5EF4-FFF2-40B4-BE49-F238E27FC236}">
                    <a16:creationId xmlns:a16="http://schemas.microsoft.com/office/drawing/2014/main" id="{152AF3B1-BBC6-A0DC-5525-D07AFEA856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45" name="Rectangle 33">
                <a:extLst>
                  <a:ext uri="{FF2B5EF4-FFF2-40B4-BE49-F238E27FC236}">
                    <a16:creationId xmlns:a16="http://schemas.microsoft.com/office/drawing/2014/main" id="{50F797FB-1A72-0BC8-0F14-934D046AA4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46" name="Rectangle 34">
                <a:extLst>
                  <a:ext uri="{FF2B5EF4-FFF2-40B4-BE49-F238E27FC236}">
                    <a16:creationId xmlns:a16="http://schemas.microsoft.com/office/drawing/2014/main" id="{EC59DE0E-1373-93D2-5154-111078AFA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47" name="Rectangle 36">
                <a:extLst>
                  <a:ext uri="{FF2B5EF4-FFF2-40B4-BE49-F238E27FC236}">
                    <a16:creationId xmlns:a16="http://schemas.microsoft.com/office/drawing/2014/main" id="{E04E5B32-9380-EBA5-C55D-CDEEEC544F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48" name="Rectangle 37">
                <a:extLst>
                  <a:ext uri="{FF2B5EF4-FFF2-40B4-BE49-F238E27FC236}">
                    <a16:creationId xmlns:a16="http://schemas.microsoft.com/office/drawing/2014/main" id="{E4D5376B-C631-EA74-40C6-B0F933AB76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49" name="Rectangle 38">
                <a:extLst>
                  <a:ext uri="{FF2B5EF4-FFF2-40B4-BE49-F238E27FC236}">
                    <a16:creationId xmlns:a16="http://schemas.microsoft.com/office/drawing/2014/main" id="{05976F9C-3710-5197-356A-2ADF1C3F18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52" name="Rectangle 39">
                <a:extLst>
                  <a:ext uri="{FF2B5EF4-FFF2-40B4-BE49-F238E27FC236}">
                    <a16:creationId xmlns:a16="http://schemas.microsoft.com/office/drawing/2014/main" id="{DF7D98EC-EEFC-C758-D5E1-E21CA03F5E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53" name="Rectangle 41">
                <a:extLst>
                  <a:ext uri="{FF2B5EF4-FFF2-40B4-BE49-F238E27FC236}">
                    <a16:creationId xmlns:a16="http://schemas.microsoft.com/office/drawing/2014/main" id="{6F0D6C81-DE78-F04A-EE25-A236978A0C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56" name="Rectangle 43">
                <a:extLst>
                  <a:ext uri="{FF2B5EF4-FFF2-40B4-BE49-F238E27FC236}">
                    <a16:creationId xmlns:a16="http://schemas.microsoft.com/office/drawing/2014/main" id="{F8F74583-4AA2-D55C-590B-FD97887C8C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57" name="Rectangle 45">
                <a:extLst>
                  <a:ext uri="{FF2B5EF4-FFF2-40B4-BE49-F238E27FC236}">
                    <a16:creationId xmlns:a16="http://schemas.microsoft.com/office/drawing/2014/main" id="{F25D5FC4-ED99-2262-D39E-9620DA207F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58" name="Rectangle 46">
                <a:extLst>
                  <a:ext uri="{FF2B5EF4-FFF2-40B4-BE49-F238E27FC236}">
                    <a16:creationId xmlns:a16="http://schemas.microsoft.com/office/drawing/2014/main" id="{4C1E807D-0121-619F-C050-AD5448AFF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59" name="Rectangle 47">
                <a:extLst>
                  <a:ext uri="{FF2B5EF4-FFF2-40B4-BE49-F238E27FC236}">
                    <a16:creationId xmlns:a16="http://schemas.microsoft.com/office/drawing/2014/main" id="{51EA9E34-D12B-8614-BB63-04BC214E3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60" name="Rectangle 48">
                <a:extLst>
                  <a:ext uri="{FF2B5EF4-FFF2-40B4-BE49-F238E27FC236}">
                    <a16:creationId xmlns:a16="http://schemas.microsoft.com/office/drawing/2014/main" id="{68D36D76-CF36-31CD-AF21-C6BFCFDCF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61" name="Rectangle 49">
                <a:extLst>
                  <a:ext uri="{FF2B5EF4-FFF2-40B4-BE49-F238E27FC236}">
                    <a16:creationId xmlns:a16="http://schemas.microsoft.com/office/drawing/2014/main" id="{C2821465-5D26-FC4A-CF0D-1E764C439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62" name="Rectangle 51">
                <a:extLst>
                  <a:ext uri="{FF2B5EF4-FFF2-40B4-BE49-F238E27FC236}">
                    <a16:creationId xmlns:a16="http://schemas.microsoft.com/office/drawing/2014/main" id="{3890F7B5-13E5-92A4-A5FF-8802889EFB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63" name="Rectangle 53">
                <a:extLst>
                  <a:ext uri="{FF2B5EF4-FFF2-40B4-BE49-F238E27FC236}">
                    <a16:creationId xmlns:a16="http://schemas.microsoft.com/office/drawing/2014/main" id="{23795EE8-A028-E343-ADE8-293D18EF88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64" name="Rectangle 55">
                <a:extLst>
                  <a:ext uri="{FF2B5EF4-FFF2-40B4-BE49-F238E27FC236}">
                    <a16:creationId xmlns:a16="http://schemas.microsoft.com/office/drawing/2014/main" id="{D2C9B19F-E3CD-17A3-0360-723637BEA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65" name="Rectangle 56">
                <a:extLst>
                  <a:ext uri="{FF2B5EF4-FFF2-40B4-BE49-F238E27FC236}">
                    <a16:creationId xmlns:a16="http://schemas.microsoft.com/office/drawing/2014/main" id="{35F03464-F012-944B-5F9E-2532D516E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67" name="Rectangle 57">
                <a:extLst>
                  <a:ext uri="{FF2B5EF4-FFF2-40B4-BE49-F238E27FC236}">
                    <a16:creationId xmlns:a16="http://schemas.microsoft.com/office/drawing/2014/main" id="{EE24BB28-A07C-DED0-AE5E-A60101F7A9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69" name="Rectangle 60">
                <a:extLst>
                  <a:ext uri="{FF2B5EF4-FFF2-40B4-BE49-F238E27FC236}">
                    <a16:creationId xmlns:a16="http://schemas.microsoft.com/office/drawing/2014/main" id="{56B06DC9-DE84-A0C0-8DAF-04D49061E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70" name="Rectangle 62">
                <a:extLst>
                  <a:ext uri="{FF2B5EF4-FFF2-40B4-BE49-F238E27FC236}">
                    <a16:creationId xmlns:a16="http://schemas.microsoft.com/office/drawing/2014/main" id="{5A72AC8D-0004-1AE8-2DAB-0D9C88200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71" name="Rectangle 63">
                <a:extLst>
                  <a:ext uri="{FF2B5EF4-FFF2-40B4-BE49-F238E27FC236}">
                    <a16:creationId xmlns:a16="http://schemas.microsoft.com/office/drawing/2014/main" id="{8B00FE96-46CE-CBA6-6B0A-F7D6D3A288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72" name="Rectangle 65">
                <a:extLst>
                  <a:ext uri="{FF2B5EF4-FFF2-40B4-BE49-F238E27FC236}">
                    <a16:creationId xmlns:a16="http://schemas.microsoft.com/office/drawing/2014/main" id="{7D10B7ED-05C8-D394-0FE6-23A9BC191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73" name="Rectangle 66">
                <a:extLst>
                  <a:ext uri="{FF2B5EF4-FFF2-40B4-BE49-F238E27FC236}">
                    <a16:creationId xmlns:a16="http://schemas.microsoft.com/office/drawing/2014/main" id="{9DBA22FC-E3B1-D888-D8AD-3AB77CFB91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74" name="Rectangle 67">
                <a:extLst>
                  <a:ext uri="{FF2B5EF4-FFF2-40B4-BE49-F238E27FC236}">
                    <a16:creationId xmlns:a16="http://schemas.microsoft.com/office/drawing/2014/main" id="{1886435F-D31F-57A3-F31F-A1337B70E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75" name="Rectangle 68">
                <a:extLst>
                  <a:ext uri="{FF2B5EF4-FFF2-40B4-BE49-F238E27FC236}">
                    <a16:creationId xmlns:a16="http://schemas.microsoft.com/office/drawing/2014/main" id="{C5C64043-B421-387B-225E-A0892A5E8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77" name="Rectangle 70">
                <a:extLst>
                  <a:ext uri="{FF2B5EF4-FFF2-40B4-BE49-F238E27FC236}">
                    <a16:creationId xmlns:a16="http://schemas.microsoft.com/office/drawing/2014/main" id="{801DC856-0DFC-2753-A0A0-3518AA551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79" name="Rectangle 71">
                <a:extLst>
                  <a:ext uri="{FF2B5EF4-FFF2-40B4-BE49-F238E27FC236}">
                    <a16:creationId xmlns:a16="http://schemas.microsoft.com/office/drawing/2014/main" id="{E1A81286-E9B7-C649-EFE2-4D936E4C50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84" name="Rectangle 72">
                <a:extLst>
                  <a:ext uri="{FF2B5EF4-FFF2-40B4-BE49-F238E27FC236}">
                    <a16:creationId xmlns:a16="http://schemas.microsoft.com/office/drawing/2014/main" id="{CF8A368D-3FFA-F6AA-504A-CA4035FB97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85" name="Rectangle 75">
                <a:extLst>
                  <a:ext uri="{FF2B5EF4-FFF2-40B4-BE49-F238E27FC236}">
                    <a16:creationId xmlns:a16="http://schemas.microsoft.com/office/drawing/2014/main" id="{44D7EFC8-7DEA-8743-FCE4-C90C778FE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86" name="Rectangle 76">
                <a:extLst>
                  <a:ext uri="{FF2B5EF4-FFF2-40B4-BE49-F238E27FC236}">
                    <a16:creationId xmlns:a16="http://schemas.microsoft.com/office/drawing/2014/main" id="{BAC9967F-F885-469B-6CE4-B85133D1AC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87" name="Rectangle 77">
                <a:extLst>
                  <a:ext uri="{FF2B5EF4-FFF2-40B4-BE49-F238E27FC236}">
                    <a16:creationId xmlns:a16="http://schemas.microsoft.com/office/drawing/2014/main" id="{BB465902-2FE5-0D82-5CD1-FF9A8FEA6C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88" name="Rectangle 79">
                <a:extLst>
                  <a:ext uri="{FF2B5EF4-FFF2-40B4-BE49-F238E27FC236}">
                    <a16:creationId xmlns:a16="http://schemas.microsoft.com/office/drawing/2014/main" id="{797E8089-DBCE-A438-5ECD-221A680016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89" name="Rectangle 80">
                <a:extLst>
                  <a:ext uri="{FF2B5EF4-FFF2-40B4-BE49-F238E27FC236}">
                    <a16:creationId xmlns:a16="http://schemas.microsoft.com/office/drawing/2014/main" id="{36DD838B-0EBB-030D-CCD6-C401354268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90" name="Rectangle 81">
                <a:extLst>
                  <a:ext uri="{FF2B5EF4-FFF2-40B4-BE49-F238E27FC236}">
                    <a16:creationId xmlns:a16="http://schemas.microsoft.com/office/drawing/2014/main" id="{997E6B9A-B550-D6CB-FB66-052B5D4C17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91" name="Rectangle 82">
                <a:extLst>
                  <a:ext uri="{FF2B5EF4-FFF2-40B4-BE49-F238E27FC236}">
                    <a16:creationId xmlns:a16="http://schemas.microsoft.com/office/drawing/2014/main" id="{96BD12E0-E2A7-A5F1-361C-8CA19C313D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92" name="Rectangle 83">
                <a:extLst>
                  <a:ext uri="{FF2B5EF4-FFF2-40B4-BE49-F238E27FC236}">
                    <a16:creationId xmlns:a16="http://schemas.microsoft.com/office/drawing/2014/main" id="{F6E60845-4293-9D4F-0918-338815B329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93" name="Rectangle 85">
                <a:extLst>
                  <a:ext uri="{FF2B5EF4-FFF2-40B4-BE49-F238E27FC236}">
                    <a16:creationId xmlns:a16="http://schemas.microsoft.com/office/drawing/2014/main" id="{E92C1FD5-6826-E431-D12D-61B3B8794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94" name="Rectangle 86">
                <a:extLst>
                  <a:ext uri="{FF2B5EF4-FFF2-40B4-BE49-F238E27FC236}">
                    <a16:creationId xmlns:a16="http://schemas.microsoft.com/office/drawing/2014/main" id="{8A81E775-BC80-B630-1D21-8974164774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95" name="Rectangle 87">
                <a:extLst>
                  <a:ext uri="{FF2B5EF4-FFF2-40B4-BE49-F238E27FC236}">
                    <a16:creationId xmlns:a16="http://schemas.microsoft.com/office/drawing/2014/main" id="{FCC8B6D3-BD8E-AD31-647F-854567B7A0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96" name="Rectangle 88">
                <a:extLst>
                  <a:ext uri="{FF2B5EF4-FFF2-40B4-BE49-F238E27FC236}">
                    <a16:creationId xmlns:a16="http://schemas.microsoft.com/office/drawing/2014/main" id="{2E9EE737-5653-478F-D890-2A2A0FAAE0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97" name="Rectangle 89">
                <a:extLst>
                  <a:ext uri="{FF2B5EF4-FFF2-40B4-BE49-F238E27FC236}">
                    <a16:creationId xmlns:a16="http://schemas.microsoft.com/office/drawing/2014/main" id="{C6612353-548B-A968-82F9-FF10C3575F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98" name="Rectangle 91">
                <a:extLst>
                  <a:ext uri="{FF2B5EF4-FFF2-40B4-BE49-F238E27FC236}">
                    <a16:creationId xmlns:a16="http://schemas.microsoft.com/office/drawing/2014/main" id="{16869C27-54C2-F3DD-8323-4CA42ED4BD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99" name="Rectangle 92">
                <a:extLst>
                  <a:ext uri="{FF2B5EF4-FFF2-40B4-BE49-F238E27FC236}">
                    <a16:creationId xmlns:a16="http://schemas.microsoft.com/office/drawing/2014/main" id="{4F08F146-724F-1A8F-1805-001B790381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00" name="Rectangle 93">
                <a:extLst>
                  <a:ext uri="{FF2B5EF4-FFF2-40B4-BE49-F238E27FC236}">
                    <a16:creationId xmlns:a16="http://schemas.microsoft.com/office/drawing/2014/main" id="{A6DB1C63-5AA2-5294-9EE4-BD6B541EC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01" name="Rectangle 94">
                <a:extLst>
                  <a:ext uri="{FF2B5EF4-FFF2-40B4-BE49-F238E27FC236}">
                    <a16:creationId xmlns:a16="http://schemas.microsoft.com/office/drawing/2014/main" id="{6582938A-D806-1988-2565-3399454DA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02" name="Rectangle 99">
                <a:extLst>
                  <a:ext uri="{FF2B5EF4-FFF2-40B4-BE49-F238E27FC236}">
                    <a16:creationId xmlns:a16="http://schemas.microsoft.com/office/drawing/2014/main" id="{04EAC1DA-FEC7-0611-C7F2-7267E5736D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03" name="Rectangle 101">
                <a:extLst>
                  <a:ext uri="{FF2B5EF4-FFF2-40B4-BE49-F238E27FC236}">
                    <a16:creationId xmlns:a16="http://schemas.microsoft.com/office/drawing/2014/main" id="{72CFA2A9-4A4C-5FCF-3D04-811825B177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04" name="Rectangle 102">
                <a:extLst>
                  <a:ext uri="{FF2B5EF4-FFF2-40B4-BE49-F238E27FC236}">
                    <a16:creationId xmlns:a16="http://schemas.microsoft.com/office/drawing/2014/main" id="{5C946E05-0A5C-8AEE-D788-4612A3B0EA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05" name="Rectangle 103">
                <a:extLst>
                  <a:ext uri="{FF2B5EF4-FFF2-40B4-BE49-F238E27FC236}">
                    <a16:creationId xmlns:a16="http://schemas.microsoft.com/office/drawing/2014/main" id="{7358DCB5-8A41-F891-D537-32826B385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06" name="Rectangle 104">
                <a:extLst>
                  <a:ext uri="{FF2B5EF4-FFF2-40B4-BE49-F238E27FC236}">
                    <a16:creationId xmlns:a16="http://schemas.microsoft.com/office/drawing/2014/main" id="{FCCC4E6E-1ABD-B94A-765F-9F69419F8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07" name="Rectangle 106">
                <a:extLst>
                  <a:ext uri="{FF2B5EF4-FFF2-40B4-BE49-F238E27FC236}">
                    <a16:creationId xmlns:a16="http://schemas.microsoft.com/office/drawing/2014/main" id="{91D7A452-0EB4-7EE2-93CE-CAF538092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08" name="Rectangle 107">
                <a:extLst>
                  <a:ext uri="{FF2B5EF4-FFF2-40B4-BE49-F238E27FC236}">
                    <a16:creationId xmlns:a16="http://schemas.microsoft.com/office/drawing/2014/main" id="{76E12BD7-7B75-6358-7C10-277F12DD8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09" name="Rectangle 108">
                <a:extLst>
                  <a:ext uri="{FF2B5EF4-FFF2-40B4-BE49-F238E27FC236}">
                    <a16:creationId xmlns:a16="http://schemas.microsoft.com/office/drawing/2014/main" id="{80BB7847-C489-CF3D-4110-AECFCD36C5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10" name="Rectangle 111">
                <a:extLst>
                  <a:ext uri="{FF2B5EF4-FFF2-40B4-BE49-F238E27FC236}">
                    <a16:creationId xmlns:a16="http://schemas.microsoft.com/office/drawing/2014/main" id="{171A7CD9-3291-B6BC-BC4B-1C5D471CA2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11" name="Rectangle 112">
                <a:extLst>
                  <a:ext uri="{FF2B5EF4-FFF2-40B4-BE49-F238E27FC236}">
                    <a16:creationId xmlns:a16="http://schemas.microsoft.com/office/drawing/2014/main" id="{44ED2080-2C5E-89BF-8631-19B728FEB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12" name="Rectangle 115">
                <a:extLst>
                  <a:ext uri="{FF2B5EF4-FFF2-40B4-BE49-F238E27FC236}">
                    <a16:creationId xmlns:a16="http://schemas.microsoft.com/office/drawing/2014/main" id="{1B2B08B9-3A28-7753-08A7-1136D5D8D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13" name="Rectangle 116">
                <a:extLst>
                  <a:ext uri="{FF2B5EF4-FFF2-40B4-BE49-F238E27FC236}">
                    <a16:creationId xmlns:a16="http://schemas.microsoft.com/office/drawing/2014/main" id="{DD2F3E43-AAC4-D369-6866-B292F70DCC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14" name="Rectangle 117">
                <a:extLst>
                  <a:ext uri="{FF2B5EF4-FFF2-40B4-BE49-F238E27FC236}">
                    <a16:creationId xmlns:a16="http://schemas.microsoft.com/office/drawing/2014/main" id="{2B890BC0-F336-B0DD-F62C-73F550DA3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15" name="Rectangle 118">
                <a:extLst>
                  <a:ext uri="{FF2B5EF4-FFF2-40B4-BE49-F238E27FC236}">
                    <a16:creationId xmlns:a16="http://schemas.microsoft.com/office/drawing/2014/main" id="{CB18532F-022A-6285-2F87-C6F8C109E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16" name="Rectangle 119">
                <a:extLst>
                  <a:ext uri="{FF2B5EF4-FFF2-40B4-BE49-F238E27FC236}">
                    <a16:creationId xmlns:a16="http://schemas.microsoft.com/office/drawing/2014/main" id="{606EE429-A36B-1158-4575-DBC82C29D9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17" name="Rectangle 121">
                <a:extLst>
                  <a:ext uri="{FF2B5EF4-FFF2-40B4-BE49-F238E27FC236}">
                    <a16:creationId xmlns:a16="http://schemas.microsoft.com/office/drawing/2014/main" id="{CF88443E-E3C3-DF10-E136-E4A254FCD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18" name="Rectangle 122">
                <a:extLst>
                  <a:ext uri="{FF2B5EF4-FFF2-40B4-BE49-F238E27FC236}">
                    <a16:creationId xmlns:a16="http://schemas.microsoft.com/office/drawing/2014/main" id="{4A10D277-3D35-1E4F-CDD5-750925DE7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19" name="Rectangle 123">
                <a:extLst>
                  <a:ext uri="{FF2B5EF4-FFF2-40B4-BE49-F238E27FC236}">
                    <a16:creationId xmlns:a16="http://schemas.microsoft.com/office/drawing/2014/main" id="{A21098AF-EF0F-B629-80D9-72931BE16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20" name="Rectangle 124">
                <a:extLst>
                  <a:ext uri="{FF2B5EF4-FFF2-40B4-BE49-F238E27FC236}">
                    <a16:creationId xmlns:a16="http://schemas.microsoft.com/office/drawing/2014/main" id="{084AE94C-64AB-1D7E-9741-89CC5D270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21" name="Rectangle 126">
                <a:extLst>
                  <a:ext uri="{FF2B5EF4-FFF2-40B4-BE49-F238E27FC236}">
                    <a16:creationId xmlns:a16="http://schemas.microsoft.com/office/drawing/2014/main" id="{1D7173E8-ABA6-FB0A-2A64-DF9AEAC36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22" name="Rectangle 127">
                <a:extLst>
                  <a:ext uri="{FF2B5EF4-FFF2-40B4-BE49-F238E27FC236}">
                    <a16:creationId xmlns:a16="http://schemas.microsoft.com/office/drawing/2014/main" id="{3014620F-149E-5F23-F76F-FE7CCCECD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23" name="Rectangle 130">
                <a:extLst>
                  <a:ext uri="{FF2B5EF4-FFF2-40B4-BE49-F238E27FC236}">
                    <a16:creationId xmlns:a16="http://schemas.microsoft.com/office/drawing/2014/main" id="{ECB6F4C6-9F27-A1A4-CE05-45EAAF0AA7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24" name="Rectangle 131">
                <a:extLst>
                  <a:ext uri="{FF2B5EF4-FFF2-40B4-BE49-F238E27FC236}">
                    <a16:creationId xmlns:a16="http://schemas.microsoft.com/office/drawing/2014/main" id="{3B579EA5-3BBD-5CB2-50D3-073E996C2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25" name="Rectangle 132">
                <a:extLst>
                  <a:ext uri="{FF2B5EF4-FFF2-40B4-BE49-F238E27FC236}">
                    <a16:creationId xmlns:a16="http://schemas.microsoft.com/office/drawing/2014/main" id="{ECA9C9FA-AF48-C8B1-DA76-045FC21D8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26" name="Rectangle 133">
                <a:extLst>
                  <a:ext uri="{FF2B5EF4-FFF2-40B4-BE49-F238E27FC236}">
                    <a16:creationId xmlns:a16="http://schemas.microsoft.com/office/drawing/2014/main" id="{69E4A43D-DADA-238E-952E-016CDE901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27" name="Rectangle 135">
                <a:extLst>
                  <a:ext uri="{FF2B5EF4-FFF2-40B4-BE49-F238E27FC236}">
                    <a16:creationId xmlns:a16="http://schemas.microsoft.com/office/drawing/2014/main" id="{09908836-9B2B-F3D4-D58A-E4EF456D7E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28" name="Rectangle 136">
                <a:extLst>
                  <a:ext uri="{FF2B5EF4-FFF2-40B4-BE49-F238E27FC236}">
                    <a16:creationId xmlns:a16="http://schemas.microsoft.com/office/drawing/2014/main" id="{C4865827-7036-7213-3699-D43521243C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29" name="Rectangle 137">
                <a:extLst>
                  <a:ext uri="{FF2B5EF4-FFF2-40B4-BE49-F238E27FC236}">
                    <a16:creationId xmlns:a16="http://schemas.microsoft.com/office/drawing/2014/main" id="{E16D72B0-A1DC-1337-D921-CB62D53176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30" name="Rectangle 138">
                <a:extLst>
                  <a:ext uri="{FF2B5EF4-FFF2-40B4-BE49-F238E27FC236}">
                    <a16:creationId xmlns:a16="http://schemas.microsoft.com/office/drawing/2014/main" id="{623DEB3F-61DD-EF50-EEEB-AA34D0174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31" name="Rectangle 141">
                <a:extLst>
                  <a:ext uri="{FF2B5EF4-FFF2-40B4-BE49-F238E27FC236}">
                    <a16:creationId xmlns:a16="http://schemas.microsoft.com/office/drawing/2014/main" id="{CD9848F0-A8EC-85F6-D97E-628A73B75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0" name="Rectangle 142">
                <a:extLst>
                  <a:ext uri="{FF2B5EF4-FFF2-40B4-BE49-F238E27FC236}">
                    <a16:creationId xmlns:a16="http://schemas.microsoft.com/office/drawing/2014/main" id="{B85C76D8-0C2B-B59E-A8B2-B5EF667854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1" name="Rectangle 143">
                <a:extLst>
                  <a:ext uri="{FF2B5EF4-FFF2-40B4-BE49-F238E27FC236}">
                    <a16:creationId xmlns:a16="http://schemas.microsoft.com/office/drawing/2014/main" id="{B74FBADB-9D80-C8F9-3DC0-7C6C231685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3" name="Rectangle 144">
                <a:extLst>
                  <a:ext uri="{FF2B5EF4-FFF2-40B4-BE49-F238E27FC236}">
                    <a16:creationId xmlns:a16="http://schemas.microsoft.com/office/drawing/2014/main" id="{5B12AC85-8A6D-176D-0FF7-D6FCA8119E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4" name="Rectangle 146">
                <a:extLst>
                  <a:ext uri="{FF2B5EF4-FFF2-40B4-BE49-F238E27FC236}">
                    <a16:creationId xmlns:a16="http://schemas.microsoft.com/office/drawing/2014/main" id="{04369210-CF88-4E6F-DB57-F54810A4D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080" name="Rectangle 147">
                <a:extLst>
                  <a:ext uri="{FF2B5EF4-FFF2-40B4-BE49-F238E27FC236}">
                    <a16:creationId xmlns:a16="http://schemas.microsoft.com/office/drawing/2014/main" id="{2D61FDFF-4883-B48C-C9C9-1394A824B9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081" name="Rectangle 148">
                <a:extLst>
                  <a:ext uri="{FF2B5EF4-FFF2-40B4-BE49-F238E27FC236}">
                    <a16:creationId xmlns:a16="http://schemas.microsoft.com/office/drawing/2014/main" id="{86A75D54-5800-27D4-B763-1EF05813C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083" name="Rectangle 149">
                <a:extLst>
                  <a:ext uri="{FF2B5EF4-FFF2-40B4-BE49-F238E27FC236}">
                    <a16:creationId xmlns:a16="http://schemas.microsoft.com/office/drawing/2014/main" id="{24D616B0-BF3B-8536-BAA5-AAEDDBF69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086" name="Rectangle 150">
                <a:extLst>
                  <a:ext uri="{FF2B5EF4-FFF2-40B4-BE49-F238E27FC236}">
                    <a16:creationId xmlns:a16="http://schemas.microsoft.com/office/drawing/2014/main" id="{025812FA-F162-AF66-ECD1-6CB8B5359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8164A47-CC2D-2569-D04D-5A06E913593A}"/>
                </a:ext>
              </a:extLst>
            </p:cNvPr>
            <p:cNvGrpSpPr/>
            <p:nvPr/>
          </p:nvGrpSpPr>
          <p:grpSpPr>
            <a:xfrm>
              <a:off x="8496766" y="4468112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46254" name="Rectangle 5">
                <a:extLst>
                  <a:ext uri="{FF2B5EF4-FFF2-40B4-BE49-F238E27FC236}">
                    <a16:creationId xmlns:a16="http://schemas.microsoft.com/office/drawing/2014/main" id="{B6F9E7C8-7888-E737-CC2A-3C3A45D8F3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55" name="Rectangle 6">
                <a:extLst>
                  <a:ext uri="{FF2B5EF4-FFF2-40B4-BE49-F238E27FC236}">
                    <a16:creationId xmlns:a16="http://schemas.microsoft.com/office/drawing/2014/main" id="{E1B42262-BCE9-1730-0526-F9A381F55A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56" name="Rectangle 7">
                <a:extLst>
                  <a:ext uri="{FF2B5EF4-FFF2-40B4-BE49-F238E27FC236}">
                    <a16:creationId xmlns:a16="http://schemas.microsoft.com/office/drawing/2014/main" id="{472FCB93-4242-3838-E768-488800F854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57" name="Rectangle 10">
                <a:extLst>
                  <a:ext uri="{FF2B5EF4-FFF2-40B4-BE49-F238E27FC236}">
                    <a16:creationId xmlns:a16="http://schemas.microsoft.com/office/drawing/2014/main" id="{28714ED2-66DD-3A65-5C28-83B81DFD98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58" name="Rectangle 11">
                <a:extLst>
                  <a:ext uri="{FF2B5EF4-FFF2-40B4-BE49-F238E27FC236}">
                    <a16:creationId xmlns:a16="http://schemas.microsoft.com/office/drawing/2014/main" id="{BA8EA163-503B-441A-826F-AC690E8A96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59" name="Rectangle 12">
                <a:extLst>
                  <a:ext uri="{FF2B5EF4-FFF2-40B4-BE49-F238E27FC236}">
                    <a16:creationId xmlns:a16="http://schemas.microsoft.com/office/drawing/2014/main" id="{55404EA0-94B2-10B4-EE0E-C436ECE93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60" name="Rectangle 13">
                <a:extLst>
                  <a:ext uri="{FF2B5EF4-FFF2-40B4-BE49-F238E27FC236}">
                    <a16:creationId xmlns:a16="http://schemas.microsoft.com/office/drawing/2014/main" id="{63123A96-5DF4-2050-4D47-5497E8E01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61" name="Rectangle 14">
                <a:extLst>
                  <a:ext uri="{FF2B5EF4-FFF2-40B4-BE49-F238E27FC236}">
                    <a16:creationId xmlns:a16="http://schemas.microsoft.com/office/drawing/2014/main" id="{EE36FEDE-A9A1-5AFF-98A6-99310FA3C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62" name="Rectangle 16">
                <a:extLst>
                  <a:ext uri="{FF2B5EF4-FFF2-40B4-BE49-F238E27FC236}">
                    <a16:creationId xmlns:a16="http://schemas.microsoft.com/office/drawing/2014/main" id="{3180C7EE-E5FF-5693-A9D3-F5E19AD7AA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63" name="Rectangle 17">
                <a:extLst>
                  <a:ext uri="{FF2B5EF4-FFF2-40B4-BE49-F238E27FC236}">
                    <a16:creationId xmlns:a16="http://schemas.microsoft.com/office/drawing/2014/main" id="{2946D34D-B6DE-AD6E-ABFA-106DE1B0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64" name="Rectangle 18">
                <a:extLst>
                  <a:ext uri="{FF2B5EF4-FFF2-40B4-BE49-F238E27FC236}">
                    <a16:creationId xmlns:a16="http://schemas.microsoft.com/office/drawing/2014/main" id="{CB3416E4-AA3A-E6C6-7C01-6845AC884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65" name="Rectangle 19">
                <a:extLst>
                  <a:ext uri="{FF2B5EF4-FFF2-40B4-BE49-F238E27FC236}">
                    <a16:creationId xmlns:a16="http://schemas.microsoft.com/office/drawing/2014/main" id="{292A6AAF-145F-D1EB-1C76-0B1D003681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66" name="Rectangle 20">
                <a:extLst>
                  <a:ext uri="{FF2B5EF4-FFF2-40B4-BE49-F238E27FC236}">
                    <a16:creationId xmlns:a16="http://schemas.microsoft.com/office/drawing/2014/main" id="{9EE3E359-14DC-EC0C-5FF0-908A3AA103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67" name="Rectangle 22">
                <a:extLst>
                  <a:ext uri="{FF2B5EF4-FFF2-40B4-BE49-F238E27FC236}">
                    <a16:creationId xmlns:a16="http://schemas.microsoft.com/office/drawing/2014/main" id="{D524FB39-A821-AA08-BFF4-0702BDDA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68" name="Rectangle 23">
                <a:extLst>
                  <a:ext uri="{FF2B5EF4-FFF2-40B4-BE49-F238E27FC236}">
                    <a16:creationId xmlns:a16="http://schemas.microsoft.com/office/drawing/2014/main" id="{EC30A5FC-04EA-1099-DEDE-2A158B174D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69" name="Rectangle 26">
                <a:extLst>
                  <a:ext uri="{FF2B5EF4-FFF2-40B4-BE49-F238E27FC236}">
                    <a16:creationId xmlns:a16="http://schemas.microsoft.com/office/drawing/2014/main" id="{0764378C-DA09-3954-D9E1-C14EC73C9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70" name="Rectangle 27">
                <a:extLst>
                  <a:ext uri="{FF2B5EF4-FFF2-40B4-BE49-F238E27FC236}">
                    <a16:creationId xmlns:a16="http://schemas.microsoft.com/office/drawing/2014/main" id="{4B1EE74D-97AC-F8CB-F61C-21177B1B35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71" name="Rectangle 28">
                <a:extLst>
                  <a:ext uri="{FF2B5EF4-FFF2-40B4-BE49-F238E27FC236}">
                    <a16:creationId xmlns:a16="http://schemas.microsoft.com/office/drawing/2014/main" id="{23B827EE-A64B-38FC-DAE0-04E5DD9BD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9" name="Rectangle 29">
                <a:extLst>
                  <a:ext uri="{FF2B5EF4-FFF2-40B4-BE49-F238E27FC236}">
                    <a16:creationId xmlns:a16="http://schemas.microsoft.com/office/drawing/2014/main" id="{87966038-D5FE-F07F-ACFE-03039C2121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1" name="Rectangle 30">
                <a:extLst>
                  <a:ext uri="{FF2B5EF4-FFF2-40B4-BE49-F238E27FC236}">
                    <a16:creationId xmlns:a16="http://schemas.microsoft.com/office/drawing/2014/main" id="{98939CB3-CAC6-04E4-9AAD-359C3898E0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2" name="Rectangle 32">
                <a:extLst>
                  <a:ext uri="{FF2B5EF4-FFF2-40B4-BE49-F238E27FC236}">
                    <a16:creationId xmlns:a16="http://schemas.microsoft.com/office/drawing/2014/main" id="{6BD486DB-F207-1F87-F7EA-DCDCA36921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3" name="Rectangle 34">
                <a:extLst>
                  <a:ext uri="{FF2B5EF4-FFF2-40B4-BE49-F238E27FC236}">
                    <a16:creationId xmlns:a16="http://schemas.microsoft.com/office/drawing/2014/main" id="{988AB3DA-B035-BED9-A57B-24B554B0B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4" name="Rectangle 36">
                <a:extLst>
                  <a:ext uri="{FF2B5EF4-FFF2-40B4-BE49-F238E27FC236}">
                    <a16:creationId xmlns:a16="http://schemas.microsoft.com/office/drawing/2014/main" id="{B16296A4-24E0-3A56-4A67-BE867EF3D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5" name="Rectangle 37">
                <a:extLst>
                  <a:ext uri="{FF2B5EF4-FFF2-40B4-BE49-F238E27FC236}">
                    <a16:creationId xmlns:a16="http://schemas.microsoft.com/office/drawing/2014/main" id="{62941F33-74BA-3824-0D38-0E353B1D6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6" name="Rectangle 38">
                <a:extLst>
                  <a:ext uri="{FF2B5EF4-FFF2-40B4-BE49-F238E27FC236}">
                    <a16:creationId xmlns:a16="http://schemas.microsoft.com/office/drawing/2014/main" id="{D95FE5B3-3D5F-5080-32CD-77F97EE6A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7" name="Rectangle 39">
                <a:extLst>
                  <a:ext uri="{FF2B5EF4-FFF2-40B4-BE49-F238E27FC236}">
                    <a16:creationId xmlns:a16="http://schemas.microsoft.com/office/drawing/2014/main" id="{D962CE17-E547-FAC5-B082-36B9A1D76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8" name="Rectangle 41">
                <a:extLst>
                  <a:ext uri="{FF2B5EF4-FFF2-40B4-BE49-F238E27FC236}">
                    <a16:creationId xmlns:a16="http://schemas.microsoft.com/office/drawing/2014/main" id="{8D03CA04-2E21-704B-D424-F01711DB19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9" name="Rectangle 43">
                <a:extLst>
                  <a:ext uri="{FF2B5EF4-FFF2-40B4-BE49-F238E27FC236}">
                    <a16:creationId xmlns:a16="http://schemas.microsoft.com/office/drawing/2014/main" id="{0EC42272-DE44-FE41-2F49-1C472D225A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0" name="Rectangle 45">
                <a:extLst>
                  <a:ext uri="{FF2B5EF4-FFF2-40B4-BE49-F238E27FC236}">
                    <a16:creationId xmlns:a16="http://schemas.microsoft.com/office/drawing/2014/main" id="{CFC02A0A-8498-3CF0-5D13-C748B0BA0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1" name="Rectangle 46">
                <a:extLst>
                  <a:ext uri="{FF2B5EF4-FFF2-40B4-BE49-F238E27FC236}">
                    <a16:creationId xmlns:a16="http://schemas.microsoft.com/office/drawing/2014/main" id="{69AA6331-6A59-D8C9-3D14-22A33C309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2" name="Rectangle 47">
                <a:extLst>
                  <a:ext uri="{FF2B5EF4-FFF2-40B4-BE49-F238E27FC236}">
                    <a16:creationId xmlns:a16="http://schemas.microsoft.com/office/drawing/2014/main" id="{1E0BEAA9-AED4-57EA-C9E7-E40AD991AD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3" name="Rectangle 48">
                <a:extLst>
                  <a:ext uri="{FF2B5EF4-FFF2-40B4-BE49-F238E27FC236}">
                    <a16:creationId xmlns:a16="http://schemas.microsoft.com/office/drawing/2014/main" id="{0FA409F1-4A41-DF23-D7AF-52B8700FCD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4" name="Rectangle 49">
                <a:extLst>
                  <a:ext uri="{FF2B5EF4-FFF2-40B4-BE49-F238E27FC236}">
                    <a16:creationId xmlns:a16="http://schemas.microsoft.com/office/drawing/2014/main" id="{BF8D2700-BBCB-6B4D-6A9B-C45561A66A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5" name="Rectangle 51">
                <a:extLst>
                  <a:ext uri="{FF2B5EF4-FFF2-40B4-BE49-F238E27FC236}">
                    <a16:creationId xmlns:a16="http://schemas.microsoft.com/office/drawing/2014/main" id="{63681713-A05D-41FC-717E-833397274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6" name="Rectangle 52">
                <a:extLst>
                  <a:ext uri="{FF2B5EF4-FFF2-40B4-BE49-F238E27FC236}">
                    <a16:creationId xmlns:a16="http://schemas.microsoft.com/office/drawing/2014/main" id="{99F58B22-F117-D6D4-8CC6-B2A8EEF9B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7" name="Rectangle 53">
                <a:extLst>
                  <a:ext uri="{FF2B5EF4-FFF2-40B4-BE49-F238E27FC236}">
                    <a16:creationId xmlns:a16="http://schemas.microsoft.com/office/drawing/2014/main" id="{327F4622-9FB2-E85C-1F40-B5246621E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8" name="Rectangle 55">
                <a:extLst>
                  <a:ext uri="{FF2B5EF4-FFF2-40B4-BE49-F238E27FC236}">
                    <a16:creationId xmlns:a16="http://schemas.microsoft.com/office/drawing/2014/main" id="{CE4B7DAF-2722-3A43-EFB1-28AA4ACCD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9" name="Rectangle 56">
                <a:extLst>
                  <a:ext uri="{FF2B5EF4-FFF2-40B4-BE49-F238E27FC236}">
                    <a16:creationId xmlns:a16="http://schemas.microsoft.com/office/drawing/2014/main" id="{9D56F65D-6E57-6EB4-2A14-BC7602262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0" name="Rectangle 57">
                <a:extLst>
                  <a:ext uri="{FF2B5EF4-FFF2-40B4-BE49-F238E27FC236}">
                    <a16:creationId xmlns:a16="http://schemas.microsoft.com/office/drawing/2014/main" id="{772827A6-AD39-B057-E1BA-3FF53E8F70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1" name="Rectangle 60">
                <a:extLst>
                  <a:ext uri="{FF2B5EF4-FFF2-40B4-BE49-F238E27FC236}">
                    <a16:creationId xmlns:a16="http://schemas.microsoft.com/office/drawing/2014/main" id="{2B968969-4004-CB82-3A84-26C742BE4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2" name="Rectangle 63">
                <a:extLst>
                  <a:ext uri="{FF2B5EF4-FFF2-40B4-BE49-F238E27FC236}">
                    <a16:creationId xmlns:a16="http://schemas.microsoft.com/office/drawing/2014/main" id="{6D0D7B20-FF67-7344-74BF-EA1A4A064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3" name="Rectangle 65">
                <a:extLst>
                  <a:ext uri="{FF2B5EF4-FFF2-40B4-BE49-F238E27FC236}">
                    <a16:creationId xmlns:a16="http://schemas.microsoft.com/office/drawing/2014/main" id="{CBB5FFBF-063A-B1C3-F31C-B0D98FAFCF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4" name="Rectangle 66">
                <a:extLst>
                  <a:ext uri="{FF2B5EF4-FFF2-40B4-BE49-F238E27FC236}">
                    <a16:creationId xmlns:a16="http://schemas.microsoft.com/office/drawing/2014/main" id="{F1488DA8-1DFA-0987-A6D5-61CFB963A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5" name="Rectangle 67">
                <a:extLst>
                  <a:ext uri="{FF2B5EF4-FFF2-40B4-BE49-F238E27FC236}">
                    <a16:creationId xmlns:a16="http://schemas.microsoft.com/office/drawing/2014/main" id="{276895AF-6821-9086-4FB8-C81DA25DF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6" name="Rectangle 68">
                <a:extLst>
                  <a:ext uri="{FF2B5EF4-FFF2-40B4-BE49-F238E27FC236}">
                    <a16:creationId xmlns:a16="http://schemas.microsoft.com/office/drawing/2014/main" id="{6DDEE2F7-7D20-5DDD-A7EF-18257883F8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7" name="Rectangle 70">
                <a:extLst>
                  <a:ext uri="{FF2B5EF4-FFF2-40B4-BE49-F238E27FC236}">
                    <a16:creationId xmlns:a16="http://schemas.microsoft.com/office/drawing/2014/main" id="{ABBC26E6-EB9C-9897-A2DA-A357152464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8" name="Rectangle 71">
                <a:extLst>
                  <a:ext uri="{FF2B5EF4-FFF2-40B4-BE49-F238E27FC236}">
                    <a16:creationId xmlns:a16="http://schemas.microsoft.com/office/drawing/2014/main" id="{93F35BE6-2F2C-22DD-A271-0000AE5AB2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9" name="Rectangle 72">
                <a:extLst>
                  <a:ext uri="{FF2B5EF4-FFF2-40B4-BE49-F238E27FC236}">
                    <a16:creationId xmlns:a16="http://schemas.microsoft.com/office/drawing/2014/main" id="{02706EEB-F1EA-931F-D111-D4D2B89101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0" name="Rectangle 75">
                <a:extLst>
                  <a:ext uri="{FF2B5EF4-FFF2-40B4-BE49-F238E27FC236}">
                    <a16:creationId xmlns:a16="http://schemas.microsoft.com/office/drawing/2014/main" id="{F90067C0-5EC6-689C-59CB-9C5A347FE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1" name="Rectangle 76">
                <a:extLst>
                  <a:ext uri="{FF2B5EF4-FFF2-40B4-BE49-F238E27FC236}">
                    <a16:creationId xmlns:a16="http://schemas.microsoft.com/office/drawing/2014/main" id="{8163FE9A-2A89-E61D-EF45-F72438BC21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2" name="Rectangle 77">
                <a:extLst>
                  <a:ext uri="{FF2B5EF4-FFF2-40B4-BE49-F238E27FC236}">
                    <a16:creationId xmlns:a16="http://schemas.microsoft.com/office/drawing/2014/main" id="{9BA25C4A-C488-E5D2-A021-077570FDB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3" name="Rectangle 79">
                <a:extLst>
                  <a:ext uri="{FF2B5EF4-FFF2-40B4-BE49-F238E27FC236}">
                    <a16:creationId xmlns:a16="http://schemas.microsoft.com/office/drawing/2014/main" id="{E25A79DF-8CE3-C309-B332-F8461FADB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4" name="Rectangle 80">
                <a:extLst>
                  <a:ext uri="{FF2B5EF4-FFF2-40B4-BE49-F238E27FC236}">
                    <a16:creationId xmlns:a16="http://schemas.microsoft.com/office/drawing/2014/main" id="{66012F24-E424-BA22-13C0-918263F73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5" name="Rectangle 81">
                <a:extLst>
                  <a:ext uri="{FF2B5EF4-FFF2-40B4-BE49-F238E27FC236}">
                    <a16:creationId xmlns:a16="http://schemas.microsoft.com/office/drawing/2014/main" id="{79B75FA2-FF7F-7723-0DBA-C2F6A55333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6" name="Rectangle 82">
                <a:extLst>
                  <a:ext uri="{FF2B5EF4-FFF2-40B4-BE49-F238E27FC236}">
                    <a16:creationId xmlns:a16="http://schemas.microsoft.com/office/drawing/2014/main" id="{CE5B3124-BA71-537A-A525-4A9E2D37D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7" name="Rectangle 83">
                <a:extLst>
                  <a:ext uri="{FF2B5EF4-FFF2-40B4-BE49-F238E27FC236}">
                    <a16:creationId xmlns:a16="http://schemas.microsoft.com/office/drawing/2014/main" id="{5C225611-9F48-23D9-F60F-42D9BF6BBA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8" name="Rectangle 85">
                <a:extLst>
                  <a:ext uri="{FF2B5EF4-FFF2-40B4-BE49-F238E27FC236}">
                    <a16:creationId xmlns:a16="http://schemas.microsoft.com/office/drawing/2014/main" id="{DAA99B95-FEDF-7A92-886E-B050D3BF4F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9" name="Rectangle 86">
                <a:extLst>
                  <a:ext uri="{FF2B5EF4-FFF2-40B4-BE49-F238E27FC236}">
                    <a16:creationId xmlns:a16="http://schemas.microsoft.com/office/drawing/2014/main" id="{270188DD-2348-E0EC-CC4E-9140804D5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0" name="Rectangle 87">
                <a:extLst>
                  <a:ext uri="{FF2B5EF4-FFF2-40B4-BE49-F238E27FC236}">
                    <a16:creationId xmlns:a16="http://schemas.microsoft.com/office/drawing/2014/main" id="{2B74AFA1-EDDB-0FD5-5068-A47FF068EB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1" name="Rectangle 89">
                <a:extLst>
                  <a:ext uri="{FF2B5EF4-FFF2-40B4-BE49-F238E27FC236}">
                    <a16:creationId xmlns:a16="http://schemas.microsoft.com/office/drawing/2014/main" id="{8FECC086-4C0A-7D0D-AD02-6337D45CE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2" name="Rectangle 91">
                <a:extLst>
                  <a:ext uri="{FF2B5EF4-FFF2-40B4-BE49-F238E27FC236}">
                    <a16:creationId xmlns:a16="http://schemas.microsoft.com/office/drawing/2014/main" id="{0A49BB2A-14FB-0198-BAAF-C43F9916CB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3" name="Rectangle 92">
                <a:extLst>
                  <a:ext uri="{FF2B5EF4-FFF2-40B4-BE49-F238E27FC236}">
                    <a16:creationId xmlns:a16="http://schemas.microsoft.com/office/drawing/2014/main" id="{04A1CF76-C796-307E-08CF-C494F5419B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4" name="Rectangle 93">
                <a:extLst>
                  <a:ext uri="{FF2B5EF4-FFF2-40B4-BE49-F238E27FC236}">
                    <a16:creationId xmlns:a16="http://schemas.microsoft.com/office/drawing/2014/main" id="{9FB26930-83F7-B457-1506-FC0093BC0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5" name="Rectangle 94">
                <a:extLst>
                  <a:ext uri="{FF2B5EF4-FFF2-40B4-BE49-F238E27FC236}">
                    <a16:creationId xmlns:a16="http://schemas.microsoft.com/office/drawing/2014/main" id="{8D8ED97A-582F-BB15-BDA6-2A5DEFE20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6" name="Rectangle 97">
                <a:extLst>
                  <a:ext uri="{FF2B5EF4-FFF2-40B4-BE49-F238E27FC236}">
                    <a16:creationId xmlns:a16="http://schemas.microsoft.com/office/drawing/2014/main" id="{5DB3C834-E821-FE49-D29F-92E82B1A5B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7" name="Rectangle 99">
                <a:extLst>
                  <a:ext uri="{FF2B5EF4-FFF2-40B4-BE49-F238E27FC236}">
                    <a16:creationId xmlns:a16="http://schemas.microsoft.com/office/drawing/2014/main" id="{EC6996DF-4B9F-27E3-9850-74EDEDD627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8" name="Rectangle 101">
                <a:extLst>
                  <a:ext uri="{FF2B5EF4-FFF2-40B4-BE49-F238E27FC236}">
                    <a16:creationId xmlns:a16="http://schemas.microsoft.com/office/drawing/2014/main" id="{075904E7-ED5D-0895-CAD1-CF3F62677D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9" name="Rectangle 102">
                <a:extLst>
                  <a:ext uri="{FF2B5EF4-FFF2-40B4-BE49-F238E27FC236}">
                    <a16:creationId xmlns:a16="http://schemas.microsoft.com/office/drawing/2014/main" id="{20D18DDC-B5F4-4EA2-6BAC-1B6B3AD61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0" name="Rectangle 103">
                <a:extLst>
                  <a:ext uri="{FF2B5EF4-FFF2-40B4-BE49-F238E27FC236}">
                    <a16:creationId xmlns:a16="http://schemas.microsoft.com/office/drawing/2014/main" id="{061B96D2-05C5-7DB8-E5B9-D29B064C39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1" name="Rectangle 104">
                <a:extLst>
                  <a:ext uri="{FF2B5EF4-FFF2-40B4-BE49-F238E27FC236}">
                    <a16:creationId xmlns:a16="http://schemas.microsoft.com/office/drawing/2014/main" id="{90D6CE59-D33B-7E0B-4B6F-6FD23D534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2" name="Rectangle 106">
                <a:extLst>
                  <a:ext uri="{FF2B5EF4-FFF2-40B4-BE49-F238E27FC236}">
                    <a16:creationId xmlns:a16="http://schemas.microsoft.com/office/drawing/2014/main" id="{97AEF619-A5A0-9DE7-671A-BA79EACE1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3" name="Rectangle 107">
                <a:extLst>
                  <a:ext uri="{FF2B5EF4-FFF2-40B4-BE49-F238E27FC236}">
                    <a16:creationId xmlns:a16="http://schemas.microsoft.com/office/drawing/2014/main" id="{96E627F0-EECD-AFA2-3360-43F823DF6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4" name="Rectangle 111">
                <a:extLst>
                  <a:ext uri="{FF2B5EF4-FFF2-40B4-BE49-F238E27FC236}">
                    <a16:creationId xmlns:a16="http://schemas.microsoft.com/office/drawing/2014/main" id="{1BAB233F-018F-E76D-6472-B865C0A082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5" name="Rectangle 112">
                <a:extLst>
                  <a:ext uri="{FF2B5EF4-FFF2-40B4-BE49-F238E27FC236}">
                    <a16:creationId xmlns:a16="http://schemas.microsoft.com/office/drawing/2014/main" id="{5E69C6FF-7767-2F72-3F14-C8E9EECE89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6" name="Rectangle 115">
                <a:extLst>
                  <a:ext uri="{FF2B5EF4-FFF2-40B4-BE49-F238E27FC236}">
                    <a16:creationId xmlns:a16="http://schemas.microsoft.com/office/drawing/2014/main" id="{E63306C8-FF9E-86DD-495B-13E947E6F7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7" name="Rectangle 116">
                <a:extLst>
                  <a:ext uri="{FF2B5EF4-FFF2-40B4-BE49-F238E27FC236}">
                    <a16:creationId xmlns:a16="http://schemas.microsoft.com/office/drawing/2014/main" id="{A1260B70-8DCB-6A98-4B29-25B373787F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8" name="Rectangle 117">
                <a:extLst>
                  <a:ext uri="{FF2B5EF4-FFF2-40B4-BE49-F238E27FC236}">
                    <a16:creationId xmlns:a16="http://schemas.microsoft.com/office/drawing/2014/main" id="{00FF310C-8B33-7FCE-4672-64A3DDA84C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9" name="Rectangle 118">
                <a:extLst>
                  <a:ext uri="{FF2B5EF4-FFF2-40B4-BE49-F238E27FC236}">
                    <a16:creationId xmlns:a16="http://schemas.microsoft.com/office/drawing/2014/main" id="{96A509D6-AF8F-D6F4-B6C8-F7288E5FCE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0" name="Rectangle 119">
                <a:extLst>
                  <a:ext uri="{FF2B5EF4-FFF2-40B4-BE49-F238E27FC236}">
                    <a16:creationId xmlns:a16="http://schemas.microsoft.com/office/drawing/2014/main" id="{662F912B-BFDD-C586-07BB-26254A96FC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1" name="Rectangle 121">
                <a:extLst>
                  <a:ext uri="{FF2B5EF4-FFF2-40B4-BE49-F238E27FC236}">
                    <a16:creationId xmlns:a16="http://schemas.microsoft.com/office/drawing/2014/main" id="{3F495A74-F91E-CB37-59A1-E77D347C2B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2" name="Rectangle 122">
                <a:extLst>
                  <a:ext uri="{FF2B5EF4-FFF2-40B4-BE49-F238E27FC236}">
                    <a16:creationId xmlns:a16="http://schemas.microsoft.com/office/drawing/2014/main" id="{4007E569-0C3B-1A06-04AA-9A162250F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3" name="Rectangle 123">
                <a:extLst>
                  <a:ext uri="{FF2B5EF4-FFF2-40B4-BE49-F238E27FC236}">
                    <a16:creationId xmlns:a16="http://schemas.microsoft.com/office/drawing/2014/main" id="{9FF49EB9-7B54-D30E-4C0A-AF202506ED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4" name="Rectangle 124">
                <a:extLst>
                  <a:ext uri="{FF2B5EF4-FFF2-40B4-BE49-F238E27FC236}">
                    <a16:creationId xmlns:a16="http://schemas.microsoft.com/office/drawing/2014/main" id="{24058864-2668-D6F6-E01B-FBDD7D775C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5" name="Rectangle 126">
                <a:extLst>
                  <a:ext uri="{FF2B5EF4-FFF2-40B4-BE49-F238E27FC236}">
                    <a16:creationId xmlns:a16="http://schemas.microsoft.com/office/drawing/2014/main" id="{68C40722-EC67-D3D7-A870-E1A800E750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6" name="Rectangle 127">
                <a:extLst>
                  <a:ext uri="{FF2B5EF4-FFF2-40B4-BE49-F238E27FC236}">
                    <a16:creationId xmlns:a16="http://schemas.microsoft.com/office/drawing/2014/main" id="{27C2AF08-E91D-9C52-E7B3-6E3B1476EE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7" name="Rectangle 130">
                <a:extLst>
                  <a:ext uri="{FF2B5EF4-FFF2-40B4-BE49-F238E27FC236}">
                    <a16:creationId xmlns:a16="http://schemas.microsoft.com/office/drawing/2014/main" id="{378E4334-6115-7BF8-B7BC-8C6A79C093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8" name="Rectangle 131">
                <a:extLst>
                  <a:ext uri="{FF2B5EF4-FFF2-40B4-BE49-F238E27FC236}">
                    <a16:creationId xmlns:a16="http://schemas.microsoft.com/office/drawing/2014/main" id="{BA5A2D94-E3AF-1C68-F405-FF05E9E57F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9" name="Rectangle 132">
                <a:extLst>
                  <a:ext uri="{FF2B5EF4-FFF2-40B4-BE49-F238E27FC236}">
                    <a16:creationId xmlns:a16="http://schemas.microsoft.com/office/drawing/2014/main" id="{5A6E2769-B74F-EBD2-2824-E3C6AD87D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10" name="Rectangle 133">
                <a:extLst>
                  <a:ext uri="{FF2B5EF4-FFF2-40B4-BE49-F238E27FC236}">
                    <a16:creationId xmlns:a16="http://schemas.microsoft.com/office/drawing/2014/main" id="{D9BC3336-6ABE-A881-1126-BA478D19B5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11" name="Rectangle 135">
                <a:extLst>
                  <a:ext uri="{FF2B5EF4-FFF2-40B4-BE49-F238E27FC236}">
                    <a16:creationId xmlns:a16="http://schemas.microsoft.com/office/drawing/2014/main" id="{CB1D97E5-C10E-5647-CA01-1F921DC0FC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12" name="Rectangle 136">
                <a:extLst>
                  <a:ext uri="{FF2B5EF4-FFF2-40B4-BE49-F238E27FC236}">
                    <a16:creationId xmlns:a16="http://schemas.microsoft.com/office/drawing/2014/main" id="{5101654B-7BF2-194B-646F-5FA82B092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13" name="Rectangle 137">
                <a:extLst>
                  <a:ext uri="{FF2B5EF4-FFF2-40B4-BE49-F238E27FC236}">
                    <a16:creationId xmlns:a16="http://schemas.microsoft.com/office/drawing/2014/main" id="{2835EFC8-001C-C81E-9821-F23F501E9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14" name="Rectangle 138">
                <a:extLst>
                  <a:ext uri="{FF2B5EF4-FFF2-40B4-BE49-F238E27FC236}">
                    <a16:creationId xmlns:a16="http://schemas.microsoft.com/office/drawing/2014/main" id="{DA3D4CDB-137A-2E24-9BC6-ED380015F9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15" name="Rectangle 141">
                <a:extLst>
                  <a:ext uri="{FF2B5EF4-FFF2-40B4-BE49-F238E27FC236}">
                    <a16:creationId xmlns:a16="http://schemas.microsoft.com/office/drawing/2014/main" id="{CA17E4CE-2916-EA34-040A-6CBFE22B3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16" name="Rectangle 142">
                <a:extLst>
                  <a:ext uri="{FF2B5EF4-FFF2-40B4-BE49-F238E27FC236}">
                    <a16:creationId xmlns:a16="http://schemas.microsoft.com/office/drawing/2014/main" id="{8A40C310-B889-06BD-044D-C1E79A38B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17" name="Rectangle 143">
                <a:extLst>
                  <a:ext uri="{FF2B5EF4-FFF2-40B4-BE49-F238E27FC236}">
                    <a16:creationId xmlns:a16="http://schemas.microsoft.com/office/drawing/2014/main" id="{0F350F59-1651-D5AC-CEF5-25BA16A981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18" name="Rectangle 144">
                <a:extLst>
                  <a:ext uri="{FF2B5EF4-FFF2-40B4-BE49-F238E27FC236}">
                    <a16:creationId xmlns:a16="http://schemas.microsoft.com/office/drawing/2014/main" id="{A3F07053-2024-65C5-894C-C439037D9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19" name="Rectangle 146">
                <a:extLst>
                  <a:ext uri="{FF2B5EF4-FFF2-40B4-BE49-F238E27FC236}">
                    <a16:creationId xmlns:a16="http://schemas.microsoft.com/office/drawing/2014/main" id="{49F636FF-14D3-611B-2448-B362DAA9C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20" name="Rectangle 147">
                <a:extLst>
                  <a:ext uri="{FF2B5EF4-FFF2-40B4-BE49-F238E27FC236}">
                    <a16:creationId xmlns:a16="http://schemas.microsoft.com/office/drawing/2014/main" id="{687AAC6C-702D-1F8F-392B-AE8C9E565D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21" name="Rectangle 148">
                <a:extLst>
                  <a:ext uri="{FF2B5EF4-FFF2-40B4-BE49-F238E27FC236}">
                    <a16:creationId xmlns:a16="http://schemas.microsoft.com/office/drawing/2014/main" id="{C7126EDE-FA6A-4BB6-DD8E-606C2F616B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22" name="Rectangle 149">
                <a:extLst>
                  <a:ext uri="{FF2B5EF4-FFF2-40B4-BE49-F238E27FC236}">
                    <a16:creationId xmlns:a16="http://schemas.microsoft.com/office/drawing/2014/main" id="{B108C19A-F1C7-52EA-9EC8-0616AE7FB8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23" name="Rectangle 150">
                <a:extLst>
                  <a:ext uri="{FF2B5EF4-FFF2-40B4-BE49-F238E27FC236}">
                    <a16:creationId xmlns:a16="http://schemas.microsoft.com/office/drawing/2014/main" id="{95A2B7F0-53F6-A491-0A32-AC35799A8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A083864-3500-6894-E496-79C3B3D18963}"/>
                </a:ext>
              </a:extLst>
            </p:cNvPr>
            <p:cNvGrpSpPr/>
            <p:nvPr/>
          </p:nvGrpSpPr>
          <p:grpSpPr>
            <a:xfrm>
              <a:off x="-116540" y="4482605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42EE9DD-1493-35F5-E249-0354FE7672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7C733D-D420-B33E-6A36-37A0D3E141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D1F09C-E80C-934B-69BD-3748136E9B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" name="Rectangle 10">
                <a:extLst>
                  <a:ext uri="{FF2B5EF4-FFF2-40B4-BE49-F238E27FC236}">
                    <a16:creationId xmlns:a16="http://schemas.microsoft.com/office/drawing/2014/main" id="{54C8C8F1-68F4-2DD7-6A87-24E11E18FB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" name="Rectangle 11">
                <a:extLst>
                  <a:ext uri="{FF2B5EF4-FFF2-40B4-BE49-F238E27FC236}">
                    <a16:creationId xmlns:a16="http://schemas.microsoft.com/office/drawing/2014/main" id="{F2441999-BE02-4449-2EF8-E8F757F4F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" name="Rectangle 12">
                <a:extLst>
                  <a:ext uri="{FF2B5EF4-FFF2-40B4-BE49-F238E27FC236}">
                    <a16:creationId xmlns:a16="http://schemas.microsoft.com/office/drawing/2014/main" id="{DA9A5B4E-836E-7D0D-7F90-4209D8A51D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" name="Rectangle 13">
                <a:extLst>
                  <a:ext uri="{FF2B5EF4-FFF2-40B4-BE49-F238E27FC236}">
                    <a16:creationId xmlns:a16="http://schemas.microsoft.com/office/drawing/2014/main" id="{6CCB59E0-40E3-314A-C603-DE006EB695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" name="Rectangle 14">
                <a:extLst>
                  <a:ext uri="{FF2B5EF4-FFF2-40B4-BE49-F238E27FC236}">
                    <a16:creationId xmlns:a16="http://schemas.microsoft.com/office/drawing/2014/main" id="{A6C16858-1E2F-96B5-B4F2-999B00DF65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" name="Rectangle 16">
                <a:extLst>
                  <a:ext uri="{FF2B5EF4-FFF2-40B4-BE49-F238E27FC236}">
                    <a16:creationId xmlns:a16="http://schemas.microsoft.com/office/drawing/2014/main" id="{476BD153-BDD2-8EC6-55E6-E5CB5881A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" name="Rectangle 17">
                <a:extLst>
                  <a:ext uri="{FF2B5EF4-FFF2-40B4-BE49-F238E27FC236}">
                    <a16:creationId xmlns:a16="http://schemas.microsoft.com/office/drawing/2014/main" id="{92A8A787-0D1C-F656-794C-4CA7E2A60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" name="Rectangle 18">
                <a:extLst>
                  <a:ext uri="{FF2B5EF4-FFF2-40B4-BE49-F238E27FC236}">
                    <a16:creationId xmlns:a16="http://schemas.microsoft.com/office/drawing/2014/main" id="{FD5883E9-C6BD-177B-8286-8DC94B8DC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" name="Rectangle 19">
                <a:extLst>
                  <a:ext uri="{FF2B5EF4-FFF2-40B4-BE49-F238E27FC236}">
                    <a16:creationId xmlns:a16="http://schemas.microsoft.com/office/drawing/2014/main" id="{425066E1-0CA4-5941-C772-B8F5F3CBAA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" name="Rectangle 20">
                <a:extLst>
                  <a:ext uri="{FF2B5EF4-FFF2-40B4-BE49-F238E27FC236}">
                    <a16:creationId xmlns:a16="http://schemas.microsoft.com/office/drawing/2014/main" id="{7892E465-DC33-2835-B4ED-D9D294F7EE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" name="Rectangle 22">
                <a:extLst>
                  <a:ext uri="{FF2B5EF4-FFF2-40B4-BE49-F238E27FC236}">
                    <a16:creationId xmlns:a16="http://schemas.microsoft.com/office/drawing/2014/main" id="{9214993F-1817-031C-14E3-22C78C58E1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" name="Rectangle 26">
                <a:extLst>
                  <a:ext uri="{FF2B5EF4-FFF2-40B4-BE49-F238E27FC236}">
                    <a16:creationId xmlns:a16="http://schemas.microsoft.com/office/drawing/2014/main" id="{EAE8CF2F-4E01-6BFF-288C-15E608CC8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" name="Rectangle 27">
                <a:extLst>
                  <a:ext uri="{FF2B5EF4-FFF2-40B4-BE49-F238E27FC236}">
                    <a16:creationId xmlns:a16="http://schemas.microsoft.com/office/drawing/2014/main" id="{F5CEE10D-4B65-4C10-6A3E-B4440134D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" name="Rectangle 28">
                <a:extLst>
                  <a:ext uri="{FF2B5EF4-FFF2-40B4-BE49-F238E27FC236}">
                    <a16:creationId xmlns:a16="http://schemas.microsoft.com/office/drawing/2014/main" id="{4B10D346-C670-2922-E40E-7867B1AA4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" name="Rectangle 29">
                <a:extLst>
                  <a:ext uri="{FF2B5EF4-FFF2-40B4-BE49-F238E27FC236}">
                    <a16:creationId xmlns:a16="http://schemas.microsoft.com/office/drawing/2014/main" id="{97250632-925E-0E49-EAA4-1997BBE64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" name="Rectangle 30">
                <a:extLst>
                  <a:ext uri="{FF2B5EF4-FFF2-40B4-BE49-F238E27FC236}">
                    <a16:creationId xmlns:a16="http://schemas.microsoft.com/office/drawing/2014/main" id="{19F187CD-735D-A55D-72AA-4ECF369A73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" name="Rectangle 32">
                <a:extLst>
                  <a:ext uri="{FF2B5EF4-FFF2-40B4-BE49-F238E27FC236}">
                    <a16:creationId xmlns:a16="http://schemas.microsoft.com/office/drawing/2014/main" id="{5CE643B3-3868-4D2E-AA07-9C4B6ADF55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" name="Rectangle 33">
                <a:extLst>
                  <a:ext uri="{FF2B5EF4-FFF2-40B4-BE49-F238E27FC236}">
                    <a16:creationId xmlns:a16="http://schemas.microsoft.com/office/drawing/2014/main" id="{246E5640-A2BA-74FE-4828-66D78212C6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" name="Rectangle 34">
                <a:extLst>
                  <a:ext uri="{FF2B5EF4-FFF2-40B4-BE49-F238E27FC236}">
                    <a16:creationId xmlns:a16="http://schemas.microsoft.com/office/drawing/2014/main" id="{3D66EB4C-D96D-2A79-0079-355BB5171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" name="Rectangle 36">
                <a:extLst>
                  <a:ext uri="{FF2B5EF4-FFF2-40B4-BE49-F238E27FC236}">
                    <a16:creationId xmlns:a16="http://schemas.microsoft.com/office/drawing/2014/main" id="{A5BF3A13-AB36-85C9-6D9A-71211369C8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" name="Rectangle 37">
                <a:extLst>
                  <a:ext uri="{FF2B5EF4-FFF2-40B4-BE49-F238E27FC236}">
                    <a16:creationId xmlns:a16="http://schemas.microsoft.com/office/drawing/2014/main" id="{562C22A5-D15F-25BC-D02C-4FAA4336AF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" name="Rectangle 38">
                <a:extLst>
                  <a:ext uri="{FF2B5EF4-FFF2-40B4-BE49-F238E27FC236}">
                    <a16:creationId xmlns:a16="http://schemas.microsoft.com/office/drawing/2014/main" id="{69AB0D38-468B-F789-FB16-E15D134193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" name="Rectangle 39">
                <a:extLst>
                  <a:ext uri="{FF2B5EF4-FFF2-40B4-BE49-F238E27FC236}">
                    <a16:creationId xmlns:a16="http://schemas.microsoft.com/office/drawing/2014/main" id="{2F6BCA72-B7BD-81F3-A517-CE6B5D9F6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" name="Rectangle 43">
                <a:extLst>
                  <a:ext uri="{FF2B5EF4-FFF2-40B4-BE49-F238E27FC236}">
                    <a16:creationId xmlns:a16="http://schemas.microsoft.com/office/drawing/2014/main" id="{65815A77-987B-43FC-FE13-CEF05F9B4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" name="Rectangle 45">
                <a:extLst>
                  <a:ext uri="{FF2B5EF4-FFF2-40B4-BE49-F238E27FC236}">
                    <a16:creationId xmlns:a16="http://schemas.microsoft.com/office/drawing/2014/main" id="{13564601-0E3F-08F1-9A7A-9BAF874960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4" name="Rectangle 46">
                <a:extLst>
                  <a:ext uri="{FF2B5EF4-FFF2-40B4-BE49-F238E27FC236}">
                    <a16:creationId xmlns:a16="http://schemas.microsoft.com/office/drawing/2014/main" id="{C5FD84C7-1652-97B2-6E4A-3E56FE90EC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5" name="Rectangle 47">
                <a:extLst>
                  <a:ext uri="{FF2B5EF4-FFF2-40B4-BE49-F238E27FC236}">
                    <a16:creationId xmlns:a16="http://schemas.microsoft.com/office/drawing/2014/main" id="{0A22158E-FAE4-A0F4-24D7-BD7208278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6" name="Rectangle 48">
                <a:extLst>
                  <a:ext uri="{FF2B5EF4-FFF2-40B4-BE49-F238E27FC236}">
                    <a16:creationId xmlns:a16="http://schemas.microsoft.com/office/drawing/2014/main" id="{15813380-88CE-E285-8355-97B6A14F43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7" name="Rectangle 49">
                <a:extLst>
                  <a:ext uri="{FF2B5EF4-FFF2-40B4-BE49-F238E27FC236}">
                    <a16:creationId xmlns:a16="http://schemas.microsoft.com/office/drawing/2014/main" id="{9B4132BC-A31F-3FF9-FD44-AA9DC7E52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8" name="Rectangle 51">
                <a:extLst>
                  <a:ext uri="{FF2B5EF4-FFF2-40B4-BE49-F238E27FC236}">
                    <a16:creationId xmlns:a16="http://schemas.microsoft.com/office/drawing/2014/main" id="{2264CFB8-7002-9974-2663-67CE0835B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9" name="Rectangle 52">
                <a:extLst>
                  <a:ext uri="{FF2B5EF4-FFF2-40B4-BE49-F238E27FC236}">
                    <a16:creationId xmlns:a16="http://schemas.microsoft.com/office/drawing/2014/main" id="{0DD0F35F-E74C-70B3-D826-5FA83E64CE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0" name="Rectangle 53">
                <a:extLst>
                  <a:ext uri="{FF2B5EF4-FFF2-40B4-BE49-F238E27FC236}">
                    <a16:creationId xmlns:a16="http://schemas.microsoft.com/office/drawing/2014/main" id="{0E8EBFB1-B6C0-F18E-4B8B-5870E1533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" name="Rectangle 55">
                <a:extLst>
                  <a:ext uri="{FF2B5EF4-FFF2-40B4-BE49-F238E27FC236}">
                    <a16:creationId xmlns:a16="http://schemas.microsoft.com/office/drawing/2014/main" id="{4ED2A8E5-FD7A-8E2A-C844-C07D08D754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" name="Rectangle 56">
                <a:extLst>
                  <a:ext uri="{FF2B5EF4-FFF2-40B4-BE49-F238E27FC236}">
                    <a16:creationId xmlns:a16="http://schemas.microsoft.com/office/drawing/2014/main" id="{C75FB31D-3CCE-C9E1-F8E1-F7C51B12BB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3" name="Rectangle 57">
                <a:extLst>
                  <a:ext uri="{FF2B5EF4-FFF2-40B4-BE49-F238E27FC236}">
                    <a16:creationId xmlns:a16="http://schemas.microsoft.com/office/drawing/2014/main" id="{B455189B-F0F2-5FE9-8178-5E997CE61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4" name="Rectangle 60">
                <a:extLst>
                  <a:ext uri="{FF2B5EF4-FFF2-40B4-BE49-F238E27FC236}">
                    <a16:creationId xmlns:a16="http://schemas.microsoft.com/office/drawing/2014/main" id="{E2FBE78B-B887-A8DB-CBA7-B0A5B00933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5" name="Rectangle 62">
                <a:extLst>
                  <a:ext uri="{FF2B5EF4-FFF2-40B4-BE49-F238E27FC236}">
                    <a16:creationId xmlns:a16="http://schemas.microsoft.com/office/drawing/2014/main" id="{8943E2E1-F33F-498F-3226-1723DFD0AE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" name="Rectangle 63">
                <a:extLst>
                  <a:ext uri="{FF2B5EF4-FFF2-40B4-BE49-F238E27FC236}">
                    <a16:creationId xmlns:a16="http://schemas.microsoft.com/office/drawing/2014/main" id="{4EF97CA0-2FBB-882A-C5CA-2CB704F2F8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7" name="Rectangle 65">
                <a:extLst>
                  <a:ext uri="{FF2B5EF4-FFF2-40B4-BE49-F238E27FC236}">
                    <a16:creationId xmlns:a16="http://schemas.microsoft.com/office/drawing/2014/main" id="{271C5FDE-BE63-E285-B9E7-CF5D0BB51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8" name="Rectangle 66">
                <a:extLst>
                  <a:ext uri="{FF2B5EF4-FFF2-40B4-BE49-F238E27FC236}">
                    <a16:creationId xmlns:a16="http://schemas.microsoft.com/office/drawing/2014/main" id="{4F223E19-776A-5DB8-DC32-12C819570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9" name="Rectangle 67">
                <a:extLst>
                  <a:ext uri="{FF2B5EF4-FFF2-40B4-BE49-F238E27FC236}">
                    <a16:creationId xmlns:a16="http://schemas.microsoft.com/office/drawing/2014/main" id="{7064F1D4-176F-B1BC-09FB-30007CAF0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0" name="Rectangle 68">
                <a:extLst>
                  <a:ext uri="{FF2B5EF4-FFF2-40B4-BE49-F238E27FC236}">
                    <a16:creationId xmlns:a16="http://schemas.microsoft.com/office/drawing/2014/main" id="{EEC3708C-9BFE-5FA4-B911-C032DD1F9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1" name="Rectangle 70">
                <a:extLst>
                  <a:ext uri="{FF2B5EF4-FFF2-40B4-BE49-F238E27FC236}">
                    <a16:creationId xmlns:a16="http://schemas.microsoft.com/office/drawing/2014/main" id="{0C2AEAB1-C75C-98A3-F1DC-092943D1D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2" name="Rectangle 71">
                <a:extLst>
                  <a:ext uri="{FF2B5EF4-FFF2-40B4-BE49-F238E27FC236}">
                    <a16:creationId xmlns:a16="http://schemas.microsoft.com/office/drawing/2014/main" id="{9F2A3700-950F-E3E0-7074-E0D91CAA4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3" name="Rectangle 72">
                <a:extLst>
                  <a:ext uri="{FF2B5EF4-FFF2-40B4-BE49-F238E27FC236}">
                    <a16:creationId xmlns:a16="http://schemas.microsoft.com/office/drawing/2014/main" id="{D3AC570C-8D48-5139-57E6-066717AD69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4" name="Rectangle 75">
                <a:extLst>
                  <a:ext uri="{FF2B5EF4-FFF2-40B4-BE49-F238E27FC236}">
                    <a16:creationId xmlns:a16="http://schemas.microsoft.com/office/drawing/2014/main" id="{3AC044C1-96BD-C726-B7AC-AEA5A85ACB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5" name="Rectangle 76">
                <a:extLst>
                  <a:ext uri="{FF2B5EF4-FFF2-40B4-BE49-F238E27FC236}">
                    <a16:creationId xmlns:a16="http://schemas.microsoft.com/office/drawing/2014/main" id="{4365254D-760B-4CBE-D7EC-AFA0AAB0D5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6" name="Rectangle 77">
                <a:extLst>
                  <a:ext uri="{FF2B5EF4-FFF2-40B4-BE49-F238E27FC236}">
                    <a16:creationId xmlns:a16="http://schemas.microsoft.com/office/drawing/2014/main" id="{519DE1C7-6914-9CC3-FAF5-D13D91DED4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7" name="Rectangle 79">
                <a:extLst>
                  <a:ext uri="{FF2B5EF4-FFF2-40B4-BE49-F238E27FC236}">
                    <a16:creationId xmlns:a16="http://schemas.microsoft.com/office/drawing/2014/main" id="{E5E24673-18C9-EAA0-6E3A-B3F917723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" name="Rectangle 80">
                <a:extLst>
                  <a:ext uri="{FF2B5EF4-FFF2-40B4-BE49-F238E27FC236}">
                    <a16:creationId xmlns:a16="http://schemas.microsoft.com/office/drawing/2014/main" id="{4A2A03D8-5EB3-9146-5136-D5182132F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" name="Rectangle 81">
                <a:extLst>
                  <a:ext uri="{FF2B5EF4-FFF2-40B4-BE49-F238E27FC236}">
                    <a16:creationId xmlns:a16="http://schemas.microsoft.com/office/drawing/2014/main" id="{DE6943E9-AED6-AFAC-1D3E-473B64DD8F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" name="Rectangle 82">
                <a:extLst>
                  <a:ext uri="{FF2B5EF4-FFF2-40B4-BE49-F238E27FC236}">
                    <a16:creationId xmlns:a16="http://schemas.microsoft.com/office/drawing/2014/main" id="{A35C3C25-6965-894B-4789-CEC4BB25AC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" name="Rectangle 83">
                <a:extLst>
                  <a:ext uri="{FF2B5EF4-FFF2-40B4-BE49-F238E27FC236}">
                    <a16:creationId xmlns:a16="http://schemas.microsoft.com/office/drawing/2014/main" id="{9246DE36-01EA-BBB5-AB84-D6715AE98F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" name="Rectangle 85">
                <a:extLst>
                  <a:ext uri="{FF2B5EF4-FFF2-40B4-BE49-F238E27FC236}">
                    <a16:creationId xmlns:a16="http://schemas.microsoft.com/office/drawing/2014/main" id="{6B214E71-D263-A1D0-7D79-0FC6495B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" name="Rectangle 86">
                <a:extLst>
                  <a:ext uri="{FF2B5EF4-FFF2-40B4-BE49-F238E27FC236}">
                    <a16:creationId xmlns:a16="http://schemas.microsoft.com/office/drawing/2014/main" id="{A1A8451C-917F-13FC-133F-99405F6705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04" name="Rectangle 87">
                <a:extLst>
                  <a:ext uri="{FF2B5EF4-FFF2-40B4-BE49-F238E27FC236}">
                    <a16:creationId xmlns:a16="http://schemas.microsoft.com/office/drawing/2014/main" id="{326036E5-5D63-8529-4DC0-45237C535A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05" name="Rectangle 88">
                <a:extLst>
                  <a:ext uri="{FF2B5EF4-FFF2-40B4-BE49-F238E27FC236}">
                    <a16:creationId xmlns:a16="http://schemas.microsoft.com/office/drawing/2014/main" id="{848A7367-5A86-92C6-EC4A-1E7AB9D82B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08" name="Rectangle 89">
                <a:extLst>
                  <a:ext uri="{FF2B5EF4-FFF2-40B4-BE49-F238E27FC236}">
                    <a16:creationId xmlns:a16="http://schemas.microsoft.com/office/drawing/2014/main" id="{F06D78A0-ACC4-D8E8-0A48-BB013D3AA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09" name="Rectangle 91">
                <a:extLst>
                  <a:ext uri="{FF2B5EF4-FFF2-40B4-BE49-F238E27FC236}">
                    <a16:creationId xmlns:a16="http://schemas.microsoft.com/office/drawing/2014/main" id="{CB1F078D-4DB1-E8B0-DFEF-0AF1E227C1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10" name="Rectangle 92">
                <a:extLst>
                  <a:ext uri="{FF2B5EF4-FFF2-40B4-BE49-F238E27FC236}">
                    <a16:creationId xmlns:a16="http://schemas.microsoft.com/office/drawing/2014/main" id="{57CDA1F5-6F2E-B1EF-1A83-B4A48170B6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11" name="Rectangle 93">
                <a:extLst>
                  <a:ext uri="{FF2B5EF4-FFF2-40B4-BE49-F238E27FC236}">
                    <a16:creationId xmlns:a16="http://schemas.microsoft.com/office/drawing/2014/main" id="{69FF3BAA-22C3-7745-B575-13843709E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13" name="Rectangle 94">
                <a:extLst>
                  <a:ext uri="{FF2B5EF4-FFF2-40B4-BE49-F238E27FC236}">
                    <a16:creationId xmlns:a16="http://schemas.microsoft.com/office/drawing/2014/main" id="{B39B2F37-F941-5C73-D9D4-F64CD2B8FA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15" name="Rectangle 97">
                <a:extLst>
                  <a:ext uri="{FF2B5EF4-FFF2-40B4-BE49-F238E27FC236}">
                    <a16:creationId xmlns:a16="http://schemas.microsoft.com/office/drawing/2014/main" id="{5F04AA72-EC92-7972-9457-EB6914065C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17" name="Rectangle 99">
                <a:extLst>
                  <a:ext uri="{FF2B5EF4-FFF2-40B4-BE49-F238E27FC236}">
                    <a16:creationId xmlns:a16="http://schemas.microsoft.com/office/drawing/2014/main" id="{5CEDE978-E629-56B6-5F87-D483BE278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18" name="Rectangle 101">
                <a:extLst>
                  <a:ext uri="{FF2B5EF4-FFF2-40B4-BE49-F238E27FC236}">
                    <a16:creationId xmlns:a16="http://schemas.microsoft.com/office/drawing/2014/main" id="{3D7294E8-39D0-87DC-FBD2-D245395700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19" name="Rectangle 102">
                <a:extLst>
                  <a:ext uri="{FF2B5EF4-FFF2-40B4-BE49-F238E27FC236}">
                    <a16:creationId xmlns:a16="http://schemas.microsoft.com/office/drawing/2014/main" id="{9C77171A-1DC5-CA2D-5912-394C96E567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20" name="Rectangle 103">
                <a:extLst>
                  <a:ext uri="{FF2B5EF4-FFF2-40B4-BE49-F238E27FC236}">
                    <a16:creationId xmlns:a16="http://schemas.microsoft.com/office/drawing/2014/main" id="{3B741A89-01FC-AA9B-B5C2-8387867CE7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21" name="Rectangle 104">
                <a:extLst>
                  <a:ext uri="{FF2B5EF4-FFF2-40B4-BE49-F238E27FC236}">
                    <a16:creationId xmlns:a16="http://schemas.microsoft.com/office/drawing/2014/main" id="{4D363972-F3A7-48A4-D411-5358B81F50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22" name="Rectangle 106">
                <a:extLst>
                  <a:ext uri="{FF2B5EF4-FFF2-40B4-BE49-F238E27FC236}">
                    <a16:creationId xmlns:a16="http://schemas.microsoft.com/office/drawing/2014/main" id="{1DECEE91-3B49-C837-5182-B53BAB2A49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23" name="Rectangle 107">
                <a:extLst>
                  <a:ext uri="{FF2B5EF4-FFF2-40B4-BE49-F238E27FC236}">
                    <a16:creationId xmlns:a16="http://schemas.microsoft.com/office/drawing/2014/main" id="{70DBC066-5A6E-1A44-7667-9F7A2C374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24" name="Rectangle 108">
                <a:extLst>
                  <a:ext uri="{FF2B5EF4-FFF2-40B4-BE49-F238E27FC236}">
                    <a16:creationId xmlns:a16="http://schemas.microsoft.com/office/drawing/2014/main" id="{CED214F4-B5D3-226A-10D8-B38234A2A0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25" name="Rectangle 111">
                <a:extLst>
                  <a:ext uri="{FF2B5EF4-FFF2-40B4-BE49-F238E27FC236}">
                    <a16:creationId xmlns:a16="http://schemas.microsoft.com/office/drawing/2014/main" id="{370AAEB2-7DA0-8482-23E3-81AB16A3FF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26" name="Rectangle 112">
                <a:extLst>
                  <a:ext uri="{FF2B5EF4-FFF2-40B4-BE49-F238E27FC236}">
                    <a16:creationId xmlns:a16="http://schemas.microsoft.com/office/drawing/2014/main" id="{217DDF23-250F-349D-9138-E8F3EA0670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27" name="Rectangle 115">
                <a:extLst>
                  <a:ext uri="{FF2B5EF4-FFF2-40B4-BE49-F238E27FC236}">
                    <a16:creationId xmlns:a16="http://schemas.microsoft.com/office/drawing/2014/main" id="{E289B797-B2E0-5384-73DD-15A463D7CC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28" name="Rectangle 116">
                <a:extLst>
                  <a:ext uri="{FF2B5EF4-FFF2-40B4-BE49-F238E27FC236}">
                    <a16:creationId xmlns:a16="http://schemas.microsoft.com/office/drawing/2014/main" id="{DE20EB4D-0297-FBAF-04AA-15332B5835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29" name="Rectangle 117">
                <a:extLst>
                  <a:ext uri="{FF2B5EF4-FFF2-40B4-BE49-F238E27FC236}">
                    <a16:creationId xmlns:a16="http://schemas.microsoft.com/office/drawing/2014/main" id="{5CBC7D23-C20A-CF36-B519-58B8A6D19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30" name="Rectangle 118">
                <a:extLst>
                  <a:ext uri="{FF2B5EF4-FFF2-40B4-BE49-F238E27FC236}">
                    <a16:creationId xmlns:a16="http://schemas.microsoft.com/office/drawing/2014/main" id="{5E121DF5-CF2F-B86E-F1C3-82B263FEBF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31" name="Rectangle 119">
                <a:extLst>
                  <a:ext uri="{FF2B5EF4-FFF2-40B4-BE49-F238E27FC236}">
                    <a16:creationId xmlns:a16="http://schemas.microsoft.com/office/drawing/2014/main" id="{C5D8CFAB-2BC6-49D0-9CC4-1C2DAD5463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32" name="Rectangle 121">
                <a:extLst>
                  <a:ext uri="{FF2B5EF4-FFF2-40B4-BE49-F238E27FC236}">
                    <a16:creationId xmlns:a16="http://schemas.microsoft.com/office/drawing/2014/main" id="{5300707B-C62A-EC0A-B6DD-FB198988D8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33" name="Rectangle 122">
                <a:extLst>
                  <a:ext uri="{FF2B5EF4-FFF2-40B4-BE49-F238E27FC236}">
                    <a16:creationId xmlns:a16="http://schemas.microsoft.com/office/drawing/2014/main" id="{3F7F51E4-6B60-9703-6A15-8F76BACB64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34" name="Rectangle 123">
                <a:extLst>
                  <a:ext uri="{FF2B5EF4-FFF2-40B4-BE49-F238E27FC236}">
                    <a16:creationId xmlns:a16="http://schemas.microsoft.com/office/drawing/2014/main" id="{C9F35C80-5D61-B296-B322-95CBE88220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35" name="Rectangle 124">
                <a:extLst>
                  <a:ext uri="{FF2B5EF4-FFF2-40B4-BE49-F238E27FC236}">
                    <a16:creationId xmlns:a16="http://schemas.microsoft.com/office/drawing/2014/main" id="{8098B77A-10FD-4DB2-5211-E52A92BF55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36" name="Rectangle 126">
                <a:extLst>
                  <a:ext uri="{FF2B5EF4-FFF2-40B4-BE49-F238E27FC236}">
                    <a16:creationId xmlns:a16="http://schemas.microsoft.com/office/drawing/2014/main" id="{6566721E-D4D4-D601-BB09-309BC2230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37" name="Rectangle 127">
                <a:extLst>
                  <a:ext uri="{FF2B5EF4-FFF2-40B4-BE49-F238E27FC236}">
                    <a16:creationId xmlns:a16="http://schemas.microsoft.com/office/drawing/2014/main" id="{06995167-4789-D4AD-90C5-766953CEEB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38" name="Rectangle 130">
                <a:extLst>
                  <a:ext uri="{FF2B5EF4-FFF2-40B4-BE49-F238E27FC236}">
                    <a16:creationId xmlns:a16="http://schemas.microsoft.com/office/drawing/2014/main" id="{E83081BC-06B9-920B-7D66-BE91A575D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39" name="Rectangle 131">
                <a:extLst>
                  <a:ext uri="{FF2B5EF4-FFF2-40B4-BE49-F238E27FC236}">
                    <a16:creationId xmlns:a16="http://schemas.microsoft.com/office/drawing/2014/main" id="{2E23E50C-1DE3-CAE7-F0F4-8EDE3EF14F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40" name="Rectangle 132">
                <a:extLst>
                  <a:ext uri="{FF2B5EF4-FFF2-40B4-BE49-F238E27FC236}">
                    <a16:creationId xmlns:a16="http://schemas.microsoft.com/office/drawing/2014/main" id="{BA81779D-C7E0-E3B7-BAE5-9D5E2F7609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41" name="Rectangle 133">
                <a:extLst>
                  <a:ext uri="{FF2B5EF4-FFF2-40B4-BE49-F238E27FC236}">
                    <a16:creationId xmlns:a16="http://schemas.microsoft.com/office/drawing/2014/main" id="{B8B4685E-9EC6-263D-7270-A335BE81B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42" name="Rectangle 135">
                <a:extLst>
                  <a:ext uri="{FF2B5EF4-FFF2-40B4-BE49-F238E27FC236}">
                    <a16:creationId xmlns:a16="http://schemas.microsoft.com/office/drawing/2014/main" id="{B4645091-AC45-D461-56C4-6B662F8A9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43" name="Rectangle 137">
                <a:extLst>
                  <a:ext uri="{FF2B5EF4-FFF2-40B4-BE49-F238E27FC236}">
                    <a16:creationId xmlns:a16="http://schemas.microsoft.com/office/drawing/2014/main" id="{7D48A43A-52A7-EBBF-1645-6E76C13DB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44" name="Rectangle 138">
                <a:extLst>
                  <a:ext uri="{FF2B5EF4-FFF2-40B4-BE49-F238E27FC236}">
                    <a16:creationId xmlns:a16="http://schemas.microsoft.com/office/drawing/2014/main" id="{3CD30702-32E7-288E-7B83-E925874AA5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45" name="Rectangle 141">
                <a:extLst>
                  <a:ext uri="{FF2B5EF4-FFF2-40B4-BE49-F238E27FC236}">
                    <a16:creationId xmlns:a16="http://schemas.microsoft.com/office/drawing/2014/main" id="{2D1ADF33-51A1-41BB-9F0C-BD2A88A7B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46" name="Rectangle 142">
                <a:extLst>
                  <a:ext uri="{FF2B5EF4-FFF2-40B4-BE49-F238E27FC236}">
                    <a16:creationId xmlns:a16="http://schemas.microsoft.com/office/drawing/2014/main" id="{D37D90BB-662E-870F-7AEB-E9FCCDE62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47" name="Rectangle 143">
                <a:extLst>
                  <a:ext uri="{FF2B5EF4-FFF2-40B4-BE49-F238E27FC236}">
                    <a16:creationId xmlns:a16="http://schemas.microsoft.com/office/drawing/2014/main" id="{FAAAD95E-4C75-A9B1-EDF6-357FA1658D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48" name="Rectangle 144">
                <a:extLst>
                  <a:ext uri="{FF2B5EF4-FFF2-40B4-BE49-F238E27FC236}">
                    <a16:creationId xmlns:a16="http://schemas.microsoft.com/office/drawing/2014/main" id="{BB80A1EB-E8FC-396E-3D1C-D8E4D9A7F7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49" name="Rectangle 146">
                <a:extLst>
                  <a:ext uri="{FF2B5EF4-FFF2-40B4-BE49-F238E27FC236}">
                    <a16:creationId xmlns:a16="http://schemas.microsoft.com/office/drawing/2014/main" id="{5C113606-EEA2-E55B-8AB5-D320C24249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50" name="Rectangle 147">
                <a:extLst>
                  <a:ext uri="{FF2B5EF4-FFF2-40B4-BE49-F238E27FC236}">
                    <a16:creationId xmlns:a16="http://schemas.microsoft.com/office/drawing/2014/main" id="{6905CAC8-B848-226A-8993-7020AAC911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51" name="Rectangle 148">
                <a:extLst>
                  <a:ext uri="{FF2B5EF4-FFF2-40B4-BE49-F238E27FC236}">
                    <a16:creationId xmlns:a16="http://schemas.microsoft.com/office/drawing/2014/main" id="{CE929B30-C7A0-5A4F-7EE1-64827DAD52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52" name="Rectangle 149">
                <a:extLst>
                  <a:ext uri="{FF2B5EF4-FFF2-40B4-BE49-F238E27FC236}">
                    <a16:creationId xmlns:a16="http://schemas.microsoft.com/office/drawing/2014/main" id="{286BB3D3-449D-27EB-5404-5DB76E31E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253" name="Rectangle 150">
                <a:extLst>
                  <a:ext uri="{FF2B5EF4-FFF2-40B4-BE49-F238E27FC236}">
                    <a16:creationId xmlns:a16="http://schemas.microsoft.com/office/drawing/2014/main" id="{0C1D7553-92CF-D3AA-CA59-B007A04886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</p:grpSp>
      <p:grpSp>
        <p:nvGrpSpPr>
          <p:cNvPr id="46082" name="Group 4">
            <a:extLst>
              <a:ext uri="{FF2B5EF4-FFF2-40B4-BE49-F238E27FC236}">
                <a16:creationId xmlns:a16="http://schemas.microsoft.com/office/drawing/2014/main" id="{C4BA5258-4E5A-FB67-8B8E-7D6BCB40F1C3}"/>
              </a:ext>
            </a:extLst>
          </p:cNvPr>
          <p:cNvGrpSpPr>
            <a:grpSpLocks/>
          </p:cNvGrpSpPr>
          <p:nvPr/>
        </p:nvGrpSpPr>
        <p:grpSpPr bwMode="auto">
          <a:xfrm rot="-2965307">
            <a:off x="3065463" y="1485900"/>
            <a:ext cx="4613275" cy="4283075"/>
            <a:chOff x="3185738" y="219251"/>
            <a:chExt cx="5545137" cy="5177642"/>
          </a:xfrm>
        </p:grpSpPr>
        <p:sp>
          <p:nvSpPr>
            <p:cNvPr id="46212" name="Freeform 5">
              <a:extLst>
                <a:ext uri="{FF2B5EF4-FFF2-40B4-BE49-F238E27FC236}">
                  <a16:creationId xmlns:a16="http://schemas.microsoft.com/office/drawing/2014/main" id="{C84E0B04-AEF0-983F-451C-4333DDDC3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1975" y="2450493"/>
              <a:ext cx="3898900" cy="2946400"/>
            </a:xfrm>
            <a:custGeom>
              <a:avLst/>
              <a:gdLst>
                <a:gd name="T0" fmla="*/ 2215525 w 1839"/>
                <a:gd name="T1" fmla="*/ 2946400 h 1390"/>
                <a:gd name="T2" fmla="*/ 1997153 w 1839"/>
                <a:gd name="T3" fmla="*/ 2935801 h 1390"/>
                <a:gd name="T4" fmla="*/ 1219069 w 1839"/>
                <a:gd name="T5" fmla="*/ 2522458 h 1390"/>
                <a:gd name="T6" fmla="*/ 890450 w 1839"/>
                <a:gd name="T7" fmla="*/ 1861107 h 1390"/>
                <a:gd name="T8" fmla="*/ 680558 w 1839"/>
                <a:gd name="T9" fmla="*/ 1460482 h 1390"/>
                <a:gd name="T10" fmla="*/ 462186 w 1839"/>
                <a:gd name="T11" fmla="*/ 1426566 h 1390"/>
                <a:gd name="T12" fmla="*/ 224733 w 1839"/>
                <a:gd name="T13" fmla="*/ 1666094 h 1390"/>
                <a:gd name="T14" fmla="*/ 80565 w 1839"/>
                <a:gd name="T15" fmla="*/ 1723326 h 1390"/>
                <a:gd name="T16" fmla="*/ 23321 w 1839"/>
                <a:gd name="T17" fmla="*/ 1577066 h 1390"/>
                <a:gd name="T18" fmla="*/ 392222 w 1839"/>
                <a:gd name="T19" fmla="*/ 1216715 h 1390"/>
                <a:gd name="T20" fmla="*/ 790805 w 1839"/>
                <a:gd name="T21" fmla="*/ 1269708 h 1390"/>
                <a:gd name="T22" fmla="*/ 1098222 w 1839"/>
                <a:gd name="T23" fmla="*/ 1784798 h 1390"/>
                <a:gd name="T24" fmla="*/ 1392919 w 1839"/>
                <a:gd name="T25" fmla="*/ 2386796 h 1390"/>
                <a:gd name="T26" fmla="*/ 2016234 w 1839"/>
                <a:gd name="T27" fmla="*/ 2715351 h 1390"/>
                <a:gd name="T28" fmla="*/ 3099615 w 1839"/>
                <a:gd name="T29" fmla="*/ 2431310 h 1390"/>
                <a:gd name="T30" fmla="*/ 3566041 w 1839"/>
                <a:gd name="T31" fmla="*/ 1640657 h 1390"/>
                <a:gd name="T32" fmla="*/ 3672047 w 1839"/>
                <a:gd name="T33" fmla="*/ 972948 h 1390"/>
                <a:gd name="T34" fmla="*/ 3672047 w 1839"/>
                <a:gd name="T35" fmla="*/ 968708 h 1390"/>
                <a:gd name="T36" fmla="*/ 3640245 w 1839"/>
                <a:gd name="T37" fmla="*/ 538407 h 1390"/>
                <a:gd name="T38" fmla="*/ 3500318 w 1839"/>
                <a:gd name="T39" fmla="*/ 222570 h 1390"/>
                <a:gd name="T40" fmla="*/ 3453675 w 1839"/>
                <a:gd name="T41" fmla="*/ 74190 h 1390"/>
                <a:gd name="T42" fmla="*/ 3604203 w 1839"/>
                <a:gd name="T43" fmla="*/ 29676 h 1390"/>
                <a:gd name="T44" fmla="*/ 3856498 w 1839"/>
                <a:gd name="T45" fmla="*/ 498132 h 1390"/>
                <a:gd name="T46" fmla="*/ 3892540 w 1839"/>
                <a:gd name="T47" fmla="*/ 983546 h 1390"/>
                <a:gd name="T48" fmla="*/ 3892540 w 1839"/>
                <a:gd name="T49" fmla="*/ 987786 h 1390"/>
                <a:gd name="T50" fmla="*/ 3778053 w 1839"/>
                <a:gd name="T51" fmla="*/ 1700009 h 1390"/>
                <a:gd name="T52" fmla="*/ 3243783 w 1839"/>
                <a:gd name="T53" fmla="*/ 2598767 h 1390"/>
                <a:gd name="T54" fmla="*/ 2215525 w 1839"/>
                <a:gd name="T55" fmla="*/ 2946400 h 139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839" h="1390">
                  <a:moveTo>
                    <a:pt x="1045" y="1390"/>
                  </a:moveTo>
                  <a:cubicBezTo>
                    <a:pt x="1011" y="1390"/>
                    <a:pt x="977" y="1388"/>
                    <a:pt x="942" y="1385"/>
                  </a:cubicBezTo>
                  <a:cubicBezTo>
                    <a:pt x="787" y="1371"/>
                    <a:pt x="667" y="1307"/>
                    <a:pt x="575" y="1190"/>
                  </a:cubicBezTo>
                  <a:cubicBezTo>
                    <a:pt x="499" y="1093"/>
                    <a:pt x="457" y="979"/>
                    <a:pt x="420" y="878"/>
                  </a:cubicBezTo>
                  <a:cubicBezTo>
                    <a:pt x="388" y="792"/>
                    <a:pt x="358" y="710"/>
                    <a:pt x="321" y="689"/>
                  </a:cubicBezTo>
                  <a:cubicBezTo>
                    <a:pt x="284" y="668"/>
                    <a:pt x="250" y="663"/>
                    <a:pt x="218" y="673"/>
                  </a:cubicBezTo>
                  <a:cubicBezTo>
                    <a:pt x="148" y="696"/>
                    <a:pt x="107" y="785"/>
                    <a:pt x="106" y="786"/>
                  </a:cubicBezTo>
                  <a:cubicBezTo>
                    <a:pt x="95" y="813"/>
                    <a:pt x="64" y="824"/>
                    <a:pt x="38" y="813"/>
                  </a:cubicBezTo>
                  <a:cubicBezTo>
                    <a:pt x="12" y="801"/>
                    <a:pt x="0" y="770"/>
                    <a:pt x="11" y="744"/>
                  </a:cubicBezTo>
                  <a:cubicBezTo>
                    <a:pt x="14" y="739"/>
                    <a:pt x="71" y="612"/>
                    <a:pt x="185" y="574"/>
                  </a:cubicBezTo>
                  <a:cubicBezTo>
                    <a:pt x="246" y="554"/>
                    <a:pt x="309" y="563"/>
                    <a:pt x="373" y="599"/>
                  </a:cubicBezTo>
                  <a:cubicBezTo>
                    <a:pt x="443" y="639"/>
                    <a:pt x="477" y="733"/>
                    <a:pt x="518" y="842"/>
                  </a:cubicBezTo>
                  <a:cubicBezTo>
                    <a:pt x="552" y="936"/>
                    <a:pt x="591" y="1042"/>
                    <a:pt x="657" y="1126"/>
                  </a:cubicBezTo>
                  <a:cubicBezTo>
                    <a:pt x="730" y="1219"/>
                    <a:pt x="826" y="1270"/>
                    <a:pt x="951" y="1281"/>
                  </a:cubicBezTo>
                  <a:cubicBezTo>
                    <a:pt x="1163" y="1301"/>
                    <a:pt x="1335" y="1255"/>
                    <a:pt x="1462" y="1147"/>
                  </a:cubicBezTo>
                  <a:cubicBezTo>
                    <a:pt x="1563" y="1061"/>
                    <a:pt x="1637" y="936"/>
                    <a:pt x="1682" y="774"/>
                  </a:cubicBezTo>
                  <a:cubicBezTo>
                    <a:pt x="1720" y="640"/>
                    <a:pt x="1728" y="518"/>
                    <a:pt x="1732" y="459"/>
                  </a:cubicBezTo>
                  <a:cubicBezTo>
                    <a:pt x="1732" y="457"/>
                    <a:pt x="1732" y="457"/>
                    <a:pt x="1732" y="457"/>
                  </a:cubicBezTo>
                  <a:cubicBezTo>
                    <a:pt x="1735" y="412"/>
                    <a:pt x="1731" y="330"/>
                    <a:pt x="1717" y="254"/>
                  </a:cubicBezTo>
                  <a:cubicBezTo>
                    <a:pt x="1699" y="161"/>
                    <a:pt x="1671" y="116"/>
                    <a:pt x="1651" y="105"/>
                  </a:cubicBezTo>
                  <a:cubicBezTo>
                    <a:pt x="1625" y="92"/>
                    <a:pt x="1616" y="60"/>
                    <a:pt x="1629" y="35"/>
                  </a:cubicBezTo>
                  <a:cubicBezTo>
                    <a:pt x="1643" y="10"/>
                    <a:pt x="1674" y="0"/>
                    <a:pt x="1700" y="14"/>
                  </a:cubicBezTo>
                  <a:cubicBezTo>
                    <a:pt x="1756" y="44"/>
                    <a:pt x="1796" y="118"/>
                    <a:pt x="1819" y="235"/>
                  </a:cubicBezTo>
                  <a:cubicBezTo>
                    <a:pt x="1835" y="320"/>
                    <a:pt x="1839" y="411"/>
                    <a:pt x="1836" y="464"/>
                  </a:cubicBezTo>
                  <a:cubicBezTo>
                    <a:pt x="1836" y="466"/>
                    <a:pt x="1836" y="466"/>
                    <a:pt x="1836" y="466"/>
                  </a:cubicBezTo>
                  <a:cubicBezTo>
                    <a:pt x="1831" y="528"/>
                    <a:pt x="1823" y="658"/>
                    <a:pt x="1782" y="802"/>
                  </a:cubicBezTo>
                  <a:cubicBezTo>
                    <a:pt x="1731" y="984"/>
                    <a:pt x="1646" y="1127"/>
                    <a:pt x="1530" y="1226"/>
                  </a:cubicBezTo>
                  <a:cubicBezTo>
                    <a:pt x="1403" y="1335"/>
                    <a:pt x="1240" y="1390"/>
                    <a:pt x="1045" y="139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66" name="Freeform 6">
              <a:extLst>
                <a:ext uri="{FF2B5EF4-FFF2-40B4-BE49-F238E27FC236}">
                  <a16:creationId xmlns:a16="http://schemas.microsoft.com/office/drawing/2014/main" id="{58F4FCCC-B408-D55E-30CE-0DA01EE8E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418" y="3358944"/>
              <a:ext cx="2791650" cy="1088111"/>
            </a:xfrm>
            <a:custGeom>
              <a:avLst/>
              <a:gdLst>
                <a:gd name="T0" fmla="*/ 988 w 1318"/>
                <a:gd name="T1" fmla="*/ 514 h 514"/>
                <a:gd name="T2" fmla="*/ 793 w 1318"/>
                <a:gd name="T3" fmla="*/ 476 h 514"/>
                <a:gd name="T4" fmla="*/ 611 w 1318"/>
                <a:gd name="T5" fmla="*/ 347 h 514"/>
                <a:gd name="T6" fmla="*/ 86 w 1318"/>
                <a:gd name="T7" fmla="*/ 151 h 514"/>
                <a:gd name="T8" fmla="*/ 14 w 1318"/>
                <a:gd name="T9" fmla="*/ 133 h 514"/>
                <a:gd name="T10" fmla="*/ 33 w 1318"/>
                <a:gd name="T11" fmla="*/ 62 h 514"/>
                <a:gd name="T12" fmla="*/ 390 w 1318"/>
                <a:gd name="T13" fmla="*/ 63 h 514"/>
                <a:gd name="T14" fmla="*/ 678 w 1318"/>
                <a:gd name="T15" fmla="*/ 267 h 514"/>
                <a:gd name="T16" fmla="*/ 829 w 1318"/>
                <a:gd name="T17" fmla="*/ 378 h 514"/>
                <a:gd name="T18" fmla="*/ 1167 w 1318"/>
                <a:gd name="T19" fmla="*/ 344 h 514"/>
                <a:gd name="T20" fmla="*/ 1200 w 1318"/>
                <a:gd name="T21" fmla="*/ 274 h 514"/>
                <a:gd name="T22" fmla="*/ 1229 w 1318"/>
                <a:gd name="T23" fmla="*/ 206 h 514"/>
                <a:gd name="T24" fmla="*/ 1297 w 1318"/>
                <a:gd name="T25" fmla="*/ 235 h 514"/>
                <a:gd name="T26" fmla="*/ 1241 w 1318"/>
                <a:gd name="T27" fmla="*/ 416 h 514"/>
                <a:gd name="T28" fmla="*/ 1064 w 1318"/>
                <a:gd name="T29" fmla="*/ 507 h 514"/>
                <a:gd name="T30" fmla="*/ 988 w 1318"/>
                <a:gd name="T31" fmla="*/ 514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8" h="514">
                  <a:moveTo>
                    <a:pt x="988" y="514"/>
                  </a:moveTo>
                  <a:cubicBezTo>
                    <a:pt x="927" y="514"/>
                    <a:pt x="862" y="501"/>
                    <a:pt x="793" y="476"/>
                  </a:cubicBezTo>
                  <a:cubicBezTo>
                    <a:pt x="742" y="457"/>
                    <a:pt x="684" y="409"/>
                    <a:pt x="611" y="347"/>
                  </a:cubicBezTo>
                  <a:cubicBezTo>
                    <a:pt x="454" y="214"/>
                    <a:pt x="258" y="49"/>
                    <a:pt x="86" y="151"/>
                  </a:cubicBezTo>
                  <a:cubicBezTo>
                    <a:pt x="61" y="166"/>
                    <a:pt x="29" y="158"/>
                    <a:pt x="14" y="133"/>
                  </a:cubicBezTo>
                  <a:cubicBezTo>
                    <a:pt x="0" y="108"/>
                    <a:pt x="8" y="77"/>
                    <a:pt x="33" y="62"/>
                  </a:cubicBezTo>
                  <a:cubicBezTo>
                    <a:pt x="138" y="0"/>
                    <a:pt x="258" y="0"/>
                    <a:pt x="390" y="63"/>
                  </a:cubicBezTo>
                  <a:cubicBezTo>
                    <a:pt x="496" y="114"/>
                    <a:pt x="597" y="199"/>
                    <a:pt x="678" y="267"/>
                  </a:cubicBezTo>
                  <a:cubicBezTo>
                    <a:pt x="738" y="318"/>
                    <a:pt x="795" y="366"/>
                    <a:pt x="829" y="378"/>
                  </a:cubicBezTo>
                  <a:cubicBezTo>
                    <a:pt x="1037" y="455"/>
                    <a:pt x="1140" y="371"/>
                    <a:pt x="1167" y="344"/>
                  </a:cubicBezTo>
                  <a:cubicBezTo>
                    <a:pt x="1197" y="312"/>
                    <a:pt x="1204" y="283"/>
                    <a:pt x="1200" y="274"/>
                  </a:cubicBezTo>
                  <a:cubicBezTo>
                    <a:pt x="1189" y="247"/>
                    <a:pt x="1202" y="217"/>
                    <a:pt x="1229" y="206"/>
                  </a:cubicBezTo>
                  <a:cubicBezTo>
                    <a:pt x="1256" y="196"/>
                    <a:pt x="1286" y="209"/>
                    <a:pt x="1297" y="235"/>
                  </a:cubicBezTo>
                  <a:cubicBezTo>
                    <a:pt x="1318" y="289"/>
                    <a:pt x="1296" y="360"/>
                    <a:pt x="1241" y="416"/>
                  </a:cubicBezTo>
                  <a:cubicBezTo>
                    <a:pt x="1210" y="449"/>
                    <a:pt x="1154" y="491"/>
                    <a:pt x="1064" y="507"/>
                  </a:cubicBezTo>
                  <a:cubicBezTo>
                    <a:pt x="1040" y="511"/>
                    <a:pt x="1014" y="514"/>
                    <a:pt x="988" y="514"/>
                  </a:cubicBezTo>
                  <a:close/>
                </a:path>
              </a:pathLst>
            </a:custGeom>
            <a:solidFill>
              <a:srgbClr val="00171F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46214" name="Freeform 7">
              <a:extLst>
                <a:ext uri="{FF2B5EF4-FFF2-40B4-BE49-F238E27FC236}">
                  <a16:creationId xmlns:a16="http://schemas.microsoft.com/office/drawing/2014/main" id="{21CA66DA-3C4D-DD59-2822-76D4E7691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5925" y="945543"/>
              <a:ext cx="3565525" cy="2568575"/>
            </a:xfrm>
            <a:custGeom>
              <a:avLst/>
              <a:gdLst>
                <a:gd name="T0" fmla="*/ 122949 w 1682"/>
                <a:gd name="T1" fmla="*/ 2568575 h 1212"/>
                <a:gd name="T2" fmla="*/ 89032 w 1682"/>
                <a:gd name="T3" fmla="*/ 2562217 h 1212"/>
                <a:gd name="T4" fmla="*/ 19078 w 1682"/>
                <a:gd name="T5" fmla="*/ 2422344 h 1212"/>
                <a:gd name="T6" fmla="*/ 1235851 w 1682"/>
                <a:gd name="T7" fmla="*/ 1913716 h 1212"/>
                <a:gd name="T8" fmla="*/ 2289398 w 1682"/>
                <a:gd name="T9" fmla="*/ 1555556 h 1212"/>
                <a:gd name="T10" fmla="*/ 2230043 w 1682"/>
                <a:gd name="T11" fmla="*/ 1326673 h 1212"/>
                <a:gd name="T12" fmla="*/ 1714928 w 1682"/>
                <a:gd name="T13" fmla="*/ 1013019 h 1212"/>
                <a:gd name="T14" fmla="*/ 1214653 w 1682"/>
                <a:gd name="T15" fmla="*/ 665456 h 1212"/>
                <a:gd name="T16" fmla="*/ 1214653 w 1682"/>
                <a:gd name="T17" fmla="*/ 394187 h 1212"/>
                <a:gd name="T18" fmla="*/ 1568661 w 1682"/>
                <a:gd name="T19" fmla="*/ 131396 h 1212"/>
                <a:gd name="T20" fmla="*/ 2486540 w 1682"/>
                <a:gd name="T21" fmla="*/ 19074 h 1212"/>
                <a:gd name="T22" fmla="*/ 3491332 w 1682"/>
                <a:gd name="T23" fmla="*/ 137754 h 1212"/>
                <a:gd name="T24" fmla="*/ 3537967 w 1682"/>
                <a:gd name="T25" fmla="*/ 286104 h 1212"/>
                <a:gd name="T26" fmla="*/ 3387461 w 1682"/>
                <a:gd name="T27" fmla="*/ 332728 h 1212"/>
                <a:gd name="T28" fmla="*/ 2492900 w 1682"/>
                <a:gd name="T29" fmla="*/ 239479 h 1212"/>
                <a:gd name="T30" fmla="*/ 1642855 w 1682"/>
                <a:gd name="T31" fmla="*/ 339086 h 1212"/>
                <a:gd name="T32" fmla="*/ 1416035 w 1682"/>
                <a:gd name="T33" fmla="*/ 487436 h 1212"/>
                <a:gd name="T34" fmla="*/ 1420275 w 1682"/>
                <a:gd name="T35" fmla="*/ 587042 h 1212"/>
                <a:gd name="T36" fmla="*/ 1787002 w 1682"/>
                <a:gd name="T37" fmla="*/ 805329 h 1212"/>
                <a:gd name="T38" fmla="*/ 2414467 w 1682"/>
                <a:gd name="T39" fmla="*/ 1203755 h 1212"/>
                <a:gd name="T40" fmla="*/ 2492900 w 1682"/>
                <a:gd name="T41" fmla="*/ 1642447 h 1212"/>
                <a:gd name="T42" fmla="*/ 1274007 w 1682"/>
                <a:gd name="T43" fmla="*/ 2132002 h 1212"/>
                <a:gd name="T44" fmla="*/ 557511 w 1682"/>
                <a:gd name="T45" fmla="*/ 2284591 h 1212"/>
                <a:gd name="T46" fmla="*/ 228940 w 1682"/>
                <a:gd name="T47" fmla="*/ 2492281 h 1212"/>
                <a:gd name="T48" fmla="*/ 122949 w 1682"/>
                <a:gd name="T49" fmla="*/ 2568575 h 121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682" h="1212">
                  <a:moveTo>
                    <a:pt x="58" y="1212"/>
                  </a:moveTo>
                  <a:cubicBezTo>
                    <a:pt x="53" y="1212"/>
                    <a:pt x="47" y="1211"/>
                    <a:pt x="42" y="1209"/>
                  </a:cubicBezTo>
                  <a:cubicBezTo>
                    <a:pt x="15" y="1200"/>
                    <a:pt x="0" y="1170"/>
                    <a:pt x="9" y="1143"/>
                  </a:cubicBezTo>
                  <a:cubicBezTo>
                    <a:pt x="59" y="994"/>
                    <a:pt x="313" y="950"/>
                    <a:pt x="583" y="903"/>
                  </a:cubicBezTo>
                  <a:cubicBezTo>
                    <a:pt x="787" y="868"/>
                    <a:pt x="1042" y="823"/>
                    <a:pt x="1080" y="734"/>
                  </a:cubicBezTo>
                  <a:cubicBezTo>
                    <a:pt x="1092" y="708"/>
                    <a:pt x="1082" y="671"/>
                    <a:pt x="1052" y="626"/>
                  </a:cubicBezTo>
                  <a:cubicBezTo>
                    <a:pt x="998" y="543"/>
                    <a:pt x="902" y="510"/>
                    <a:pt x="809" y="478"/>
                  </a:cubicBezTo>
                  <a:cubicBezTo>
                    <a:pt x="711" y="445"/>
                    <a:pt x="610" y="410"/>
                    <a:pt x="573" y="314"/>
                  </a:cubicBezTo>
                  <a:cubicBezTo>
                    <a:pt x="556" y="269"/>
                    <a:pt x="556" y="225"/>
                    <a:pt x="573" y="186"/>
                  </a:cubicBezTo>
                  <a:cubicBezTo>
                    <a:pt x="605" y="117"/>
                    <a:pt x="684" y="82"/>
                    <a:pt x="740" y="62"/>
                  </a:cubicBezTo>
                  <a:cubicBezTo>
                    <a:pt x="811" y="37"/>
                    <a:pt x="993" y="14"/>
                    <a:pt x="1173" y="9"/>
                  </a:cubicBezTo>
                  <a:cubicBezTo>
                    <a:pt x="1461" y="0"/>
                    <a:pt x="1590" y="34"/>
                    <a:pt x="1647" y="65"/>
                  </a:cubicBezTo>
                  <a:cubicBezTo>
                    <a:pt x="1673" y="78"/>
                    <a:pt x="1682" y="110"/>
                    <a:pt x="1669" y="135"/>
                  </a:cubicBezTo>
                  <a:cubicBezTo>
                    <a:pt x="1655" y="161"/>
                    <a:pt x="1624" y="170"/>
                    <a:pt x="1598" y="157"/>
                  </a:cubicBezTo>
                  <a:cubicBezTo>
                    <a:pt x="1535" y="123"/>
                    <a:pt x="1377" y="107"/>
                    <a:pt x="1176" y="113"/>
                  </a:cubicBezTo>
                  <a:cubicBezTo>
                    <a:pt x="992" y="118"/>
                    <a:pt x="827" y="141"/>
                    <a:pt x="775" y="160"/>
                  </a:cubicBezTo>
                  <a:cubicBezTo>
                    <a:pt x="715" y="181"/>
                    <a:pt x="680" y="204"/>
                    <a:pt x="668" y="230"/>
                  </a:cubicBezTo>
                  <a:cubicBezTo>
                    <a:pt x="664" y="238"/>
                    <a:pt x="660" y="252"/>
                    <a:pt x="670" y="277"/>
                  </a:cubicBezTo>
                  <a:cubicBezTo>
                    <a:pt x="690" y="327"/>
                    <a:pt x="761" y="352"/>
                    <a:pt x="843" y="380"/>
                  </a:cubicBezTo>
                  <a:cubicBezTo>
                    <a:pt x="947" y="416"/>
                    <a:pt x="1065" y="457"/>
                    <a:pt x="1139" y="568"/>
                  </a:cubicBezTo>
                  <a:cubicBezTo>
                    <a:pt x="1190" y="645"/>
                    <a:pt x="1202" y="715"/>
                    <a:pt x="1176" y="775"/>
                  </a:cubicBezTo>
                  <a:cubicBezTo>
                    <a:pt x="1115" y="916"/>
                    <a:pt x="865" y="960"/>
                    <a:pt x="601" y="1006"/>
                  </a:cubicBezTo>
                  <a:cubicBezTo>
                    <a:pt x="481" y="1026"/>
                    <a:pt x="357" y="1048"/>
                    <a:pt x="263" y="1078"/>
                  </a:cubicBezTo>
                  <a:cubicBezTo>
                    <a:pt x="200" y="1098"/>
                    <a:pt x="123" y="1131"/>
                    <a:pt x="108" y="1176"/>
                  </a:cubicBezTo>
                  <a:cubicBezTo>
                    <a:pt x="100" y="1198"/>
                    <a:pt x="80" y="1212"/>
                    <a:pt x="58" y="1212"/>
                  </a:cubicBezTo>
                  <a:close/>
                </a:path>
              </a:pathLst>
            </a:custGeom>
            <a:solidFill>
              <a:srgbClr val="1D57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68" name="Freeform 8">
              <a:extLst>
                <a:ext uri="{FF2B5EF4-FFF2-40B4-BE49-F238E27FC236}">
                  <a16:creationId xmlns:a16="http://schemas.microsoft.com/office/drawing/2014/main" id="{6F20F972-FB4D-A647-8F75-ACED33FFAF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6931" y="448079"/>
              <a:ext cx="1572331" cy="2429538"/>
            </a:xfrm>
            <a:custGeom>
              <a:avLst/>
              <a:gdLst>
                <a:gd name="T0" fmla="*/ 406 w 742"/>
                <a:gd name="T1" fmla="*/ 1146 h 1146"/>
                <a:gd name="T2" fmla="*/ 355 w 742"/>
                <a:gd name="T3" fmla="*/ 1099 h 1146"/>
                <a:gd name="T4" fmla="*/ 387 w 742"/>
                <a:gd name="T5" fmla="*/ 1045 h 1146"/>
                <a:gd name="T6" fmla="*/ 366 w 742"/>
                <a:gd name="T7" fmla="*/ 853 h 1146"/>
                <a:gd name="T8" fmla="*/ 247 w 742"/>
                <a:gd name="T9" fmla="*/ 732 h 1146"/>
                <a:gd name="T10" fmla="*/ 152 w 742"/>
                <a:gd name="T11" fmla="*/ 650 h 1146"/>
                <a:gd name="T12" fmla="*/ 136 w 742"/>
                <a:gd name="T13" fmla="*/ 132 h 1146"/>
                <a:gd name="T14" fmla="*/ 442 w 742"/>
                <a:gd name="T15" fmla="*/ 2 h 1146"/>
                <a:gd name="T16" fmla="*/ 709 w 742"/>
                <a:gd name="T17" fmla="*/ 65 h 1146"/>
                <a:gd name="T18" fmla="*/ 727 w 742"/>
                <a:gd name="T19" fmla="*/ 137 h 1146"/>
                <a:gd name="T20" fmla="*/ 655 w 742"/>
                <a:gd name="T21" fmla="*/ 154 h 1146"/>
                <a:gd name="T22" fmla="*/ 444 w 742"/>
                <a:gd name="T23" fmla="*/ 106 h 1146"/>
                <a:gd name="T24" fmla="*/ 214 w 742"/>
                <a:gd name="T25" fmla="*/ 201 h 1146"/>
                <a:gd name="T26" fmla="*/ 228 w 742"/>
                <a:gd name="T27" fmla="*/ 579 h 1146"/>
                <a:gd name="T28" fmla="*/ 310 w 742"/>
                <a:gd name="T29" fmla="*/ 650 h 1146"/>
                <a:gd name="T30" fmla="*/ 459 w 742"/>
                <a:gd name="T31" fmla="*/ 806 h 1146"/>
                <a:gd name="T32" fmla="*/ 477 w 742"/>
                <a:gd name="T33" fmla="*/ 1099 h 1146"/>
                <a:gd name="T34" fmla="*/ 412 w 742"/>
                <a:gd name="T35" fmla="*/ 1145 h 1146"/>
                <a:gd name="T36" fmla="*/ 406 w 742"/>
                <a:gd name="T37" fmla="*/ 1146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42" h="1146">
                  <a:moveTo>
                    <a:pt x="406" y="1146"/>
                  </a:moveTo>
                  <a:cubicBezTo>
                    <a:pt x="380" y="1146"/>
                    <a:pt x="358" y="1126"/>
                    <a:pt x="355" y="1099"/>
                  </a:cubicBezTo>
                  <a:cubicBezTo>
                    <a:pt x="352" y="1076"/>
                    <a:pt x="366" y="1054"/>
                    <a:pt x="387" y="1045"/>
                  </a:cubicBezTo>
                  <a:cubicBezTo>
                    <a:pt x="399" y="1014"/>
                    <a:pt x="393" y="906"/>
                    <a:pt x="366" y="853"/>
                  </a:cubicBezTo>
                  <a:cubicBezTo>
                    <a:pt x="342" y="805"/>
                    <a:pt x="296" y="770"/>
                    <a:pt x="247" y="732"/>
                  </a:cubicBezTo>
                  <a:cubicBezTo>
                    <a:pt x="214" y="707"/>
                    <a:pt x="181" y="681"/>
                    <a:pt x="152" y="650"/>
                  </a:cubicBezTo>
                  <a:cubicBezTo>
                    <a:pt x="35" y="525"/>
                    <a:pt x="0" y="287"/>
                    <a:pt x="136" y="132"/>
                  </a:cubicBezTo>
                  <a:cubicBezTo>
                    <a:pt x="228" y="28"/>
                    <a:pt x="353" y="4"/>
                    <a:pt x="442" y="2"/>
                  </a:cubicBezTo>
                  <a:cubicBezTo>
                    <a:pt x="539" y="0"/>
                    <a:pt x="641" y="24"/>
                    <a:pt x="709" y="65"/>
                  </a:cubicBezTo>
                  <a:cubicBezTo>
                    <a:pt x="734" y="80"/>
                    <a:pt x="742" y="112"/>
                    <a:pt x="727" y="137"/>
                  </a:cubicBezTo>
                  <a:cubicBezTo>
                    <a:pt x="712" y="161"/>
                    <a:pt x="680" y="169"/>
                    <a:pt x="655" y="154"/>
                  </a:cubicBezTo>
                  <a:cubicBezTo>
                    <a:pt x="614" y="129"/>
                    <a:pt x="532" y="104"/>
                    <a:pt x="444" y="106"/>
                  </a:cubicBezTo>
                  <a:cubicBezTo>
                    <a:pt x="376" y="107"/>
                    <a:pt x="281" y="125"/>
                    <a:pt x="214" y="201"/>
                  </a:cubicBezTo>
                  <a:cubicBezTo>
                    <a:pt x="136" y="290"/>
                    <a:pt x="123" y="467"/>
                    <a:pt x="228" y="579"/>
                  </a:cubicBezTo>
                  <a:cubicBezTo>
                    <a:pt x="251" y="604"/>
                    <a:pt x="280" y="626"/>
                    <a:pt x="310" y="650"/>
                  </a:cubicBezTo>
                  <a:cubicBezTo>
                    <a:pt x="366" y="693"/>
                    <a:pt x="424" y="737"/>
                    <a:pt x="459" y="806"/>
                  </a:cubicBezTo>
                  <a:cubicBezTo>
                    <a:pt x="492" y="872"/>
                    <a:pt x="515" y="1027"/>
                    <a:pt x="477" y="1099"/>
                  </a:cubicBezTo>
                  <a:cubicBezTo>
                    <a:pt x="457" y="1135"/>
                    <a:pt x="428" y="1143"/>
                    <a:pt x="412" y="1145"/>
                  </a:cubicBezTo>
                  <a:cubicBezTo>
                    <a:pt x="410" y="1145"/>
                    <a:pt x="408" y="1146"/>
                    <a:pt x="406" y="1146"/>
                  </a:cubicBezTo>
                  <a:close/>
                </a:path>
              </a:pathLst>
            </a:custGeom>
            <a:solidFill>
              <a:srgbClr val="0017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6216" name="Freeform 9">
              <a:extLst>
                <a:ext uri="{FF2B5EF4-FFF2-40B4-BE49-F238E27FC236}">
                  <a16:creationId xmlns:a16="http://schemas.microsoft.com/office/drawing/2014/main" id="{41090E35-1793-DD19-5983-64C9C28FD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103" y="219251"/>
              <a:ext cx="2271713" cy="2473325"/>
            </a:xfrm>
            <a:custGeom>
              <a:avLst/>
              <a:gdLst>
                <a:gd name="T0" fmla="*/ 127148 w 1072"/>
                <a:gd name="T1" fmla="*/ 2473325 h 1167"/>
                <a:gd name="T2" fmla="*/ 76289 w 1072"/>
                <a:gd name="T3" fmla="*/ 2460609 h 1167"/>
                <a:gd name="T4" fmla="*/ 27549 w 1072"/>
                <a:gd name="T5" fmla="*/ 2312252 h 1167"/>
                <a:gd name="T6" fmla="*/ 59336 w 1072"/>
                <a:gd name="T7" fmla="*/ 2250789 h 1167"/>
                <a:gd name="T8" fmla="*/ 712029 w 1072"/>
                <a:gd name="T9" fmla="*/ 1167782 h 1167"/>
                <a:gd name="T10" fmla="*/ 2106420 w 1072"/>
                <a:gd name="T11" fmla="*/ 21194 h 1167"/>
                <a:gd name="T12" fmla="*/ 2250522 w 1072"/>
                <a:gd name="T13" fmla="*/ 84775 h 1167"/>
                <a:gd name="T14" fmla="*/ 2186948 w 1072"/>
                <a:gd name="T15" fmla="*/ 226774 h 1167"/>
                <a:gd name="T16" fmla="*/ 883679 w 1072"/>
                <a:gd name="T17" fmla="*/ 1303423 h 1167"/>
                <a:gd name="T18" fmla="*/ 256415 w 1072"/>
                <a:gd name="T19" fmla="*/ 2350401 h 1167"/>
                <a:gd name="T20" fmla="*/ 224628 w 1072"/>
                <a:gd name="T21" fmla="*/ 2411863 h 1167"/>
                <a:gd name="T22" fmla="*/ 127148 w 1072"/>
                <a:gd name="T23" fmla="*/ 2473325 h 11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72" h="1167">
                  <a:moveTo>
                    <a:pt x="60" y="1167"/>
                  </a:moveTo>
                  <a:cubicBezTo>
                    <a:pt x="52" y="1167"/>
                    <a:pt x="44" y="1165"/>
                    <a:pt x="36" y="1161"/>
                  </a:cubicBezTo>
                  <a:cubicBezTo>
                    <a:pt x="11" y="1148"/>
                    <a:pt x="0" y="1117"/>
                    <a:pt x="13" y="1091"/>
                  </a:cubicBezTo>
                  <a:cubicBezTo>
                    <a:pt x="18" y="1082"/>
                    <a:pt x="22" y="1073"/>
                    <a:pt x="28" y="1062"/>
                  </a:cubicBezTo>
                  <a:cubicBezTo>
                    <a:pt x="85" y="948"/>
                    <a:pt x="191" y="734"/>
                    <a:pt x="336" y="551"/>
                  </a:cubicBezTo>
                  <a:cubicBezTo>
                    <a:pt x="629" y="178"/>
                    <a:pt x="894" y="48"/>
                    <a:pt x="994" y="10"/>
                  </a:cubicBezTo>
                  <a:cubicBezTo>
                    <a:pt x="1021" y="0"/>
                    <a:pt x="1051" y="13"/>
                    <a:pt x="1062" y="40"/>
                  </a:cubicBezTo>
                  <a:cubicBezTo>
                    <a:pt x="1072" y="67"/>
                    <a:pt x="1058" y="97"/>
                    <a:pt x="1032" y="107"/>
                  </a:cubicBezTo>
                  <a:cubicBezTo>
                    <a:pt x="940" y="142"/>
                    <a:pt x="695" y="263"/>
                    <a:pt x="417" y="615"/>
                  </a:cubicBezTo>
                  <a:cubicBezTo>
                    <a:pt x="280" y="790"/>
                    <a:pt x="176" y="997"/>
                    <a:pt x="121" y="1109"/>
                  </a:cubicBezTo>
                  <a:cubicBezTo>
                    <a:pt x="115" y="1119"/>
                    <a:pt x="111" y="1129"/>
                    <a:pt x="106" y="1138"/>
                  </a:cubicBezTo>
                  <a:cubicBezTo>
                    <a:pt x="97" y="1156"/>
                    <a:pt x="79" y="1167"/>
                    <a:pt x="60" y="1167"/>
                  </a:cubicBezTo>
                  <a:close/>
                </a:path>
              </a:pathLst>
            </a:custGeom>
            <a:solidFill>
              <a:srgbClr val="FC0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 dirty="0"/>
            </a:p>
          </p:txBody>
        </p:sp>
      </p:grpSp>
      <p:grpSp>
        <p:nvGrpSpPr>
          <p:cNvPr id="46084" name="Group 2">
            <a:extLst>
              <a:ext uri="{FF2B5EF4-FFF2-40B4-BE49-F238E27FC236}">
                <a16:creationId xmlns:a16="http://schemas.microsoft.com/office/drawing/2014/main" id="{FCDEB24B-1007-F2CC-DADC-7D96821C9793}"/>
              </a:ext>
            </a:extLst>
          </p:cNvPr>
          <p:cNvGrpSpPr>
            <a:grpSpLocks/>
          </p:cNvGrpSpPr>
          <p:nvPr/>
        </p:nvGrpSpPr>
        <p:grpSpPr bwMode="auto">
          <a:xfrm>
            <a:off x="11376025" y="388938"/>
            <a:ext cx="360363" cy="466725"/>
            <a:chOff x="11376383" y="389144"/>
            <a:chExt cx="360002" cy="465737"/>
          </a:xfrm>
        </p:grpSpPr>
        <p:sp>
          <p:nvSpPr>
            <p:cNvPr id="638" name="Pentagon 637">
              <a:extLst>
                <a:ext uri="{FF2B5EF4-FFF2-40B4-BE49-F238E27FC236}">
                  <a16:creationId xmlns:a16="http://schemas.microsoft.com/office/drawing/2014/main" id="{34ADA0CE-BCC1-DF90-E529-0E7B57A342EF}"/>
                </a:ext>
              </a:extLst>
            </p:cNvPr>
            <p:cNvSpPr/>
            <p:nvPr/>
          </p:nvSpPr>
          <p:spPr>
            <a:xfrm rot="5400000">
              <a:off x="11354407" y="411120"/>
              <a:ext cx="403955" cy="360002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79765954-56DC-768B-384A-1C6DA2E2DA06}"/>
                </a:ext>
              </a:extLst>
            </p:cNvPr>
            <p:cNvCxnSpPr/>
            <p:nvPr/>
          </p:nvCxnSpPr>
          <p:spPr>
            <a:xfrm>
              <a:off x="11550833" y="726565"/>
              <a:ext cx="0" cy="128316"/>
            </a:xfrm>
            <a:prstGeom prst="line">
              <a:avLst/>
            </a:prstGeom>
            <a:ln>
              <a:solidFill>
                <a:schemeClr val="accent2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085" name="TextBox 638">
            <a:extLst>
              <a:ext uri="{FF2B5EF4-FFF2-40B4-BE49-F238E27FC236}">
                <a16:creationId xmlns:a16="http://schemas.microsoft.com/office/drawing/2014/main" id="{8D8E39B6-B72E-C948-E1EE-C185EEF56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90300" y="387350"/>
            <a:ext cx="5572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fld id="{D95A3F76-14D4-4A3B-8187-9E866394116F}" type="slidenum">
              <a:rPr lang="en-US" altLang="LID4096" sz="1200">
                <a:solidFill>
                  <a:schemeClr val="bg1"/>
                </a:solidFill>
              </a:rPr>
              <a:pPr algn="ctr" eaLnBrk="1" hangingPunct="1"/>
              <a:t>3</a:t>
            </a:fld>
            <a:endParaRPr lang="en-US" altLang="LID4096" sz="1200">
              <a:solidFill>
                <a:schemeClr val="bg1"/>
              </a:solidFill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D9DC6DD6-1FDB-EB22-6D32-EE8CED36F305}"/>
              </a:ext>
            </a:extLst>
          </p:cNvPr>
          <p:cNvSpPr txBox="1"/>
          <p:nvPr/>
        </p:nvSpPr>
        <p:spPr>
          <a:xfrm>
            <a:off x="217488" y="387350"/>
            <a:ext cx="24032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Key</a:t>
            </a:r>
            <a:r>
              <a:rPr lang="id-ID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 </a:t>
            </a:r>
            <a:r>
              <a:rPr lang="en-GB" sz="2800" b="1" dirty="0">
                <a:solidFill>
                  <a:srgbClr val="FC0073"/>
                </a:solidFill>
                <a:latin typeface="Source Sans Pro" panose="020B0503030403020204" pitchFamily="34" charset="0"/>
              </a:rPr>
              <a:t>Features</a:t>
            </a:r>
            <a:endParaRPr lang="en-US" sz="2800" b="1" dirty="0">
              <a:solidFill>
                <a:srgbClr val="FC0073"/>
              </a:solidFill>
              <a:latin typeface="Source Sans Pro" panose="020B0503030403020204" pitchFamily="34" charset="0"/>
            </a:endParaRPr>
          </a:p>
        </p:txBody>
      </p:sp>
      <p:grpSp>
        <p:nvGrpSpPr>
          <p:cNvPr id="46087" name="Group 3">
            <a:extLst>
              <a:ext uri="{FF2B5EF4-FFF2-40B4-BE49-F238E27FC236}">
                <a16:creationId xmlns:a16="http://schemas.microsoft.com/office/drawing/2014/main" id="{5283946E-623C-A9B1-57A3-9DF0418B778C}"/>
              </a:ext>
            </a:extLst>
          </p:cNvPr>
          <p:cNvGrpSpPr>
            <a:grpSpLocks/>
          </p:cNvGrpSpPr>
          <p:nvPr/>
        </p:nvGrpSpPr>
        <p:grpSpPr bwMode="auto">
          <a:xfrm>
            <a:off x="3389313" y="3589338"/>
            <a:ext cx="3460750" cy="3268662"/>
            <a:chOff x="4111718" y="3588240"/>
            <a:chExt cx="3460750" cy="3268663"/>
          </a:xfrm>
        </p:grpSpPr>
        <p:sp>
          <p:nvSpPr>
            <p:cNvPr id="46100" name="Freeform 5">
              <a:extLst>
                <a:ext uri="{FF2B5EF4-FFF2-40B4-BE49-F238E27FC236}">
                  <a16:creationId xmlns:a16="http://schemas.microsoft.com/office/drawing/2014/main" id="{186530D3-4F9C-A8DB-1188-2134EFA6E9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410168" y="4135928"/>
              <a:ext cx="2867025" cy="1901825"/>
            </a:xfrm>
            <a:custGeom>
              <a:avLst/>
              <a:gdLst>
                <a:gd name="T0" fmla="*/ 2802742 w 1338"/>
                <a:gd name="T1" fmla="*/ 1901825 h 888"/>
                <a:gd name="T2" fmla="*/ 64283 w 1338"/>
                <a:gd name="T3" fmla="*/ 1901825 h 888"/>
                <a:gd name="T4" fmla="*/ 0 w 1338"/>
                <a:gd name="T5" fmla="*/ 1837574 h 888"/>
                <a:gd name="T6" fmla="*/ 0 w 1338"/>
                <a:gd name="T7" fmla="*/ 64251 h 888"/>
                <a:gd name="T8" fmla="*/ 64283 w 1338"/>
                <a:gd name="T9" fmla="*/ 0 h 888"/>
                <a:gd name="T10" fmla="*/ 2802742 w 1338"/>
                <a:gd name="T11" fmla="*/ 0 h 888"/>
                <a:gd name="T12" fmla="*/ 2867025 w 1338"/>
                <a:gd name="T13" fmla="*/ 64251 h 888"/>
                <a:gd name="T14" fmla="*/ 2867025 w 1338"/>
                <a:gd name="T15" fmla="*/ 1837574 h 888"/>
                <a:gd name="T16" fmla="*/ 2802742 w 1338"/>
                <a:gd name="T17" fmla="*/ 1901825 h 88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38" h="888">
                  <a:moveTo>
                    <a:pt x="1308" y="888"/>
                  </a:moveTo>
                  <a:cubicBezTo>
                    <a:pt x="30" y="888"/>
                    <a:pt x="30" y="888"/>
                    <a:pt x="30" y="888"/>
                  </a:cubicBezTo>
                  <a:cubicBezTo>
                    <a:pt x="14" y="888"/>
                    <a:pt x="0" y="875"/>
                    <a:pt x="0" y="85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1308" y="0"/>
                    <a:pt x="1308" y="0"/>
                    <a:pt x="1308" y="0"/>
                  </a:cubicBezTo>
                  <a:cubicBezTo>
                    <a:pt x="1324" y="0"/>
                    <a:pt x="1338" y="13"/>
                    <a:pt x="1338" y="30"/>
                  </a:cubicBezTo>
                  <a:cubicBezTo>
                    <a:pt x="1338" y="858"/>
                    <a:pt x="1338" y="858"/>
                    <a:pt x="1338" y="858"/>
                  </a:cubicBezTo>
                  <a:cubicBezTo>
                    <a:pt x="1338" y="875"/>
                    <a:pt x="1324" y="888"/>
                    <a:pt x="130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01" name="Freeform 6">
              <a:extLst>
                <a:ext uri="{FF2B5EF4-FFF2-40B4-BE49-F238E27FC236}">
                  <a16:creationId xmlns:a16="http://schemas.microsoft.com/office/drawing/2014/main" id="{BC5D45A1-52F5-633B-7483-F1E359764BF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29531" y="4135928"/>
              <a:ext cx="158750" cy="104775"/>
            </a:xfrm>
            <a:custGeom>
              <a:avLst/>
              <a:gdLst>
                <a:gd name="T0" fmla="*/ 158750 w 74"/>
                <a:gd name="T1" fmla="*/ 104775 h 49"/>
                <a:gd name="T2" fmla="*/ 0 w 74"/>
                <a:gd name="T3" fmla="*/ 104775 h 49"/>
                <a:gd name="T4" fmla="*/ 0 w 74"/>
                <a:gd name="T5" fmla="*/ 14968 h 49"/>
                <a:gd name="T6" fmla="*/ 15017 w 74"/>
                <a:gd name="T7" fmla="*/ 0 h 49"/>
                <a:gd name="T8" fmla="*/ 143733 w 74"/>
                <a:gd name="T9" fmla="*/ 0 h 49"/>
                <a:gd name="T10" fmla="*/ 158750 w 74"/>
                <a:gd name="T11" fmla="*/ 14968 h 49"/>
                <a:gd name="T12" fmla="*/ 158750 w 74"/>
                <a:gd name="T13" fmla="*/ 104775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49">
                  <a:moveTo>
                    <a:pt x="74" y="49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4" y="3"/>
                    <a:pt x="74" y="7"/>
                  </a:cubicBezTo>
                  <a:lnTo>
                    <a:pt x="74" y="49"/>
                  </a:ln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02" name="Freeform 7">
              <a:extLst>
                <a:ext uri="{FF2B5EF4-FFF2-40B4-BE49-F238E27FC236}">
                  <a16:creationId xmlns:a16="http://schemas.microsoft.com/office/drawing/2014/main" id="{BCF5DB8F-CBFA-BD4A-8F13-9AC385542D4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97493" y="4135928"/>
              <a:ext cx="158750" cy="104775"/>
            </a:xfrm>
            <a:custGeom>
              <a:avLst/>
              <a:gdLst>
                <a:gd name="T0" fmla="*/ 158750 w 74"/>
                <a:gd name="T1" fmla="*/ 104775 h 49"/>
                <a:gd name="T2" fmla="*/ 0 w 74"/>
                <a:gd name="T3" fmla="*/ 104775 h 49"/>
                <a:gd name="T4" fmla="*/ 0 w 74"/>
                <a:gd name="T5" fmla="*/ 14968 h 49"/>
                <a:gd name="T6" fmla="*/ 15017 w 74"/>
                <a:gd name="T7" fmla="*/ 0 h 49"/>
                <a:gd name="T8" fmla="*/ 143733 w 74"/>
                <a:gd name="T9" fmla="*/ 0 h 49"/>
                <a:gd name="T10" fmla="*/ 158750 w 74"/>
                <a:gd name="T11" fmla="*/ 14968 h 49"/>
                <a:gd name="T12" fmla="*/ 158750 w 74"/>
                <a:gd name="T13" fmla="*/ 104775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49">
                  <a:moveTo>
                    <a:pt x="74" y="49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4" y="3"/>
                    <a:pt x="74" y="7"/>
                  </a:cubicBezTo>
                  <a:lnTo>
                    <a:pt x="74" y="49"/>
                  </a:ln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03" name="Freeform 8">
              <a:extLst>
                <a:ext uri="{FF2B5EF4-FFF2-40B4-BE49-F238E27FC236}">
                  <a16:creationId xmlns:a16="http://schemas.microsoft.com/office/drawing/2014/main" id="{9C6B8D4D-D9EC-E09B-ABC5-A53FC637607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111718" y="3588240"/>
              <a:ext cx="3460750" cy="515938"/>
            </a:xfrm>
            <a:custGeom>
              <a:avLst/>
              <a:gdLst>
                <a:gd name="T0" fmla="*/ 3364320 w 1615"/>
                <a:gd name="T1" fmla="*/ 515938 h 241"/>
                <a:gd name="T2" fmla="*/ 102858 w 1615"/>
                <a:gd name="T3" fmla="*/ 515938 h 241"/>
                <a:gd name="T4" fmla="*/ 34286 w 1615"/>
                <a:gd name="T5" fmla="*/ 428164 h 241"/>
                <a:gd name="T6" fmla="*/ 306432 w 1615"/>
                <a:gd name="T7" fmla="*/ 0 h 241"/>
                <a:gd name="T8" fmla="*/ 3165033 w 1615"/>
                <a:gd name="T9" fmla="*/ 0 h 241"/>
                <a:gd name="T10" fmla="*/ 3407178 w 1615"/>
                <a:gd name="T11" fmla="*/ 383207 h 241"/>
                <a:gd name="T12" fmla="*/ 3364320 w 1615"/>
                <a:gd name="T13" fmla="*/ 515938 h 2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5" h="241">
                  <a:moveTo>
                    <a:pt x="1570" y="241"/>
                  </a:moveTo>
                  <a:cubicBezTo>
                    <a:pt x="48" y="241"/>
                    <a:pt x="48" y="241"/>
                    <a:pt x="48" y="241"/>
                  </a:cubicBezTo>
                  <a:cubicBezTo>
                    <a:pt x="12" y="241"/>
                    <a:pt x="0" y="224"/>
                    <a:pt x="16" y="20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77" y="0"/>
                    <a:pt x="1477" y="0"/>
                    <a:pt x="1477" y="0"/>
                  </a:cubicBezTo>
                  <a:cubicBezTo>
                    <a:pt x="1590" y="179"/>
                    <a:pt x="1590" y="179"/>
                    <a:pt x="1590" y="179"/>
                  </a:cubicBezTo>
                  <a:cubicBezTo>
                    <a:pt x="1615" y="220"/>
                    <a:pt x="1611" y="241"/>
                    <a:pt x="1570" y="241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04" name="Freeform 9">
              <a:extLst>
                <a:ext uri="{FF2B5EF4-FFF2-40B4-BE49-F238E27FC236}">
                  <a16:creationId xmlns:a16="http://schemas.microsoft.com/office/drawing/2014/main" id="{719ABAAE-CF62-AF99-03F3-3E9BAD9D601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310156" y="3718415"/>
              <a:ext cx="3071813" cy="327025"/>
            </a:xfrm>
            <a:custGeom>
              <a:avLst/>
              <a:gdLst>
                <a:gd name="T0" fmla="*/ 0 w 1935"/>
                <a:gd name="T1" fmla="*/ 327025 h 206"/>
                <a:gd name="T2" fmla="*/ 200025 w 1935"/>
                <a:gd name="T3" fmla="*/ 0 h 206"/>
                <a:gd name="T4" fmla="*/ 2870200 w 1935"/>
                <a:gd name="T5" fmla="*/ 0 h 206"/>
                <a:gd name="T6" fmla="*/ 3071813 w 1935"/>
                <a:gd name="T7" fmla="*/ 327025 h 206"/>
                <a:gd name="T8" fmla="*/ 0 w 1935"/>
                <a:gd name="T9" fmla="*/ 327025 h 2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35" h="206">
                  <a:moveTo>
                    <a:pt x="0" y="206"/>
                  </a:moveTo>
                  <a:lnTo>
                    <a:pt x="126" y="0"/>
                  </a:lnTo>
                  <a:lnTo>
                    <a:pt x="1808" y="0"/>
                  </a:lnTo>
                  <a:lnTo>
                    <a:pt x="1935" y="206"/>
                  </a:lnTo>
                  <a:lnTo>
                    <a:pt x="0" y="206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05" name="Freeform 10">
              <a:extLst>
                <a:ext uri="{FF2B5EF4-FFF2-40B4-BE49-F238E27FC236}">
                  <a16:creationId xmlns:a16="http://schemas.microsoft.com/office/drawing/2014/main" id="{F85AA079-5A7A-8CDA-7BEE-EE8498D92F3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175218" y="3600940"/>
              <a:ext cx="3333750" cy="25400"/>
            </a:xfrm>
            <a:custGeom>
              <a:avLst/>
              <a:gdLst>
                <a:gd name="T0" fmla="*/ 3320887 w 1555"/>
                <a:gd name="T1" fmla="*/ 25400 h 12"/>
                <a:gd name="T2" fmla="*/ 12863 w 1555"/>
                <a:gd name="T3" fmla="*/ 25400 h 12"/>
                <a:gd name="T4" fmla="*/ 0 w 1555"/>
                <a:gd name="T5" fmla="*/ 12700 h 12"/>
                <a:gd name="T6" fmla="*/ 0 w 1555"/>
                <a:gd name="T7" fmla="*/ 12700 h 12"/>
                <a:gd name="T8" fmla="*/ 12863 w 1555"/>
                <a:gd name="T9" fmla="*/ 0 h 12"/>
                <a:gd name="T10" fmla="*/ 3320887 w 1555"/>
                <a:gd name="T11" fmla="*/ 0 h 12"/>
                <a:gd name="T12" fmla="*/ 3333750 w 1555"/>
                <a:gd name="T13" fmla="*/ 12700 h 12"/>
                <a:gd name="T14" fmla="*/ 3333750 w 1555"/>
                <a:gd name="T15" fmla="*/ 12700 h 12"/>
                <a:gd name="T16" fmla="*/ 3320887 w 1555"/>
                <a:gd name="T17" fmla="*/ 25400 h 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55" h="12">
                  <a:moveTo>
                    <a:pt x="1549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49" y="0"/>
                    <a:pt x="1549" y="0"/>
                    <a:pt x="1549" y="0"/>
                  </a:cubicBezTo>
                  <a:cubicBezTo>
                    <a:pt x="1552" y="0"/>
                    <a:pt x="1555" y="3"/>
                    <a:pt x="1555" y="6"/>
                  </a:cubicBezTo>
                  <a:cubicBezTo>
                    <a:pt x="1555" y="6"/>
                    <a:pt x="1555" y="6"/>
                    <a:pt x="1555" y="6"/>
                  </a:cubicBezTo>
                  <a:cubicBezTo>
                    <a:pt x="1555" y="9"/>
                    <a:pt x="1552" y="12"/>
                    <a:pt x="1549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06" name="Freeform 11">
              <a:extLst>
                <a:ext uri="{FF2B5EF4-FFF2-40B4-BE49-F238E27FC236}">
                  <a16:creationId xmlns:a16="http://schemas.microsoft.com/office/drawing/2014/main" id="{35B3F65C-E5C4-3D6E-7489-0E21E5C8701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39056" y="4054965"/>
              <a:ext cx="138113" cy="160338"/>
            </a:xfrm>
            <a:custGeom>
              <a:avLst/>
              <a:gdLst>
                <a:gd name="T0" fmla="*/ 125364 w 65"/>
                <a:gd name="T1" fmla="*/ 160338 h 75"/>
                <a:gd name="T2" fmla="*/ 12749 w 65"/>
                <a:gd name="T3" fmla="*/ 160338 h 75"/>
                <a:gd name="T4" fmla="*/ 0 w 65"/>
                <a:gd name="T5" fmla="*/ 147511 h 75"/>
                <a:gd name="T6" fmla="*/ 0 w 65"/>
                <a:gd name="T7" fmla="*/ 14965 h 75"/>
                <a:gd name="T8" fmla="*/ 12749 w 65"/>
                <a:gd name="T9" fmla="*/ 0 h 75"/>
                <a:gd name="T10" fmla="*/ 125364 w 65"/>
                <a:gd name="T11" fmla="*/ 0 h 75"/>
                <a:gd name="T12" fmla="*/ 138113 w 65"/>
                <a:gd name="T13" fmla="*/ 14965 h 75"/>
                <a:gd name="T14" fmla="*/ 138113 w 65"/>
                <a:gd name="T15" fmla="*/ 147511 h 75"/>
                <a:gd name="T16" fmla="*/ 125364 w 65"/>
                <a:gd name="T17" fmla="*/ 160338 h 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5" h="75">
                  <a:moveTo>
                    <a:pt x="59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3" y="75"/>
                    <a:pt x="0" y="73"/>
                    <a:pt x="0" y="6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3" y="0"/>
                    <a:pt x="65" y="3"/>
                    <a:pt x="65" y="7"/>
                  </a:cubicBezTo>
                  <a:cubicBezTo>
                    <a:pt x="65" y="69"/>
                    <a:pt x="65" y="69"/>
                    <a:pt x="65" y="69"/>
                  </a:cubicBezTo>
                  <a:cubicBezTo>
                    <a:pt x="65" y="73"/>
                    <a:pt x="63" y="75"/>
                    <a:pt x="59" y="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07" name="Freeform 12">
              <a:extLst>
                <a:ext uri="{FF2B5EF4-FFF2-40B4-BE49-F238E27FC236}">
                  <a16:creationId xmlns:a16="http://schemas.microsoft.com/office/drawing/2014/main" id="{56532F95-DA29-3151-6999-087C6291B98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608606" y="4054965"/>
              <a:ext cx="139700" cy="160338"/>
            </a:xfrm>
            <a:custGeom>
              <a:avLst/>
              <a:gdLst>
                <a:gd name="T0" fmla="*/ 126805 w 65"/>
                <a:gd name="T1" fmla="*/ 160338 h 75"/>
                <a:gd name="T2" fmla="*/ 12895 w 65"/>
                <a:gd name="T3" fmla="*/ 160338 h 75"/>
                <a:gd name="T4" fmla="*/ 0 w 65"/>
                <a:gd name="T5" fmla="*/ 147511 h 75"/>
                <a:gd name="T6" fmla="*/ 0 w 65"/>
                <a:gd name="T7" fmla="*/ 14965 h 75"/>
                <a:gd name="T8" fmla="*/ 12895 w 65"/>
                <a:gd name="T9" fmla="*/ 0 h 75"/>
                <a:gd name="T10" fmla="*/ 126805 w 65"/>
                <a:gd name="T11" fmla="*/ 0 h 75"/>
                <a:gd name="T12" fmla="*/ 139700 w 65"/>
                <a:gd name="T13" fmla="*/ 14965 h 75"/>
                <a:gd name="T14" fmla="*/ 139700 w 65"/>
                <a:gd name="T15" fmla="*/ 147511 h 75"/>
                <a:gd name="T16" fmla="*/ 126805 w 65"/>
                <a:gd name="T17" fmla="*/ 160338 h 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5" h="75">
                  <a:moveTo>
                    <a:pt x="59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2" y="75"/>
                    <a:pt x="0" y="73"/>
                    <a:pt x="0" y="6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2" y="0"/>
                    <a:pt x="65" y="3"/>
                    <a:pt x="65" y="7"/>
                  </a:cubicBezTo>
                  <a:cubicBezTo>
                    <a:pt x="65" y="69"/>
                    <a:pt x="65" y="69"/>
                    <a:pt x="65" y="69"/>
                  </a:cubicBezTo>
                  <a:cubicBezTo>
                    <a:pt x="65" y="73"/>
                    <a:pt x="62" y="75"/>
                    <a:pt x="59" y="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08" name="Freeform 13">
              <a:extLst>
                <a:ext uri="{FF2B5EF4-FFF2-40B4-BE49-F238E27FC236}">
                  <a16:creationId xmlns:a16="http://schemas.microsoft.com/office/drawing/2014/main" id="{DFF2FB28-ECB0-9030-BBBD-95565EA1444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83206" y="4388340"/>
              <a:ext cx="123825" cy="103188"/>
            </a:xfrm>
            <a:custGeom>
              <a:avLst/>
              <a:gdLst>
                <a:gd name="T0" fmla="*/ 104611 w 58"/>
                <a:gd name="T1" fmla="*/ 103188 h 48"/>
                <a:gd name="T2" fmla="*/ 17079 w 58"/>
                <a:gd name="T3" fmla="*/ 103188 h 48"/>
                <a:gd name="T4" fmla="*/ 0 w 58"/>
                <a:gd name="T5" fmla="*/ 83840 h 48"/>
                <a:gd name="T6" fmla="*/ 0 w 58"/>
                <a:gd name="T7" fmla="*/ 17198 h 48"/>
                <a:gd name="T8" fmla="*/ 17079 w 58"/>
                <a:gd name="T9" fmla="*/ 0 h 48"/>
                <a:gd name="T10" fmla="*/ 104611 w 58"/>
                <a:gd name="T11" fmla="*/ 0 h 48"/>
                <a:gd name="T12" fmla="*/ 123825 w 58"/>
                <a:gd name="T13" fmla="*/ 17198 h 48"/>
                <a:gd name="T14" fmla="*/ 123825 w 58"/>
                <a:gd name="T15" fmla="*/ 83840 h 48"/>
                <a:gd name="T16" fmla="*/ 104611 w 58"/>
                <a:gd name="T17" fmla="*/ 10318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48">
                  <a:moveTo>
                    <a:pt x="49" y="48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4" y="48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54" y="0"/>
                    <a:pt x="58" y="4"/>
                    <a:pt x="58" y="8"/>
                  </a:cubicBezTo>
                  <a:cubicBezTo>
                    <a:pt x="58" y="39"/>
                    <a:pt x="58" y="39"/>
                    <a:pt x="58" y="39"/>
                  </a:cubicBezTo>
                  <a:cubicBezTo>
                    <a:pt x="58" y="44"/>
                    <a:pt x="54" y="48"/>
                    <a:pt x="49" y="48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09" name="Freeform 14">
              <a:extLst>
                <a:ext uri="{FF2B5EF4-FFF2-40B4-BE49-F238E27FC236}">
                  <a16:creationId xmlns:a16="http://schemas.microsoft.com/office/drawing/2014/main" id="{CC973AF8-A09D-0D1A-080C-41CA361B5FE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83206" y="4515340"/>
              <a:ext cx="123825" cy="133350"/>
            </a:xfrm>
            <a:custGeom>
              <a:avLst/>
              <a:gdLst>
                <a:gd name="T0" fmla="*/ 102476 w 58"/>
                <a:gd name="T1" fmla="*/ 133350 h 62"/>
                <a:gd name="T2" fmla="*/ 21349 w 58"/>
                <a:gd name="T3" fmla="*/ 133350 h 62"/>
                <a:gd name="T4" fmla="*/ 0 w 58"/>
                <a:gd name="T5" fmla="*/ 111842 h 62"/>
                <a:gd name="T6" fmla="*/ 0 w 58"/>
                <a:gd name="T7" fmla="*/ 21508 h 62"/>
                <a:gd name="T8" fmla="*/ 21349 w 58"/>
                <a:gd name="T9" fmla="*/ 0 h 62"/>
                <a:gd name="T10" fmla="*/ 102476 w 58"/>
                <a:gd name="T11" fmla="*/ 0 h 62"/>
                <a:gd name="T12" fmla="*/ 123825 w 58"/>
                <a:gd name="T13" fmla="*/ 21508 h 62"/>
                <a:gd name="T14" fmla="*/ 123825 w 58"/>
                <a:gd name="T15" fmla="*/ 111842 h 62"/>
                <a:gd name="T16" fmla="*/ 102476 w 58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62">
                  <a:moveTo>
                    <a:pt x="48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4" y="62"/>
                    <a:pt x="0" y="57"/>
                    <a:pt x="0" y="5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0"/>
                    <a:pt x="58" y="4"/>
                    <a:pt x="58" y="10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7"/>
                    <a:pt x="53" y="62"/>
                    <a:pt x="48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10" name="Freeform 15">
              <a:extLst>
                <a:ext uri="{FF2B5EF4-FFF2-40B4-BE49-F238E27FC236}">
                  <a16:creationId xmlns:a16="http://schemas.microsoft.com/office/drawing/2014/main" id="{EBE0F419-2DE8-E641-CF28-01C9D8F9D4E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83206" y="4670915"/>
              <a:ext cx="123825" cy="133350"/>
            </a:xfrm>
            <a:custGeom>
              <a:avLst/>
              <a:gdLst>
                <a:gd name="T0" fmla="*/ 102476 w 58"/>
                <a:gd name="T1" fmla="*/ 133350 h 62"/>
                <a:gd name="T2" fmla="*/ 21349 w 58"/>
                <a:gd name="T3" fmla="*/ 133350 h 62"/>
                <a:gd name="T4" fmla="*/ 0 w 58"/>
                <a:gd name="T5" fmla="*/ 111842 h 62"/>
                <a:gd name="T6" fmla="*/ 0 w 58"/>
                <a:gd name="T7" fmla="*/ 21508 h 62"/>
                <a:gd name="T8" fmla="*/ 21349 w 58"/>
                <a:gd name="T9" fmla="*/ 0 h 62"/>
                <a:gd name="T10" fmla="*/ 102476 w 58"/>
                <a:gd name="T11" fmla="*/ 0 h 62"/>
                <a:gd name="T12" fmla="*/ 123825 w 58"/>
                <a:gd name="T13" fmla="*/ 21508 h 62"/>
                <a:gd name="T14" fmla="*/ 123825 w 58"/>
                <a:gd name="T15" fmla="*/ 111842 h 62"/>
                <a:gd name="T16" fmla="*/ 102476 w 58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62">
                  <a:moveTo>
                    <a:pt x="48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4" y="62"/>
                    <a:pt x="0" y="57"/>
                    <a:pt x="0" y="5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0"/>
                    <a:pt x="58" y="4"/>
                    <a:pt x="58" y="10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7"/>
                    <a:pt x="53" y="62"/>
                    <a:pt x="48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11" name="Freeform 16">
              <a:extLst>
                <a:ext uri="{FF2B5EF4-FFF2-40B4-BE49-F238E27FC236}">
                  <a16:creationId xmlns:a16="http://schemas.microsoft.com/office/drawing/2014/main" id="{39FCA89E-E6FE-7CDE-75BE-AE662A26849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83206" y="4828077"/>
              <a:ext cx="123825" cy="134938"/>
            </a:xfrm>
            <a:custGeom>
              <a:avLst/>
              <a:gdLst>
                <a:gd name="T0" fmla="*/ 102476 w 58"/>
                <a:gd name="T1" fmla="*/ 134938 h 63"/>
                <a:gd name="T2" fmla="*/ 21349 w 58"/>
                <a:gd name="T3" fmla="*/ 134938 h 63"/>
                <a:gd name="T4" fmla="*/ 0 w 58"/>
                <a:gd name="T5" fmla="*/ 111377 h 63"/>
                <a:gd name="T6" fmla="*/ 0 w 58"/>
                <a:gd name="T7" fmla="*/ 23561 h 63"/>
                <a:gd name="T8" fmla="*/ 21349 w 58"/>
                <a:gd name="T9" fmla="*/ 0 h 63"/>
                <a:gd name="T10" fmla="*/ 102476 w 58"/>
                <a:gd name="T11" fmla="*/ 0 h 63"/>
                <a:gd name="T12" fmla="*/ 123825 w 58"/>
                <a:gd name="T13" fmla="*/ 23561 h 63"/>
                <a:gd name="T14" fmla="*/ 123825 w 58"/>
                <a:gd name="T15" fmla="*/ 111377 h 63"/>
                <a:gd name="T16" fmla="*/ 102476 w 58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63">
                  <a:moveTo>
                    <a:pt x="48" y="63"/>
                  </a:moveTo>
                  <a:cubicBezTo>
                    <a:pt x="10" y="63"/>
                    <a:pt x="10" y="63"/>
                    <a:pt x="10" y="63"/>
                  </a:cubicBezTo>
                  <a:cubicBezTo>
                    <a:pt x="4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0"/>
                    <a:pt x="58" y="5"/>
                    <a:pt x="58" y="11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8"/>
                    <a:pt x="53" y="63"/>
                    <a:pt x="48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12" name="Freeform 17">
              <a:extLst>
                <a:ext uri="{FF2B5EF4-FFF2-40B4-BE49-F238E27FC236}">
                  <a16:creationId xmlns:a16="http://schemas.microsoft.com/office/drawing/2014/main" id="{183E5FE2-BF54-7BB4-65B8-A6113A248DA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83206" y="4983653"/>
              <a:ext cx="123825" cy="136525"/>
            </a:xfrm>
            <a:custGeom>
              <a:avLst/>
              <a:gdLst>
                <a:gd name="T0" fmla="*/ 102476 w 58"/>
                <a:gd name="T1" fmla="*/ 136525 h 63"/>
                <a:gd name="T2" fmla="*/ 21349 w 58"/>
                <a:gd name="T3" fmla="*/ 136525 h 63"/>
                <a:gd name="T4" fmla="*/ 0 w 58"/>
                <a:gd name="T5" fmla="*/ 112687 h 63"/>
                <a:gd name="T6" fmla="*/ 0 w 58"/>
                <a:gd name="T7" fmla="*/ 23838 h 63"/>
                <a:gd name="T8" fmla="*/ 21349 w 58"/>
                <a:gd name="T9" fmla="*/ 0 h 63"/>
                <a:gd name="T10" fmla="*/ 102476 w 58"/>
                <a:gd name="T11" fmla="*/ 0 h 63"/>
                <a:gd name="T12" fmla="*/ 123825 w 58"/>
                <a:gd name="T13" fmla="*/ 23838 h 63"/>
                <a:gd name="T14" fmla="*/ 123825 w 58"/>
                <a:gd name="T15" fmla="*/ 112687 h 63"/>
                <a:gd name="T16" fmla="*/ 102476 w 58"/>
                <a:gd name="T17" fmla="*/ 136525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63">
                  <a:moveTo>
                    <a:pt x="48" y="63"/>
                  </a:moveTo>
                  <a:cubicBezTo>
                    <a:pt x="10" y="63"/>
                    <a:pt x="10" y="63"/>
                    <a:pt x="10" y="63"/>
                  </a:cubicBezTo>
                  <a:cubicBezTo>
                    <a:pt x="4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0"/>
                    <a:pt x="58" y="5"/>
                    <a:pt x="58" y="11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8"/>
                    <a:pt x="53" y="63"/>
                    <a:pt x="48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13" name="Freeform 18">
              <a:extLst>
                <a:ext uri="{FF2B5EF4-FFF2-40B4-BE49-F238E27FC236}">
                  <a16:creationId xmlns:a16="http://schemas.microsoft.com/office/drawing/2014/main" id="{46A309A2-52A9-3455-21FB-A99D3AD448F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83206" y="5140815"/>
              <a:ext cx="123825" cy="134938"/>
            </a:xfrm>
            <a:custGeom>
              <a:avLst/>
              <a:gdLst>
                <a:gd name="T0" fmla="*/ 102476 w 58"/>
                <a:gd name="T1" fmla="*/ 134938 h 63"/>
                <a:gd name="T2" fmla="*/ 21349 w 58"/>
                <a:gd name="T3" fmla="*/ 134938 h 63"/>
                <a:gd name="T4" fmla="*/ 0 w 58"/>
                <a:gd name="T5" fmla="*/ 111377 h 63"/>
                <a:gd name="T6" fmla="*/ 0 w 58"/>
                <a:gd name="T7" fmla="*/ 23561 h 63"/>
                <a:gd name="T8" fmla="*/ 21349 w 58"/>
                <a:gd name="T9" fmla="*/ 0 h 63"/>
                <a:gd name="T10" fmla="*/ 102476 w 58"/>
                <a:gd name="T11" fmla="*/ 0 h 63"/>
                <a:gd name="T12" fmla="*/ 123825 w 58"/>
                <a:gd name="T13" fmla="*/ 23561 h 63"/>
                <a:gd name="T14" fmla="*/ 123825 w 58"/>
                <a:gd name="T15" fmla="*/ 111377 h 63"/>
                <a:gd name="T16" fmla="*/ 102476 w 58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63">
                  <a:moveTo>
                    <a:pt x="48" y="63"/>
                  </a:moveTo>
                  <a:cubicBezTo>
                    <a:pt x="10" y="63"/>
                    <a:pt x="10" y="63"/>
                    <a:pt x="10" y="63"/>
                  </a:cubicBezTo>
                  <a:cubicBezTo>
                    <a:pt x="4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0"/>
                    <a:pt x="58" y="5"/>
                    <a:pt x="58" y="11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8"/>
                    <a:pt x="53" y="63"/>
                    <a:pt x="48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14" name="Freeform 19">
              <a:extLst>
                <a:ext uri="{FF2B5EF4-FFF2-40B4-BE49-F238E27FC236}">
                  <a16:creationId xmlns:a16="http://schemas.microsoft.com/office/drawing/2014/main" id="{1BB8B840-2AE8-EF00-A116-C0AE39C41B9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38781" y="4388340"/>
              <a:ext cx="125413" cy="103188"/>
            </a:xfrm>
            <a:custGeom>
              <a:avLst/>
              <a:gdLst>
                <a:gd name="T0" fmla="*/ 105952 w 58"/>
                <a:gd name="T1" fmla="*/ 103188 h 48"/>
                <a:gd name="T2" fmla="*/ 17298 w 58"/>
                <a:gd name="T3" fmla="*/ 103188 h 48"/>
                <a:gd name="T4" fmla="*/ 0 w 58"/>
                <a:gd name="T5" fmla="*/ 83840 h 48"/>
                <a:gd name="T6" fmla="*/ 0 w 58"/>
                <a:gd name="T7" fmla="*/ 17198 h 48"/>
                <a:gd name="T8" fmla="*/ 17298 w 58"/>
                <a:gd name="T9" fmla="*/ 0 h 48"/>
                <a:gd name="T10" fmla="*/ 105952 w 58"/>
                <a:gd name="T11" fmla="*/ 0 h 48"/>
                <a:gd name="T12" fmla="*/ 125413 w 58"/>
                <a:gd name="T13" fmla="*/ 17198 h 48"/>
                <a:gd name="T14" fmla="*/ 125413 w 58"/>
                <a:gd name="T15" fmla="*/ 83840 h 48"/>
                <a:gd name="T16" fmla="*/ 105952 w 58"/>
                <a:gd name="T17" fmla="*/ 10318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48">
                  <a:moveTo>
                    <a:pt x="49" y="48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3" y="48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54" y="0"/>
                    <a:pt x="58" y="4"/>
                    <a:pt x="58" y="8"/>
                  </a:cubicBezTo>
                  <a:cubicBezTo>
                    <a:pt x="58" y="39"/>
                    <a:pt x="58" y="39"/>
                    <a:pt x="58" y="39"/>
                  </a:cubicBezTo>
                  <a:cubicBezTo>
                    <a:pt x="58" y="44"/>
                    <a:pt x="54" y="48"/>
                    <a:pt x="49" y="48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15" name="Freeform 20">
              <a:extLst>
                <a:ext uri="{FF2B5EF4-FFF2-40B4-BE49-F238E27FC236}">
                  <a16:creationId xmlns:a16="http://schemas.microsoft.com/office/drawing/2014/main" id="{EF3C83F3-00E8-A13C-63D4-EE17A77466E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38781" y="4515340"/>
              <a:ext cx="268288" cy="133350"/>
            </a:xfrm>
            <a:custGeom>
              <a:avLst/>
              <a:gdLst>
                <a:gd name="T0" fmla="*/ 244679 w 125"/>
                <a:gd name="T1" fmla="*/ 133350 h 62"/>
                <a:gd name="T2" fmla="*/ 23609 w 125"/>
                <a:gd name="T3" fmla="*/ 133350 h 62"/>
                <a:gd name="T4" fmla="*/ 0 w 125"/>
                <a:gd name="T5" fmla="*/ 109691 h 62"/>
                <a:gd name="T6" fmla="*/ 0 w 125"/>
                <a:gd name="T7" fmla="*/ 23659 h 62"/>
                <a:gd name="T8" fmla="*/ 23609 w 125"/>
                <a:gd name="T9" fmla="*/ 0 h 62"/>
                <a:gd name="T10" fmla="*/ 244679 w 125"/>
                <a:gd name="T11" fmla="*/ 0 h 62"/>
                <a:gd name="T12" fmla="*/ 268288 w 125"/>
                <a:gd name="T13" fmla="*/ 23659 h 62"/>
                <a:gd name="T14" fmla="*/ 268288 w 125"/>
                <a:gd name="T15" fmla="*/ 109691 h 62"/>
                <a:gd name="T16" fmla="*/ 244679 w 125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5" h="62">
                  <a:moveTo>
                    <a:pt x="114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7"/>
                    <a:pt x="0" y="5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20" y="0"/>
                    <a:pt x="125" y="5"/>
                    <a:pt x="125" y="11"/>
                  </a:cubicBezTo>
                  <a:cubicBezTo>
                    <a:pt x="125" y="51"/>
                    <a:pt x="125" y="51"/>
                    <a:pt x="125" y="51"/>
                  </a:cubicBezTo>
                  <a:cubicBezTo>
                    <a:pt x="125" y="57"/>
                    <a:pt x="120" y="62"/>
                    <a:pt x="114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16" name="Freeform 21">
              <a:extLst>
                <a:ext uri="{FF2B5EF4-FFF2-40B4-BE49-F238E27FC236}">
                  <a16:creationId xmlns:a16="http://schemas.microsoft.com/office/drawing/2014/main" id="{9A4AA053-0674-B66A-99D6-C5532F260F9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38781" y="4670915"/>
              <a:ext cx="168275" cy="133350"/>
            </a:xfrm>
            <a:custGeom>
              <a:avLst/>
              <a:gdLst>
                <a:gd name="T0" fmla="*/ 144544 w 78"/>
                <a:gd name="T1" fmla="*/ 133350 h 62"/>
                <a:gd name="T2" fmla="*/ 23731 w 78"/>
                <a:gd name="T3" fmla="*/ 133350 h 62"/>
                <a:gd name="T4" fmla="*/ 0 w 78"/>
                <a:gd name="T5" fmla="*/ 109691 h 62"/>
                <a:gd name="T6" fmla="*/ 0 w 78"/>
                <a:gd name="T7" fmla="*/ 23659 h 62"/>
                <a:gd name="T8" fmla="*/ 23731 w 78"/>
                <a:gd name="T9" fmla="*/ 0 h 62"/>
                <a:gd name="T10" fmla="*/ 144544 w 78"/>
                <a:gd name="T11" fmla="*/ 0 h 62"/>
                <a:gd name="T12" fmla="*/ 168275 w 78"/>
                <a:gd name="T13" fmla="*/ 23659 h 62"/>
                <a:gd name="T14" fmla="*/ 168275 w 78"/>
                <a:gd name="T15" fmla="*/ 109691 h 62"/>
                <a:gd name="T16" fmla="*/ 144544 w 78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62">
                  <a:moveTo>
                    <a:pt x="67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7"/>
                    <a:pt x="0" y="5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3" y="0"/>
                    <a:pt x="78" y="5"/>
                    <a:pt x="78" y="1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7"/>
                    <a:pt x="73" y="62"/>
                    <a:pt x="67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17" name="Freeform 22">
              <a:extLst>
                <a:ext uri="{FF2B5EF4-FFF2-40B4-BE49-F238E27FC236}">
                  <a16:creationId xmlns:a16="http://schemas.microsoft.com/office/drawing/2014/main" id="{ADB9058F-0748-8CF0-1DAB-DF355E37C39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38781" y="4828077"/>
              <a:ext cx="285750" cy="134938"/>
            </a:xfrm>
            <a:custGeom>
              <a:avLst/>
              <a:gdLst>
                <a:gd name="T0" fmla="*/ 262117 w 133"/>
                <a:gd name="T1" fmla="*/ 134938 h 63"/>
                <a:gd name="T2" fmla="*/ 23633 w 133"/>
                <a:gd name="T3" fmla="*/ 134938 h 63"/>
                <a:gd name="T4" fmla="*/ 0 w 133"/>
                <a:gd name="T5" fmla="*/ 111377 h 63"/>
                <a:gd name="T6" fmla="*/ 0 w 133"/>
                <a:gd name="T7" fmla="*/ 25702 h 63"/>
                <a:gd name="T8" fmla="*/ 23633 w 133"/>
                <a:gd name="T9" fmla="*/ 0 h 63"/>
                <a:gd name="T10" fmla="*/ 262117 w 133"/>
                <a:gd name="T11" fmla="*/ 0 h 63"/>
                <a:gd name="T12" fmla="*/ 285750 w 133"/>
                <a:gd name="T13" fmla="*/ 25702 h 63"/>
                <a:gd name="T14" fmla="*/ 285750 w 133"/>
                <a:gd name="T15" fmla="*/ 111377 h 63"/>
                <a:gd name="T16" fmla="*/ 262117 w 133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3" h="63">
                  <a:moveTo>
                    <a:pt x="122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8" y="0"/>
                    <a:pt x="133" y="6"/>
                    <a:pt x="133" y="12"/>
                  </a:cubicBezTo>
                  <a:cubicBezTo>
                    <a:pt x="133" y="52"/>
                    <a:pt x="133" y="52"/>
                    <a:pt x="133" y="52"/>
                  </a:cubicBezTo>
                  <a:cubicBezTo>
                    <a:pt x="133" y="58"/>
                    <a:pt x="128" y="63"/>
                    <a:pt x="122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18" name="Freeform 23">
              <a:extLst>
                <a:ext uri="{FF2B5EF4-FFF2-40B4-BE49-F238E27FC236}">
                  <a16:creationId xmlns:a16="http://schemas.microsoft.com/office/drawing/2014/main" id="{902A48CC-0A0E-41B6-10E0-BF36C2516B5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38781" y="4983653"/>
              <a:ext cx="125413" cy="136525"/>
            </a:xfrm>
            <a:custGeom>
              <a:avLst/>
              <a:gdLst>
                <a:gd name="T0" fmla="*/ 101628 w 58"/>
                <a:gd name="T1" fmla="*/ 136525 h 63"/>
                <a:gd name="T2" fmla="*/ 21623 w 58"/>
                <a:gd name="T3" fmla="*/ 136525 h 63"/>
                <a:gd name="T4" fmla="*/ 0 w 58"/>
                <a:gd name="T5" fmla="*/ 112687 h 63"/>
                <a:gd name="T6" fmla="*/ 0 w 58"/>
                <a:gd name="T7" fmla="*/ 23838 h 63"/>
                <a:gd name="T8" fmla="*/ 21623 w 58"/>
                <a:gd name="T9" fmla="*/ 0 h 63"/>
                <a:gd name="T10" fmla="*/ 101628 w 58"/>
                <a:gd name="T11" fmla="*/ 0 h 63"/>
                <a:gd name="T12" fmla="*/ 125413 w 58"/>
                <a:gd name="T13" fmla="*/ 23838 h 63"/>
                <a:gd name="T14" fmla="*/ 125413 w 58"/>
                <a:gd name="T15" fmla="*/ 112687 h 63"/>
                <a:gd name="T16" fmla="*/ 101628 w 58"/>
                <a:gd name="T17" fmla="*/ 136525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63">
                  <a:moveTo>
                    <a:pt x="47" y="63"/>
                  </a:moveTo>
                  <a:cubicBezTo>
                    <a:pt x="10" y="63"/>
                    <a:pt x="10" y="63"/>
                    <a:pt x="10" y="63"/>
                  </a:cubicBezTo>
                  <a:cubicBezTo>
                    <a:pt x="4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8" y="5"/>
                    <a:pt x="58" y="11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8"/>
                    <a:pt x="53" y="63"/>
                    <a:pt x="47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19" name="Freeform 24">
              <a:extLst>
                <a:ext uri="{FF2B5EF4-FFF2-40B4-BE49-F238E27FC236}">
                  <a16:creationId xmlns:a16="http://schemas.microsoft.com/office/drawing/2014/main" id="{8F1838C0-29C4-FB53-CF16-D64DE6E463B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38781" y="5140815"/>
              <a:ext cx="125413" cy="134938"/>
            </a:xfrm>
            <a:custGeom>
              <a:avLst/>
              <a:gdLst>
                <a:gd name="T0" fmla="*/ 101628 w 58"/>
                <a:gd name="T1" fmla="*/ 134938 h 63"/>
                <a:gd name="T2" fmla="*/ 21623 w 58"/>
                <a:gd name="T3" fmla="*/ 134938 h 63"/>
                <a:gd name="T4" fmla="*/ 0 w 58"/>
                <a:gd name="T5" fmla="*/ 111377 h 63"/>
                <a:gd name="T6" fmla="*/ 0 w 58"/>
                <a:gd name="T7" fmla="*/ 23561 h 63"/>
                <a:gd name="T8" fmla="*/ 21623 w 58"/>
                <a:gd name="T9" fmla="*/ 0 h 63"/>
                <a:gd name="T10" fmla="*/ 101628 w 58"/>
                <a:gd name="T11" fmla="*/ 0 h 63"/>
                <a:gd name="T12" fmla="*/ 125413 w 58"/>
                <a:gd name="T13" fmla="*/ 23561 h 63"/>
                <a:gd name="T14" fmla="*/ 125413 w 58"/>
                <a:gd name="T15" fmla="*/ 111377 h 63"/>
                <a:gd name="T16" fmla="*/ 101628 w 58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63">
                  <a:moveTo>
                    <a:pt x="47" y="63"/>
                  </a:moveTo>
                  <a:cubicBezTo>
                    <a:pt x="10" y="63"/>
                    <a:pt x="10" y="63"/>
                    <a:pt x="10" y="63"/>
                  </a:cubicBezTo>
                  <a:cubicBezTo>
                    <a:pt x="4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8" y="5"/>
                    <a:pt x="58" y="11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8"/>
                    <a:pt x="53" y="63"/>
                    <a:pt x="47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20" name="Freeform 25">
              <a:extLst>
                <a:ext uri="{FF2B5EF4-FFF2-40B4-BE49-F238E27FC236}">
                  <a16:creationId xmlns:a16="http://schemas.microsoft.com/office/drawing/2014/main" id="{88D191EE-0912-573C-8D03-48473629F8E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94356" y="4388340"/>
              <a:ext cx="112713" cy="103188"/>
            </a:xfrm>
            <a:custGeom>
              <a:avLst/>
              <a:gdLst>
                <a:gd name="T0" fmla="*/ 95700 w 53"/>
                <a:gd name="T1" fmla="*/ 103188 h 48"/>
                <a:gd name="T2" fmla="*/ 19140 w 53"/>
                <a:gd name="T3" fmla="*/ 103188 h 48"/>
                <a:gd name="T4" fmla="*/ 0 w 53"/>
                <a:gd name="T5" fmla="*/ 83840 h 48"/>
                <a:gd name="T6" fmla="*/ 0 w 53"/>
                <a:gd name="T7" fmla="*/ 17198 h 48"/>
                <a:gd name="T8" fmla="*/ 19140 w 53"/>
                <a:gd name="T9" fmla="*/ 0 h 48"/>
                <a:gd name="T10" fmla="*/ 95700 w 53"/>
                <a:gd name="T11" fmla="*/ 0 h 48"/>
                <a:gd name="T12" fmla="*/ 112713 w 53"/>
                <a:gd name="T13" fmla="*/ 17198 h 48"/>
                <a:gd name="T14" fmla="*/ 112713 w 53"/>
                <a:gd name="T15" fmla="*/ 83840 h 48"/>
                <a:gd name="T16" fmla="*/ 95700 w 53"/>
                <a:gd name="T17" fmla="*/ 10318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3" h="48">
                  <a:moveTo>
                    <a:pt x="45" y="48"/>
                  </a:moveTo>
                  <a:cubicBezTo>
                    <a:pt x="9" y="48"/>
                    <a:pt x="9" y="48"/>
                    <a:pt x="9" y="48"/>
                  </a:cubicBezTo>
                  <a:cubicBezTo>
                    <a:pt x="4" y="48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9" y="0"/>
                    <a:pt x="53" y="4"/>
                    <a:pt x="53" y="8"/>
                  </a:cubicBezTo>
                  <a:cubicBezTo>
                    <a:pt x="53" y="39"/>
                    <a:pt x="53" y="39"/>
                    <a:pt x="53" y="39"/>
                  </a:cubicBezTo>
                  <a:cubicBezTo>
                    <a:pt x="53" y="44"/>
                    <a:pt x="49" y="48"/>
                    <a:pt x="45" y="48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21" name="Freeform 26">
              <a:extLst>
                <a:ext uri="{FF2B5EF4-FFF2-40B4-BE49-F238E27FC236}">
                  <a16:creationId xmlns:a16="http://schemas.microsoft.com/office/drawing/2014/main" id="{0B9F5E7C-5A6B-3200-FB05-A0F6D15DB65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041993" y="4388340"/>
              <a:ext cx="112713" cy="103188"/>
            </a:xfrm>
            <a:custGeom>
              <a:avLst/>
              <a:gdLst>
                <a:gd name="T0" fmla="*/ 93573 w 53"/>
                <a:gd name="T1" fmla="*/ 103188 h 48"/>
                <a:gd name="T2" fmla="*/ 17013 w 53"/>
                <a:gd name="T3" fmla="*/ 103188 h 48"/>
                <a:gd name="T4" fmla="*/ 0 w 53"/>
                <a:gd name="T5" fmla="*/ 83840 h 48"/>
                <a:gd name="T6" fmla="*/ 0 w 53"/>
                <a:gd name="T7" fmla="*/ 17198 h 48"/>
                <a:gd name="T8" fmla="*/ 17013 w 53"/>
                <a:gd name="T9" fmla="*/ 0 h 48"/>
                <a:gd name="T10" fmla="*/ 93573 w 53"/>
                <a:gd name="T11" fmla="*/ 0 h 48"/>
                <a:gd name="T12" fmla="*/ 112713 w 53"/>
                <a:gd name="T13" fmla="*/ 17198 h 48"/>
                <a:gd name="T14" fmla="*/ 112713 w 53"/>
                <a:gd name="T15" fmla="*/ 83840 h 48"/>
                <a:gd name="T16" fmla="*/ 93573 w 53"/>
                <a:gd name="T17" fmla="*/ 10318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3" h="48">
                  <a:moveTo>
                    <a:pt x="44" y="48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4" y="48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9" y="0"/>
                    <a:pt x="53" y="4"/>
                    <a:pt x="53" y="8"/>
                  </a:cubicBezTo>
                  <a:cubicBezTo>
                    <a:pt x="53" y="39"/>
                    <a:pt x="53" y="39"/>
                    <a:pt x="53" y="39"/>
                  </a:cubicBezTo>
                  <a:cubicBezTo>
                    <a:pt x="53" y="44"/>
                    <a:pt x="49" y="48"/>
                    <a:pt x="44" y="48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22" name="Freeform 27">
              <a:extLst>
                <a:ext uri="{FF2B5EF4-FFF2-40B4-BE49-F238E27FC236}">
                  <a16:creationId xmlns:a16="http://schemas.microsoft.com/office/drawing/2014/main" id="{A7286250-E4BA-C6DB-3EF5-63C595841D9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188043" y="4388340"/>
              <a:ext cx="112713" cy="103188"/>
            </a:xfrm>
            <a:custGeom>
              <a:avLst/>
              <a:gdLst>
                <a:gd name="T0" fmla="*/ 95700 w 53"/>
                <a:gd name="T1" fmla="*/ 103188 h 48"/>
                <a:gd name="T2" fmla="*/ 19140 w 53"/>
                <a:gd name="T3" fmla="*/ 103188 h 48"/>
                <a:gd name="T4" fmla="*/ 0 w 53"/>
                <a:gd name="T5" fmla="*/ 83840 h 48"/>
                <a:gd name="T6" fmla="*/ 0 w 53"/>
                <a:gd name="T7" fmla="*/ 17198 h 48"/>
                <a:gd name="T8" fmla="*/ 19140 w 53"/>
                <a:gd name="T9" fmla="*/ 0 h 48"/>
                <a:gd name="T10" fmla="*/ 95700 w 53"/>
                <a:gd name="T11" fmla="*/ 0 h 48"/>
                <a:gd name="T12" fmla="*/ 112713 w 53"/>
                <a:gd name="T13" fmla="*/ 17198 h 48"/>
                <a:gd name="T14" fmla="*/ 112713 w 53"/>
                <a:gd name="T15" fmla="*/ 83840 h 48"/>
                <a:gd name="T16" fmla="*/ 95700 w 53"/>
                <a:gd name="T17" fmla="*/ 10318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3" h="48">
                  <a:moveTo>
                    <a:pt x="45" y="48"/>
                  </a:moveTo>
                  <a:cubicBezTo>
                    <a:pt x="9" y="48"/>
                    <a:pt x="9" y="48"/>
                    <a:pt x="9" y="48"/>
                  </a:cubicBezTo>
                  <a:cubicBezTo>
                    <a:pt x="4" y="48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9" y="0"/>
                    <a:pt x="53" y="4"/>
                    <a:pt x="53" y="8"/>
                  </a:cubicBezTo>
                  <a:cubicBezTo>
                    <a:pt x="53" y="39"/>
                    <a:pt x="53" y="39"/>
                    <a:pt x="53" y="39"/>
                  </a:cubicBezTo>
                  <a:cubicBezTo>
                    <a:pt x="53" y="44"/>
                    <a:pt x="49" y="48"/>
                    <a:pt x="45" y="48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23" name="Freeform 28">
              <a:extLst>
                <a:ext uri="{FF2B5EF4-FFF2-40B4-BE49-F238E27FC236}">
                  <a16:creationId xmlns:a16="http://schemas.microsoft.com/office/drawing/2014/main" id="{CCEAC018-63FD-C373-8627-E4E3A29BD4A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335681" y="4388340"/>
              <a:ext cx="111125" cy="103188"/>
            </a:xfrm>
            <a:custGeom>
              <a:avLst/>
              <a:gdLst>
                <a:gd name="T0" fmla="*/ 94029 w 52"/>
                <a:gd name="T1" fmla="*/ 103188 h 48"/>
                <a:gd name="T2" fmla="*/ 17096 w 52"/>
                <a:gd name="T3" fmla="*/ 103188 h 48"/>
                <a:gd name="T4" fmla="*/ 0 w 52"/>
                <a:gd name="T5" fmla="*/ 83840 h 48"/>
                <a:gd name="T6" fmla="*/ 0 w 52"/>
                <a:gd name="T7" fmla="*/ 17198 h 48"/>
                <a:gd name="T8" fmla="*/ 17096 w 52"/>
                <a:gd name="T9" fmla="*/ 0 h 48"/>
                <a:gd name="T10" fmla="*/ 94029 w 52"/>
                <a:gd name="T11" fmla="*/ 0 h 48"/>
                <a:gd name="T12" fmla="*/ 111125 w 52"/>
                <a:gd name="T13" fmla="*/ 17198 h 48"/>
                <a:gd name="T14" fmla="*/ 111125 w 52"/>
                <a:gd name="T15" fmla="*/ 83840 h 48"/>
                <a:gd name="T16" fmla="*/ 94029 w 52"/>
                <a:gd name="T17" fmla="*/ 10318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2" h="48">
                  <a:moveTo>
                    <a:pt x="44" y="48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4" y="48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9" y="0"/>
                    <a:pt x="52" y="4"/>
                    <a:pt x="52" y="8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52" y="44"/>
                    <a:pt x="49" y="48"/>
                    <a:pt x="44" y="48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24" name="Freeform 29">
              <a:extLst>
                <a:ext uri="{FF2B5EF4-FFF2-40B4-BE49-F238E27FC236}">
                  <a16:creationId xmlns:a16="http://schemas.microsoft.com/office/drawing/2014/main" id="{C1D658AD-C660-BAB7-D4D9-6778D230307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481731" y="4388340"/>
              <a:ext cx="112713" cy="103188"/>
            </a:xfrm>
            <a:custGeom>
              <a:avLst/>
              <a:gdLst>
                <a:gd name="T0" fmla="*/ 93573 w 53"/>
                <a:gd name="T1" fmla="*/ 103188 h 48"/>
                <a:gd name="T2" fmla="*/ 19140 w 53"/>
                <a:gd name="T3" fmla="*/ 103188 h 48"/>
                <a:gd name="T4" fmla="*/ 0 w 53"/>
                <a:gd name="T5" fmla="*/ 83840 h 48"/>
                <a:gd name="T6" fmla="*/ 0 w 53"/>
                <a:gd name="T7" fmla="*/ 17198 h 48"/>
                <a:gd name="T8" fmla="*/ 19140 w 53"/>
                <a:gd name="T9" fmla="*/ 0 h 48"/>
                <a:gd name="T10" fmla="*/ 93573 w 53"/>
                <a:gd name="T11" fmla="*/ 0 h 48"/>
                <a:gd name="T12" fmla="*/ 112713 w 53"/>
                <a:gd name="T13" fmla="*/ 17198 h 48"/>
                <a:gd name="T14" fmla="*/ 112713 w 53"/>
                <a:gd name="T15" fmla="*/ 83840 h 48"/>
                <a:gd name="T16" fmla="*/ 93573 w 53"/>
                <a:gd name="T17" fmla="*/ 10318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3" h="48">
                  <a:moveTo>
                    <a:pt x="44" y="48"/>
                  </a:moveTo>
                  <a:cubicBezTo>
                    <a:pt x="9" y="48"/>
                    <a:pt x="9" y="48"/>
                    <a:pt x="9" y="48"/>
                  </a:cubicBezTo>
                  <a:cubicBezTo>
                    <a:pt x="4" y="48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9" y="0"/>
                    <a:pt x="53" y="4"/>
                    <a:pt x="53" y="8"/>
                  </a:cubicBezTo>
                  <a:cubicBezTo>
                    <a:pt x="53" y="39"/>
                    <a:pt x="53" y="39"/>
                    <a:pt x="53" y="39"/>
                  </a:cubicBezTo>
                  <a:cubicBezTo>
                    <a:pt x="53" y="44"/>
                    <a:pt x="49" y="48"/>
                    <a:pt x="44" y="48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25" name="Freeform 30">
              <a:extLst>
                <a:ext uri="{FF2B5EF4-FFF2-40B4-BE49-F238E27FC236}">
                  <a16:creationId xmlns:a16="http://schemas.microsoft.com/office/drawing/2014/main" id="{06B7F7B6-AA3F-A3F6-5D7C-DDE263F6529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629368" y="4388340"/>
              <a:ext cx="111125" cy="103188"/>
            </a:xfrm>
            <a:custGeom>
              <a:avLst/>
              <a:gdLst>
                <a:gd name="T0" fmla="*/ 94029 w 52"/>
                <a:gd name="T1" fmla="*/ 103188 h 48"/>
                <a:gd name="T2" fmla="*/ 17096 w 52"/>
                <a:gd name="T3" fmla="*/ 103188 h 48"/>
                <a:gd name="T4" fmla="*/ 0 w 52"/>
                <a:gd name="T5" fmla="*/ 83840 h 48"/>
                <a:gd name="T6" fmla="*/ 0 w 52"/>
                <a:gd name="T7" fmla="*/ 17198 h 48"/>
                <a:gd name="T8" fmla="*/ 17096 w 52"/>
                <a:gd name="T9" fmla="*/ 0 h 48"/>
                <a:gd name="T10" fmla="*/ 94029 w 52"/>
                <a:gd name="T11" fmla="*/ 0 h 48"/>
                <a:gd name="T12" fmla="*/ 111125 w 52"/>
                <a:gd name="T13" fmla="*/ 17198 h 48"/>
                <a:gd name="T14" fmla="*/ 111125 w 52"/>
                <a:gd name="T15" fmla="*/ 83840 h 48"/>
                <a:gd name="T16" fmla="*/ 94029 w 52"/>
                <a:gd name="T17" fmla="*/ 10318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2" h="48">
                  <a:moveTo>
                    <a:pt x="44" y="48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3" y="48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8" y="0"/>
                    <a:pt x="52" y="4"/>
                    <a:pt x="52" y="8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52" y="44"/>
                    <a:pt x="48" y="48"/>
                    <a:pt x="44" y="48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26" name="Freeform 31">
              <a:extLst>
                <a:ext uri="{FF2B5EF4-FFF2-40B4-BE49-F238E27FC236}">
                  <a16:creationId xmlns:a16="http://schemas.microsoft.com/office/drawing/2014/main" id="{8322F9E2-3B62-5B68-60D0-795A5B952AF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773831" y="4388340"/>
              <a:ext cx="114300" cy="103188"/>
            </a:xfrm>
            <a:custGeom>
              <a:avLst/>
              <a:gdLst>
                <a:gd name="T0" fmla="*/ 94891 w 53"/>
                <a:gd name="T1" fmla="*/ 103188 h 48"/>
                <a:gd name="T2" fmla="*/ 19409 w 53"/>
                <a:gd name="T3" fmla="*/ 103188 h 48"/>
                <a:gd name="T4" fmla="*/ 0 w 53"/>
                <a:gd name="T5" fmla="*/ 83840 h 48"/>
                <a:gd name="T6" fmla="*/ 0 w 53"/>
                <a:gd name="T7" fmla="*/ 17198 h 48"/>
                <a:gd name="T8" fmla="*/ 19409 w 53"/>
                <a:gd name="T9" fmla="*/ 0 h 48"/>
                <a:gd name="T10" fmla="*/ 94891 w 53"/>
                <a:gd name="T11" fmla="*/ 0 h 48"/>
                <a:gd name="T12" fmla="*/ 114300 w 53"/>
                <a:gd name="T13" fmla="*/ 17198 h 48"/>
                <a:gd name="T14" fmla="*/ 114300 w 53"/>
                <a:gd name="T15" fmla="*/ 83840 h 48"/>
                <a:gd name="T16" fmla="*/ 94891 w 53"/>
                <a:gd name="T17" fmla="*/ 10318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3" h="48">
                  <a:moveTo>
                    <a:pt x="44" y="48"/>
                  </a:moveTo>
                  <a:cubicBezTo>
                    <a:pt x="9" y="48"/>
                    <a:pt x="9" y="48"/>
                    <a:pt x="9" y="48"/>
                  </a:cubicBezTo>
                  <a:cubicBezTo>
                    <a:pt x="4" y="48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9" y="0"/>
                    <a:pt x="53" y="4"/>
                    <a:pt x="53" y="8"/>
                  </a:cubicBezTo>
                  <a:cubicBezTo>
                    <a:pt x="53" y="39"/>
                    <a:pt x="53" y="39"/>
                    <a:pt x="53" y="39"/>
                  </a:cubicBezTo>
                  <a:cubicBezTo>
                    <a:pt x="53" y="44"/>
                    <a:pt x="49" y="48"/>
                    <a:pt x="44" y="48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27" name="Freeform 32">
              <a:extLst>
                <a:ext uri="{FF2B5EF4-FFF2-40B4-BE49-F238E27FC236}">
                  <a16:creationId xmlns:a16="http://schemas.microsoft.com/office/drawing/2014/main" id="{6AC7DDA8-7961-74A2-71BE-6A405861139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919881" y="4388340"/>
              <a:ext cx="114300" cy="103188"/>
            </a:xfrm>
            <a:custGeom>
              <a:avLst/>
              <a:gdLst>
                <a:gd name="T0" fmla="*/ 97047 w 53"/>
                <a:gd name="T1" fmla="*/ 103188 h 48"/>
                <a:gd name="T2" fmla="*/ 19409 w 53"/>
                <a:gd name="T3" fmla="*/ 103188 h 48"/>
                <a:gd name="T4" fmla="*/ 0 w 53"/>
                <a:gd name="T5" fmla="*/ 83840 h 48"/>
                <a:gd name="T6" fmla="*/ 0 w 53"/>
                <a:gd name="T7" fmla="*/ 17198 h 48"/>
                <a:gd name="T8" fmla="*/ 19409 w 53"/>
                <a:gd name="T9" fmla="*/ 0 h 48"/>
                <a:gd name="T10" fmla="*/ 97047 w 53"/>
                <a:gd name="T11" fmla="*/ 0 h 48"/>
                <a:gd name="T12" fmla="*/ 114300 w 53"/>
                <a:gd name="T13" fmla="*/ 17198 h 48"/>
                <a:gd name="T14" fmla="*/ 114300 w 53"/>
                <a:gd name="T15" fmla="*/ 83840 h 48"/>
                <a:gd name="T16" fmla="*/ 97047 w 53"/>
                <a:gd name="T17" fmla="*/ 10318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3" h="48">
                  <a:moveTo>
                    <a:pt x="45" y="48"/>
                  </a:moveTo>
                  <a:cubicBezTo>
                    <a:pt x="9" y="48"/>
                    <a:pt x="9" y="48"/>
                    <a:pt x="9" y="48"/>
                  </a:cubicBezTo>
                  <a:cubicBezTo>
                    <a:pt x="4" y="48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9" y="0"/>
                    <a:pt x="53" y="4"/>
                    <a:pt x="53" y="8"/>
                  </a:cubicBezTo>
                  <a:cubicBezTo>
                    <a:pt x="53" y="39"/>
                    <a:pt x="53" y="39"/>
                    <a:pt x="53" y="39"/>
                  </a:cubicBezTo>
                  <a:cubicBezTo>
                    <a:pt x="53" y="44"/>
                    <a:pt x="49" y="48"/>
                    <a:pt x="45" y="48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28" name="Freeform 33">
              <a:extLst>
                <a:ext uri="{FF2B5EF4-FFF2-40B4-BE49-F238E27FC236}">
                  <a16:creationId xmlns:a16="http://schemas.microsoft.com/office/drawing/2014/main" id="{45011854-513A-13CB-16A0-A8E47F2418C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067518" y="4388340"/>
              <a:ext cx="114300" cy="103188"/>
            </a:xfrm>
            <a:custGeom>
              <a:avLst/>
              <a:gdLst>
                <a:gd name="T0" fmla="*/ 94891 w 53"/>
                <a:gd name="T1" fmla="*/ 103188 h 48"/>
                <a:gd name="T2" fmla="*/ 17253 w 53"/>
                <a:gd name="T3" fmla="*/ 103188 h 48"/>
                <a:gd name="T4" fmla="*/ 0 w 53"/>
                <a:gd name="T5" fmla="*/ 83840 h 48"/>
                <a:gd name="T6" fmla="*/ 0 w 53"/>
                <a:gd name="T7" fmla="*/ 17198 h 48"/>
                <a:gd name="T8" fmla="*/ 17253 w 53"/>
                <a:gd name="T9" fmla="*/ 0 h 48"/>
                <a:gd name="T10" fmla="*/ 94891 w 53"/>
                <a:gd name="T11" fmla="*/ 0 h 48"/>
                <a:gd name="T12" fmla="*/ 114300 w 53"/>
                <a:gd name="T13" fmla="*/ 17198 h 48"/>
                <a:gd name="T14" fmla="*/ 114300 w 53"/>
                <a:gd name="T15" fmla="*/ 83840 h 48"/>
                <a:gd name="T16" fmla="*/ 94891 w 53"/>
                <a:gd name="T17" fmla="*/ 10318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3" h="48">
                  <a:moveTo>
                    <a:pt x="44" y="48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4" y="48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9" y="0"/>
                    <a:pt x="53" y="4"/>
                    <a:pt x="53" y="8"/>
                  </a:cubicBezTo>
                  <a:cubicBezTo>
                    <a:pt x="53" y="39"/>
                    <a:pt x="53" y="39"/>
                    <a:pt x="53" y="39"/>
                  </a:cubicBezTo>
                  <a:cubicBezTo>
                    <a:pt x="53" y="44"/>
                    <a:pt x="49" y="48"/>
                    <a:pt x="44" y="48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29" name="Freeform 34">
              <a:extLst>
                <a:ext uri="{FF2B5EF4-FFF2-40B4-BE49-F238E27FC236}">
                  <a16:creationId xmlns:a16="http://schemas.microsoft.com/office/drawing/2014/main" id="{FD3C9C6D-B4FA-8AAB-D333-B776C46EFC8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213568" y="4388340"/>
              <a:ext cx="114300" cy="103188"/>
            </a:xfrm>
            <a:custGeom>
              <a:avLst/>
              <a:gdLst>
                <a:gd name="T0" fmla="*/ 94891 w 53"/>
                <a:gd name="T1" fmla="*/ 103188 h 48"/>
                <a:gd name="T2" fmla="*/ 19409 w 53"/>
                <a:gd name="T3" fmla="*/ 103188 h 48"/>
                <a:gd name="T4" fmla="*/ 0 w 53"/>
                <a:gd name="T5" fmla="*/ 83840 h 48"/>
                <a:gd name="T6" fmla="*/ 0 w 53"/>
                <a:gd name="T7" fmla="*/ 17198 h 48"/>
                <a:gd name="T8" fmla="*/ 19409 w 53"/>
                <a:gd name="T9" fmla="*/ 0 h 48"/>
                <a:gd name="T10" fmla="*/ 94891 w 53"/>
                <a:gd name="T11" fmla="*/ 0 h 48"/>
                <a:gd name="T12" fmla="*/ 114300 w 53"/>
                <a:gd name="T13" fmla="*/ 17198 h 48"/>
                <a:gd name="T14" fmla="*/ 114300 w 53"/>
                <a:gd name="T15" fmla="*/ 83840 h 48"/>
                <a:gd name="T16" fmla="*/ 94891 w 53"/>
                <a:gd name="T17" fmla="*/ 10318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3" h="48">
                  <a:moveTo>
                    <a:pt x="44" y="48"/>
                  </a:moveTo>
                  <a:cubicBezTo>
                    <a:pt x="9" y="48"/>
                    <a:pt x="9" y="48"/>
                    <a:pt x="9" y="48"/>
                  </a:cubicBezTo>
                  <a:cubicBezTo>
                    <a:pt x="4" y="48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9" y="0"/>
                    <a:pt x="53" y="4"/>
                    <a:pt x="53" y="8"/>
                  </a:cubicBezTo>
                  <a:cubicBezTo>
                    <a:pt x="53" y="39"/>
                    <a:pt x="53" y="39"/>
                    <a:pt x="53" y="39"/>
                  </a:cubicBezTo>
                  <a:cubicBezTo>
                    <a:pt x="53" y="44"/>
                    <a:pt x="49" y="48"/>
                    <a:pt x="44" y="48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30" name="Freeform 35">
              <a:extLst>
                <a:ext uri="{FF2B5EF4-FFF2-40B4-BE49-F238E27FC236}">
                  <a16:creationId xmlns:a16="http://schemas.microsoft.com/office/drawing/2014/main" id="{AE107D7B-C1C2-37DD-4124-872B7758980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361206" y="4388340"/>
              <a:ext cx="112713" cy="103188"/>
            </a:xfrm>
            <a:custGeom>
              <a:avLst/>
              <a:gdLst>
                <a:gd name="T0" fmla="*/ 95373 w 52"/>
                <a:gd name="T1" fmla="*/ 103188 h 48"/>
                <a:gd name="T2" fmla="*/ 17340 w 52"/>
                <a:gd name="T3" fmla="*/ 103188 h 48"/>
                <a:gd name="T4" fmla="*/ 0 w 52"/>
                <a:gd name="T5" fmla="*/ 83840 h 48"/>
                <a:gd name="T6" fmla="*/ 0 w 52"/>
                <a:gd name="T7" fmla="*/ 17198 h 48"/>
                <a:gd name="T8" fmla="*/ 17340 w 52"/>
                <a:gd name="T9" fmla="*/ 0 h 48"/>
                <a:gd name="T10" fmla="*/ 95373 w 52"/>
                <a:gd name="T11" fmla="*/ 0 h 48"/>
                <a:gd name="T12" fmla="*/ 112713 w 52"/>
                <a:gd name="T13" fmla="*/ 17198 h 48"/>
                <a:gd name="T14" fmla="*/ 112713 w 52"/>
                <a:gd name="T15" fmla="*/ 83840 h 48"/>
                <a:gd name="T16" fmla="*/ 95373 w 52"/>
                <a:gd name="T17" fmla="*/ 10318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2" h="48">
                  <a:moveTo>
                    <a:pt x="44" y="48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4" y="48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9" y="0"/>
                    <a:pt x="52" y="4"/>
                    <a:pt x="52" y="8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52" y="44"/>
                    <a:pt x="49" y="48"/>
                    <a:pt x="44" y="48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31" name="Freeform 36">
              <a:extLst>
                <a:ext uri="{FF2B5EF4-FFF2-40B4-BE49-F238E27FC236}">
                  <a16:creationId xmlns:a16="http://schemas.microsoft.com/office/drawing/2014/main" id="{0326139E-E742-26B8-3D19-37A955DF803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507256" y="4388340"/>
              <a:ext cx="114300" cy="103188"/>
            </a:xfrm>
            <a:custGeom>
              <a:avLst/>
              <a:gdLst>
                <a:gd name="T0" fmla="*/ 94891 w 53"/>
                <a:gd name="T1" fmla="*/ 103188 h 48"/>
                <a:gd name="T2" fmla="*/ 19409 w 53"/>
                <a:gd name="T3" fmla="*/ 103188 h 48"/>
                <a:gd name="T4" fmla="*/ 0 w 53"/>
                <a:gd name="T5" fmla="*/ 83840 h 48"/>
                <a:gd name="T6" fmla="*/ 0 w 53"/>
                <a:gd name="T7" fmla="*/ 17198 h 48"/>
                <a:gd name="T8" fmla="*/ 19409 w 53"/>
                <a:gd name="T9" fmla="*/ 0 h 48"/>
                <a:gd name="T10" fmla="*/ 94891 w 53"/>
                <a:gd name="T11" fmla="*/ 0 h 48"/>
                <a:gd name="T12" fmla="*/ 114300 w 53"/>
                <a:gd name="T13" fmla="*/ 17198 h 48"/>
                <a:gd name="T14" fmla="*/ 114300 w 53"/>
                <a:gd name="T15" fmla="*/ 83840 h 48"/>
                <a:gd name="T16" fmla="*/ 94891 w 53"/>
                <a:gd name="T17" fmla="*/ 10318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3" h="48">
                  <a:moveTo>
                    <a:pt x="44" y="48"/>
                  </a:moveTo>
                  <a:cubicBezTo>
                    <a:pt x="9" y="48"/>
                    <a:pt x="9" y="48"/>
                    <a:pt x="9" y="48"/>
                  </a:cubicBezTo>
                  <a:cubicBezTo>
                    <a:pt x="4" y="48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9" y="0"/>
                    <a:pt x="53" y="4"/>
                    <a:pt x="53" y="8"/>
                  </a:cubicBezTo>
                  <a:cubicBezTo>
                    <a:pt x="53" y="39"/>
                    <a:pt x="53" y="39"/>
                    <a:pt x="53" y="39"/>
                  </a:cubicBezTo>
                  <a:cubicBezTo>
                    <a:pt x="53" y="44"/>
                    <a:pt x="49" y="48"/>
                    <a:pt x="44" y="48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32" name="Freeform 37">
              <a:extLst>
                <a:ext uri="{FF2B5EF4-FFF2-40B4-BE49-F238E27FC236}">
                  <a16:creationId xmlns:a16="http://schemas.microsoft.com/office/drawing/2014/main" id="{736D996E-6E9F-A19D-1F20-FB004F077FC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654893" y="4388340"/>
              <a:ext cx="112713" cy="103188"/>
            </a:xfrm>
            <a:custGeom>
              <a:avLst/>
              <a:gdLst>
                <a:gd name="T0" fmla="*/ 95373 w 52"/>
                <a:gd name="T1" fmla="*/ 103188 h 48"/>
                <a:gd name="T2" fmla="*/ 17340 w 52"/>
                <a:gd name="T3" fmla="*/ 103188 h 48"/>
                <a:gd name="T4" fmla="*/ 0 w 52"/>
                <a:gd name="T5" fmla="*/ 83840 h 48"/>
                <a:gd name="T6" fmla="*/ 0 w 52"/>
                <a:gd name="T7" fmla="*/ 17198 h 48"/>
                <a:gd name="T8" fmla="*/ 17340 w 52"/>
                <a:gd name="T9" fmla="*/ 0 h 48"/>
                <a:gd name="T10" fmla="*/ 95373 w 52"/>
                <a:gd name="T11" fmla="*/ 0 h 48"/>
                <a:gd name="T12" fmla="*/ 112713 w 52"/>
                <a:gd name="T13" fmla="*/ 17198 h 48"/>
                <a:gd name="T14" fmla="*/ 112713 w 52"/>
                <a:gd name="T15" fmla="*/ 83840 h 48"/>
                <a:gd name="T16" fmla="*/ 95373 w 52"/>
                <a:gd name="T17" fmla="*/ 10318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2" h="48">
                  <a:moveTo>
                    <a:pt x="44" y="48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3" y="48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8" y="0"/>
                    <a:pt x="52" y="4"/>
                    <a:pt x="52" y="8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52" y="44"/>
                    <a:pt x="48" y="48"/>
                    <a:pt x="44" y="48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33" name="Freeform 38">
              <a:extLst>
                <a:ext uri="{FF2B5EF4-FFF2-40B4-BE49-F238E27FC236}">
                  <a16:creationId xmlns:a16="http://schemas.microsoft.com/office/drawing/2014/main" id="{13226E54-D8E4-455C-CE43-0FBD8D34A33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800943" y="4388340"/>
              <a:ext cx="114300" cy="103188"/>
            </a:xfrm>
            <a:custGeom>
              <a:avLst/>
              <a:gdLst>
                <a:gd name="T0" fmla="*/ 94891 w 53"/>
                <a:gd name="T1" fmla="*/ 103188 h 48"/>
                <a:gd name="T2" fmla="*/ 17253 w 53"/>
                <a:gd name="T3" fmla="*/ 103188 h 48"/>
                <a:gd name="T4" fmla="*/ 0 w 53"/>
                <a:gd name="T5" fmla="*/ 83840 h 48"/>
                <a:gd name="T6" fmla="*/ 0 w 53"/>
                <a:gd name="T7" fmla="*/ 17198 h 48"/>
                <a:gd name="T8" fmla="*/ 17253 w 53"/>
                <a:gd name="T9" fmla="*/ 0 h 48"/>
                <a:gd name="T10" fmla="*/ 94891 w 53"/>
                <a:gd name="T11" fmla="*/ 0 h 48"/>
                <a:gd name="T12" fmla="*/ 114300 w 53"/>
                <a:gd name="T13" fmla="*/ 17198 h 48"/>
                <a:gd name="T14" fmla="*/ 114300 w 53"/>
                <a:gd name="T15" fmla="*/ 83840 h 48"/>
                <a:gd name="T16" fmla="*/ 94891 w 53"/>
                <a:gd name="T17" fmla="*/ 10318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3" h="48">
                  <a:moveTo>
                    <a:pt x="44" y="48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4" y="48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9" y="0"/>
                    <a:pt x="53" y="4"/>
                    <a:pt x="53" y="8"/>
                  </a:cubicBezTo>
                  <a:cubicBezTo>
                    <a:pt x="53" y="39"/>
                    <a:pt x="53" y="39"/>
                    <a:pt x="53" y="39"/>
                  </a:cubicBezTo>
                  <a:cubicBezTo>
                    <a:pt x="53" y="44"/>
                    <a:pt x="49" y="48"/>
                    <a:pt x="44" y="48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34" name="Freeform 39">
              <a:extLst>
                <a:ext uri="{FF2B5EF4-FFF2-40B4-BE49-F238E27FC236}">
                  <a16:creationId xmlns:a16="http://schemas.microsoft.com/office/drawing/2014/main" id="{5A153B88-9AA8-CA69-F444-F27E327B25B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53343" y="4388340"/>
              <a:ext cx="127000" cy="103188"/>
            </a:xfrm>
            <a:custGeom>
              <a:avLst/>
              <a:gdLst>
                <a:gd name="T0" fmla="*/ 107627 w 59"/>
                <a:gd name="T1" fmla="*/ 103188 h 48"/>
                <a:gd name="T2" fmla="*/ 19373 w 59"/>
                <a:gd name="T3" fmla="*/ 103188 h 48"/>
                <a:gd name="T4" fmla="*/ 0 w 59"/>
                <a:gd name="T5" fmla="*/ 83840 h 48"/>
                <a:gd name="T6" fmla="*/ 0 w 59"/>
                <a:gd name="T7" fmla="*/ 17198 h 48"/>
                <a:gd name="T8" fmla="*/ 19373 w 59"/>
                <a:gd name="T9" fmla="*/ 0 h 48"/>
                <a:gd name="T10" fmla="*/ 107627 w 59"/>
                <a:gd name="T11" fmla="*/ 0 h 48"/>
                <a:gd name="T12" fmla="*/ 127000 w 59"/>
                <a:gd name="T13" fmla="*/ 17198 h 48"/>
                <a:gd name="T14" fmla="*/ 127000 w 59"/>
                <a:gd name="T15" fmla="*/ 83840 h 48"/>
                <a:gd name="T16" fmla="*/ 107627 w 59"/>
                <a:gd name="T17" fmla="*/ 10318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" h="48">
                  <a:moveTo>
                    <a:pt x="50" y="48"/>
                  </a:moveTo>
                  <a:cubicBezTo>
                    <a:pt x="9" y="48"/>
                    <a:pt x="9" y="48"/>
                    <a:pt x="9" y="48"/>
                  </a:cubicBezTo>
                  <a:cubicBezTo>
                    <a:pt x="4" y="48"/>
                    <a:pt x="0" y="44"/>
                    <a:pt x="0" y="3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5" y="0"/>
                    <a:pt x="59" y="4"/>
                    <a:pt x="59" y="8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59" y="44"/>
                    <a:pt x="55" y="48"/>
                    <a:pt x="50" y="48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35" name="Freeform 40">
              <a:extLst>
                <a:ext uri="{FF2B5EF4-FFF2-40B4-BE49-F238E27FC236}">
                  <a16:creationId xmlns:a16="http://schemas.microsoft.com/office/drawing/2014/main" id="{7E95B2F1-4D82-A8C0-CB3D-2EC2BE5AA9D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041993" y="4515340"/>
              <a:ext cx="122238" cy="133350"/>
            </a:xfrm>
            <a:custGeom>
              <a:avLst/>
              <a:gdLst>
                <a:gd name="T0" fmla="*/ 100793 w 57"/>
                <a:gd name="T1" fmla="*/ 133350 h 62"/>
                <a:gd name="T2" fmla="*/ 21445 w 57"/>
                <a:gd name="T3" fmla="*/ 133350 h 62"/>
                <a:gd name="T4" fmla="*/ 0 w 57"/>
                <a:gd name="T5" fmla="*/ 111842 h 62"/>
                <a:gd name="T6" fmla="*/ 0 w 57"/>
                <a:gd name="T7" fmla="*/ 21508 h 62"/>
                <a:gd name="T8" fmla="*/ 21445 w 57"/>
                <a:gd name="T9" fmla="*/ 0 h 62"/>
                <a:gd name="T10" fmla="*/ 100793 w 57"/>
                <a:gd name="T11" fmla="*/ 0 h 62"/>
                <a:gd name="T12" fmla="*/ 122238 w 57"/>
                <a:gd name="T13" fmla="*/ 21508 h 62"/>
                <a:gd name="T14" fmla="*/ 122238 w 57"/>
                <a:gd name="T15" fmla="*/ 111842 h 62"/>
                <a:gd name="T16" fmla="*/ 100793 w 57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7" h="62">
                  <a:moveTo>
                    <a:pt x="47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4" y="62"/>
                    <a:pt x="0" y="58"/>
                    <a:pt x="0" y="5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7" y="4"/>
                    <a:pt x="57" y="10"/>
                  </a:cubicBezTo>
                  <a:cubicBezTo>
                    <a:pt x="57" y="52"/>
                    <a:pt x="57" y="52"/>
                    <a:pt x="57" y="52"/>
                  </a:cubicBezTo>
                  <a:cubicBezTo>
                    <a:pt x="57" y="58"/>
                    <a:pt x="53" y="62"/>
                    <a:pt x="47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36" name="Freeform 41">
              <a:extLst>
                <a:ext uri="{FF2B5EF4-FFF2-40B4-BE49-F238E27FC236}">
                  <a16:creationId xmlns:a16="http://schemas.microsoft.com/office/drawing/2014/main" id="{C7A1ED42-9C48-F04C-9E81-8ACE25B0081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200743" y="4515340"/>
              <a:ext cx="122238" cy="133350"/>
            </a:xfrm>
            <a:custGeom>
              <a:avLst/>
              <a:gdLst>
                <a:gd name="T0" fmla="*/ 100793 w 57"/>
                <a:gd name="T1" fmla="*/ 133350 h 62"/>
                <a:gd name="T2" fmla="*/ 21445 w 57"/>
                <a:gd name="T3" fmla="*/ 133350 h 62"/>
                <a:gd name="T4" fmla="*/ 0 w 57"/>
                <a:gd name="T5" fmla="*/ 111842 h 62"/>
                <a:gd name="T6" fmla="*/ 0 w 57"/>
                <a:gd name="T7" fmla="*/ 21508 h 62"/>
                <a:gd name="T8" fmla="*/ 21445 w 57"/>
                <a:gd name="T9" fmla="*/ 0 h 62"/>
                <a:gd name="T10" fmla="*/ 100793 w 57"/>
                <a:gd name="T11" fmla="*/ 0 h 62"/>
                <a:gd name="T12" fmla="*/ 122238 w 57"/>
                <a:gd name="T13" fmla="*/ 21508 h 62"/>
                <a:gd name="T14" fmla="*/ 122238 w 57"/>
                <a:gd name="T15" fmla="*/ 111842 h 62"/>
                <a:gd name="T16" fmla="*/ 100793 w 57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7" h="62">
                  <a:moveTo>
                    <a:pt x="47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5" y="62"/>
                    <a:pt x="0" y="58"/>
                    <a:pt x="0" y="5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7" y="4"/>
                    <a:pt x="57" y="10"/>
                  </a:cubicBezTo>
                  <a:cubicBezTo>
                    <a:pt x="57" y="52"/>
                    <a:pt x="57" y="52"/>
                    <a:pt x="57" y="52"/>
                  </a:cubicBezTo>
                  <a:cubicBezTo>
                    <a:pt x="57" y="58"/>
                    <a:pt x="53" y="62"/>
                    <a:pt x="47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37" name="Freeform 42">
              <a:extLst>
                <a:ext uri="{FF2B5EF4-FFF2-40B4-BE49-F238E27FC236}">
                  <a16:creationId xmlns:a16="http://schemas.microsoft.com/office/drawing/2014/main" id="{0209EF60-51E6-6602-9612-F29133478D7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359493" y="4515340"/>
              <a:ext cx="123825" cy="133350"/>
            </a:xfrm>
            <a:custGeom>
              <a:avLst/>
              <a:gdLst>
                <a:gd name="T0" fmla="*/ 100341 w 58"/>
                <a:gd name="T1" fmla="*/ 133350 h 62"/>
                <a:gd name="T2" fmla="*/ 23484 w 58"/>
                <a:gd name="T3" fmla="*/ 133350 h 62"/>
                <a:gd name="T4" fmla="*/ 0 w 58"/>
                <a:gd name="T5" fmla="*/ 111842 h 62"/>
                <a:gd name="T6" fmla="*/ 0 w 58"/>
                <a:gd name="T7" fmla="*/ 21508 h 62"/>
                <a:gd name="T8" fmla="*/ 23484 w 58"/>
                <a:gd name="T9" fmla="*/ 0 h 62"/>
                <a:gd name="T10" fmla="*/ 100341 w 58"/>
                <a:gd name="T11" fmla="*/ 0 h 62"/>
                <a:gd name="T12" fmla="*/ 123825 w 58"/>
                <a:gd name="T13" fmla="*/ 21508 h 62"/>
                <a:gd name="T14" fmla="*/ 123825 w 58"/>
                <a:gd name="T15" fmla="*/ 111842 h 62"/>
                <a:gd name="T16" fmla="*/ 100341 w 58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62">
                  <a:moveTo>
                    <a:pt x="47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8"/>
                    <a:pt x="0" y="5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1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8" y="4"/>
                    <a:pt x="58" y="10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8"/>
                    <a:pt x="53" y="62"/>
                    <a:pt x="47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38" name="Freeform 43">
              <a:extLst>
                <a:ext uri="{FF2B5EF4-FFF2-40B4-BE49-F238E27FC236}">
                  <a16:creationId xmlns:a16="http://schemas.microsoft.com/office/drawing/2014/main" id="{02710129-492C-365B-D7D0-B96F665D723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519831" y="4515340"/>
              <a:ext cx="122238" cy="133350"/>
            </a:xfrm>
            <a:custGeom>
              <a:avLst/>
              <a:gdLst>
                <a:gd name="T0" fmla="*/ 100793 w 57"/>
                <a:gd name="T1" fmla="*/ 133350 h 62"/>
                <a:gd name="T2" fmla="*/ 21445 w 57"/>
                <a:gd name="T3" fmla="*/ 133350 h 62"/>
                <a:gd name="T4" fmla="*/ 0 w 57"/>
                <a:gd name="T5" fmla="*/ 111842 h 62"/>
                <a:gd name="T6" fmla="*/ 0 w 57"/>
                <a:gd name="T7" fmla="*/ 21508 h 62"/>
                <a:gd name="T8" fmla="*/ 21445 w 57"/>
                <a:gd name="T9" fmla="*/ 0 h 62"/>
                <a:gd name="T10" fmla="*/ 100793 w 57"/>
                <a:gd name="T11" fmla="*/ 0 h 62"/>
                <a:gd name="T12" fmla="*/ 122238 w 57"/>
                <a:gd name="T13" fmla="*/ 21508 h 62"/>
                <a:gd name="T14" fmla="*/ 122238 w 57"/>
                <a:gd name="T15" fmla="*/ 111842 h 62"/>
                <a:gd name="T16" fmla="*/ 100793 w 57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7" h="62">
                  <a:moveTo>
                    <a:pt x="47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4" y="62"/>
                    <a:pt x="0" y="58"/>
                    <a:pt x="0" y="5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2" y="0"/>
                    <a:pt x="57" y="4"/>
                    <a:pt x="57" y="10"/>
                  </a:cubicBezTo>
                  <a:cubicBezTo>
                    <a:pt x="57" y="52"/>
                    <a:pt x="57" y="52"/>
                    <a:pt x="57" y="52"/>
                  </a:cubicBezTo>
                  <a:cubicBezTo>
                    <a:pt x="57" y="58"/>
                    <a:pt x="52" y="62"/>
                    <a:pt x="47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39" name="Freeform 44">
              <a:extLst>
                <a:ext uri="{FF2B5EF4-FFF2-40B4-BE49-F238E27FC236}">
                  <a16:creationId xmlns:a16="http://schemas.microsoft.com/office/drawing/2014/main" id="{8B46E547-5C53-36AD-EDC4-F89629D11E1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678581" y="4515340"/>
              <a:ext cx="122238" cy="133350"/>
            </a:xfrm>
            <a:custGeom>
              <a:avLst/>
              <a:gdLst>
                <a:gd name="T0" fmla="*/ 100793 w 57"/>
                <a:gd name="T1" fmla="*/ 133350 h 62"/>
                <a:gd name="T2" fmla="*/ 21445 w 57"/>
                <a:gd name="T3" fmla="*/ 133350 h 62"/>
                <a:gd name="T4" fmla="*/ 0 w 57"/>
                <a:gd name="T5" fmla="*/ 111842 h 62"/>
                <a:gd name="T6" fmla="*/ 0 w 57"/>
                <a:gd name="T7" fmla="*/ 21508 h 62"/>
                <a:gd name="T8" fmla="*/ 21445 w 57"/>
                <a:gd name="T9" fmla="*/ 0 h 62"/>
                <a:gd name="T10" fmla="*/ 100793 w 57"/>
                <a:gd name="T11" fmla="*/ 0 h 62"/>
                <a:gd name="T12" fmla="*/ 122238 w 57"/>
                <a:gd name="T13" fmla="*/ 21508 h 62"/>
                <a:gd name="T14" fmla="*/ 122238 w 57"/>
                <a:gd name="T15" fmla="*/ 111842 h 62"/>
                <a:gd name="T16" fmla="*/ 100793 w 57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7" h="62">
                  <a:moveTo>
                    <a:pt x="47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4" y="62"/>
                    <a:pt x="0" y="58"/>
                    <a:pt x="0" y="5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2" y="0"/>
                    <a:pt x="57" y="4"/>
                    <a:pt x="57" y="10"/>
                  </a:cubicBezTo>
                  <a:cubicBezTo>
                    <a:pt x="57" y="52"/>
                    <a:pt x="57" y="52"/>
                    <a:pt x="57" y="52"/>
                  </a:cubicBezTo>
                  <a:cubicBezTo>
                    <a:pt x="57" y="58"/>
                    <a:pt x="52" y="62"/>
                    <a:pt x="47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40" name="Freeform 45">
              <a:extLst>
                <a:ext uri="{FF2B5EF4-FFF2-40B4-BE49-F238E27FC236}">
                  <a16:creationId xmlns:a16="http://schemas.microsoft.com/office/drawing/2014/main" id="{5BACD99F-4106-373F-98A5-0FCF1A6AD2D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837331" y="4515340"/>
              <a:ext cx="122238" cy="133350"/>
            </a:xfrm>
            <a:custGeom>
              <a:avLst/>
              <a:gdLst>
                <a:gd name="T0" fmla="*/ 100793 w 57"/>
                <a:gd name="T1" fmla="*/ 133350 h 62"/>
                <a:gd name="T2" fmla="*/ 21445 w 57"/>
                <a:gd name="T3" fmla="*/ 133350 h 62"/>
                <a:gd name="T4" fmla="*/ 0 w 57"/>
                <a:gd name="T5" fmla="*/ 111842 h 62"/>
                <a:gd name="T6" fmla="*/ 0 w 57"/>
                <a:gd name="T7" fmla="*/ 21508 h 62"/>
                <a:gd name="T8" fmla="*/ 21445 w 57"/>
                <a:gd name="T9" fmla="*/ 0 h 62"/>
                <a:gd name="T10" fmla="*/ 100793 w 57"/>
                <a:gd name="T11" fmla="*/ 0 h 62"/>
                <a:gd name="T12" fmla="*/ 122238 w 57"/>
                <a:gd name="T13" fmla="*/ 21508 h 62"/>
                <a:gd name="T14" fmla="*/ 122238 w 57"/>
                <a:gd name="T15" fmla="*/ 111842 h 62"/>
                <a:gd name="T16" fmla="*/ 100793 w 57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7" h="62">
                  <a:moveTo>
                    <a:pt x="47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5" y="62"/>
                    <a:pt x="0" y="58"/>
                    <a:pt x="0" y="5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7" y="4"/>
                    <a:pt x="57" y="10"/>
                  </a:cubicBezTo>
                  <a:cubicBezTo>
                    <a:pt x="57" y="52"/>
                    <a:pt x="57" y="52"/>
                    <a:pt x="57" y="52"/>
                  </a:cubicBezTo>
                  <a:cubicBezTo>
                    <a:pt x="57" y="58"/>
                    <a:pt x="53" y="62"/>
                    <a:pt x="47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41" name="Freeform 46">
              <a:extLst>
                <a:ext uri="{FF2B5EF4-FFF2-40B4-BE49-F238E27FC236}">
                  <a16:creationId xmlns:a16="http://schemas.microsoft.com/office/drawing/2014/main" id="{738F2493-8695-6D09-EE60-2F42D906954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996081" y="4515340"/>
              <a:ext cx="123825" cy="133350"/>
            </a:xfrm>
            <a:custGeom>
              <a:avLst/>
              <a:gdLst>
                <a:gd name="T0" fmla="*/ 100341 w 58"/>
                <a:gd name="T1" fmla="*/ 133350 h 62"/>
                <a:gd name="T2" fmla="*/ 23484 w 58"/>
                <a:gd name="T3" fmla="*/ 133350 h 62"/>
                <a:gd name="T4" fmla="*/ 0 w 58"/>
                <a:gd name="T5" fmla="*/ 111842 h 62"/>
                <a:gd name="T6" fmla="*/ 0 w 58"/>
                <a:gd name="T7" fmla="*/ 21508 h 62"/>
                <a:gd name="T8" fmla="*/ 23484 w 58"/>
                <a:gd name="T9" fmla="*/ 0 h 62"/>
                <a:gd name="T10" fmla="*/ 100341 w 58"/>
                <a:gd name="T11" fmla="*/ 0 h 62"/>
                <a:gd name="T12" fmla="*/ 123825 w 58"/>
                <a:gd name="T13" fmla="*/ 21508 h 62"/>
                <a:gd name="T14" fmla="*/ 123825 w 58"/>
                <a:gd name="T15" fmla="*/ 111842 h 62"/>
                <a:gd name="T16" fmla="*/ 100341 w 58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62">
                  <a:moveTo>
                    <a:pt x="47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8"/>
                    <a:pt x="0" y="5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1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8" y="4"/>
                    <a:pt x="58" y="10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8"/>
                    <a:pt x="53" y="62"/>
                    <a:pt x="47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42" name="Freeform 47">
              <a:extLst>
                <a:ext uri="{FF2B5EF4-FFF2-40B4-BE49-F238E27FC236}">
                  <a16:creationId xmlns:a16="http://schemas.microsoft.com/office/drawing/2014/main" id="{411734BC-A66D-DB32-0FF7-A56C16AB85C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156418" y="4515340"/>
              <a:ext cx="122238" cy="133350"/>
            </a:xfrm>
            <a:custGeom>
              <a:avLst/>
              <a:gdLst>
                <a:gd name="T0" fmla="*/ 100793 w 57"/>
                <a:gd name="T1" fmla="*/ 133350 h 62"/>
                <a:gd name="T2" fmla="*/ 21445 w 57"/>
                <a:gd name="T3" fmla="*/ 133350 h 62"/>
                <a:gd name="T4" fmla="*/ 0 w 57"/>
                <a:gd name="T5" fmla="*/ 111842 h 62"/>
                <a:gd name="T6" fmla="*/ 0 w 57"/>
                <a:gd name="T7" fmla="*/ 21508 h 62"/>
                <a:gd name="T8" fmla="*/ 21445 w 57"/>
                <a:gd name="T9" fmla="*/ 0 h 62"/>
                <a:gd name="T10" fmla="*/ 100793 w 57"/>
                <a:gd name="T11" fmla="*/ 0 h 62"/>
                <a:gd name="T12" fmla="*/ 122238 w 57"/>
                <a:gd name="T13" fmla="*/ 21508 h 62"/>
                <a:gd name="T14" fmla="*/ 122238 w 57"/>
                <a:gd name="T15" fmla="*/ 111842 h 62"/>
                <a:gd name="T16" fmla="*/ 100793 w 57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7" h="62">
                  <a:moveTo>
                    <a:pt x="47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4" y="62"/>
                    <a:pt x="0" y="58"/>
                    <a:pt x="0" y="5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2" y="0"/>
                    <a:pt x="57" y="4"/>
                    <a:pt x="57" y="10"/>
                  </a:cubicBezTo>
                  <a:cubicBezTo>
                    <a:pt x="57" y="52"/>
                    <a:pt x="57" y="52"/>
                    <a:pt x="57" y="52"/>
                  </a:cubicBezTo>
                  <a:cubicBezTo>
                    <a:pt x="57" y="58"/>
                    <a:pt x="52" y="62"/>
                    <a:pt x="47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43" name="Freeform 48">
              <a:extLst>
                <a:ext uri="{FF2B5EF4-FFF2-40B4-BE49-F238E27FC236}">
                  <a16:creationId xmlns:a16="http://schemas.microsoft.com/office/drawing/2014/main" id="{C6B18F76-7FFA-B32E-A07A-1F439AF2C67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315168" y="4515340"/>
              <a:ext cx="122238" cy="133350"/>
            </a:xfrm>
            <a:custGeom>
              <a:avLst/>
              <a:gdLst>
                <a:gd name="T0" fmla="*/ 100793 w 57"/>
                <a:gd name="T1" fmla="*/ 133350 h 62"/>
                <a:gd name="T2" fmla="*/ 21445 w 57"/>
                <a:gd name="T3" fmla="*/ 133350 h 62"/>
                <a:gd name="T4" fmla="*/ 0 w 57"/>
                <a:gd name="T5" fmla="*/ 111842 h 62"/>
                <a:gd name="T6" fmla="*/ 0 w 57"/>
                <a:gd name="T7" fmla="*/ 21508 h 62"/>
                <a:gd name="T8" fmla="*/ 21445 w 57"/>
                <a:gd name="T9" fmla="*/ 0 h 62"/>
                <a:gd name="T10" fmla="*/ 100793 w 57"/>
                <a:gd name="T11" fmla="*/ 0 h 62"/>
                <a:gd name="T12" fmla="*/ 122238 w 57"/>
                <a:gd name="T13" fmla="*/ 21508 h 62"/>
                <a:gd name="T14" fmla="*/ 122238 w 57"/>
                <a:gd name="T15" fmla="*/ 111842 h 62"/>
                <a:gd name="T16" fmla="*/ 100793 w 57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7" h="62">
                  <a:moveTo>
                    <a:pt x="47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4" y="62"/>
                    <a:pt x="0" y="58"/>
                    <a:pt x="0" y="5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2" y="0"/>
                    <a:pt x="57" y="4"/>
                    <a:pt x="57" y="10"/>
                  </a:cubicBezTo>
                  <a:cubicBezTo>
                    <a:pt x="57" y="52"/>
                    <a:pt x="57" y="52"/>
                    <a:pt x="57" y="52"/>
                  </a:cubicBezTo>
                  <a:cubicBezTo>
                    <a:pt x="57" y="58"/>
                    <a:pt x="52" y="62"/>
                    <a:pt x="47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44" name="Freeform 49">
              <a:extLst>
                <a:ext uri="{FF2B5EF4-FFF2-40B4-BE49-F238E27FC236}">
                  <a16:creationId xmlns:a16="http://schemas.microsoft.com/office/drawing/2014/main" id="{496D81A9-A1DE-8472-36B8-2FA19591990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473918" y="4515340"/>
              <a:ext cx="122238" cy="133350"/>
            </a:xfrm>
            <a:custGeom>
              <a:avLst/>
              <a:gdLst>
                <a:gd name="T0" fmla="*/ 100793 w 57"/>
                <a:gd name="T1" fmla="*/ 133350 h 62"/>
                <a:gd name="T2" fmla="*/ 21445 w 57"/>
                <a:gd name="T3" fmla="*/ 133350 h 62"/>
                <a:gd name="T4" fmla="*/ 0 w 57"/>
                <a:gd name="T5" fmla="*/ 111842 h 62"/>
                <a:gd name="T6" fmla="*/ 0 w 57"/>
                <a:gd name="T7" fmla="*/ 21508 h 62"/>
                <a:gd name="T8" fmla="*/ 21445 w 57"/>
                <a:gd name="T9" fmla="*/ 0 h 62"/>
                <a:gd name="T10" fmla="*/ 100793 w 57"/>
                <a:gd name="T11" fmla="*/ 0 h 62"/>
                <a:gd name="T12" fmla="*/ 122238 w 57"/>
                <a:gd name="T13" fmla="*/ 21508 h 62"/>
                <a:gd name="T14" fmla="*/ 122238 w 57"/>
                <a:gd name="T15" fmla="*/ 111842 h 62"/>
                <a:gd name="T16" fmla="*/ 100793 w 57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7" h="62">
                  <a:moveTo>
                    <a:pt x="47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5" y="62"/>
                    <a:pt x="0" y="58"/>
                    <a:pt x="0" y="5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7" y="4"/>
                    <a:pt x="57" y="10"/>
                  </a:cubicBezTo>
                  <a:cubicBezTo>
                    <a:pt x="57" y="52"/>
                    <a:pt x="57" y="52"/>
                    <a:pt x="57" y="52"/>
                  </a:cubicBezTo>
                  <a:cubicBezTo>
                    <a:pt x="57" y="58"/>
                    <a:pt x="53" y="62"/>
                    <a:pt x="47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45" name="Freeform 50">
              <a:extLst>
                <a:ext uri="{FF2B5EF4-FFF2-40B4-BE49-F238E27FC236}">
                  <a16:creationId xmlns:a16="http://schemas.microsoft.com/office/drawing/2014/main" id="{35CDDDBB-1A40-5E62-8E96-A5875363607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631081" y="4515340"/>
              <a:ext cx="122238" cy="133350"/>
            </a:xfrm>
            <a:custGeom>
              <a:avLst/>
              <a:gdLst>
                <a:gd name="T0" fmla="*/ 100793 w 57"/>
                <a:gd name="T1" fmla="*/ 133350 h 62"/>
                <a:gd name="T2" fmla="*/ 21445 w 57"/>
                <a:gd name="T3" fmla="*/ 133350 h 62"/>
                <a:gd name="T4" fmla="*/ 0 w 57"/>
                <a:gd name="T5" fmla="*/ 111842 h 62"/>
                <a:gd name="T6" fmla="*/ 0 w 57"/>
                <a:gd name="T7" fmla="*/ 21508 h 62"/>
                <a:gd name="T8" fmla="*/ 21445 w 57"/>
                <a:gd name="T9" fmla="*/ 0 h 62"/>
                <a:gd name="T10" fmla="*/ 100793 w 57"/>
                <a:gd name="T11" fmla="*/ 0 h 62"/>
                <a:gd name="T12" fmla="*/ 122238 w 57"/>
                <a:gd name="T13" fmla="*/ 21508 h 62"/>
                <a:gd name="T14" fmla="*/ 122238 w 57"/>
                <a:gd name="T15" fmla="*/ 111842 h 62"/>
                <a:gd name="T16" fmla="*/ 100793 w 57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7" h="62">
                  <a:moveTo>
                    <a:pt x="47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5" y="62"/>
                    <a:pt x="0" y="58"/>
                    <a:pt x="0" y="5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7" y="4"/>
                    <a:pt x="57" y="10"/>
                  </a:cubicBezTo>
                  <a:cubicBezTo>
                    <a:pt x="57" y="52"/>
                    <a:pt x="57" y="52"/>
                    <a:pt x="57" y="52"/>
                  </a:cubicBezTo>
                  <a:cubicBezTo>
                    <a:pt x="57" y="58"/>
                    <a:pt x="53" y="62"/>
                    <a:pt x="47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46" name="Freeform 51">
              <a:extLst>
                <a:ext uri="{FF2B5EF4-FFF2-40B4-BE49-F238E27FC236}">
                  <a16:creationId xmlns:a16="http://schemas.microsoft.com/office/drawing/2014/main" id="{683F57AF-8496-5289-9046-8BCBE19595B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789831" y="4515340"/>
              <a:ext cx="125413" cy="133350"/>
            </a:xfrm>
            <a:custGeom>
              <a:avLst/>
              <a:gdLst>
                <a:gd name="T0" fmla="*/ 101628 w 58"/>
                <a:gd name="T1" fmla="*/ 133350 h 62"/>
                <a:gd name="T2" fmla="*/ 23785 w 58"/>
                <a:gd name="T3" fmla="*/ 133350 h 62"/>
                <a:gd name="T4" fmla="*/ 0 w 58"/>
                <a:gd name="T5" fmla="*/ 111842 h 62"/>
                <a:gd name="T6" fmla="*/ 0 w 58"/>
                <a:gd name="T7" fmla="*/ 21508 h 62"/>
                <a:gd name="T8" fmla="*/ 23785 w 58"/>
                <a:gd name="T9" fmla="*/ 0 h 62"/>
                <a:gd name="T10" fmla="*/ 101628 w 58"/>
                <a:gd name="T11" fmla="*/ 0 h 62"/>
                <a:gd name="T12" fmla="*/ 125413 w 58"/>
                <a:gd name="T13" fmla="*/ 21508 h 62"/>
                <a:gd name="T14" fmla="*/ 125413 w 58"/>
                <a:gd name="T15" fmla="*/ 111842 h 62"/>
                <a:gd name="T16" fmla="*/ 101628 w 58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62">
                  <a:moveTo>
                    <a:pt x="47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8"/>
                    <a:pt x="0" y="5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1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8" y="4"/>
                    <a:pt x="58" y="10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8"/>
                    <a:pt x="53" y="62"/>
                    <a:pt x="47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47" name="Freeform 52">
              <a:extLst>
                <a:ext uri="{FF2B5EF4-FFF2-40B4-BE49-F238E27FC236}">
                  <a16:creationId xmlns:a16="http://schemas.microsoft.com/office/drawing/2014/main" id="{77473A2B-BDA3-9925-0B7F-666855E242E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53343" y="4515340"/>
              <a:ext cx="127000" cy="133350"/>
            </a:xfrm>
            <a:custGeom>
              <a:avLst/>
              <a:gdLst>
                <a:gd name="T0" fmla="*/ 103322 w 59"/>
                <a:gd name="T1" fmla="*/ 133350 h 62"/>
                <a:gd name="T2" fmla="*/ 23678 w 59"/>
                <a:gd name="T3" fmla="*/ 133350 h 62"/>
                <a:gd name="T4" fmla="*/ 0 w 59"/>
                <a:gd name="T5" fmla="*/ 111842 h 62"/>
                <a:gd name="T6" fmla="*/ 0 w 59"/>
                <a:gd name="T7" fmla="*/ 21508 h 62"/>
                <a:gd name="T8" fmla="*/ 23678 w 59"/>
                <a:gd name="T9" fmla="*/ 0 h 62"/>
                <a:gd name="T10" fmla="*/ 103322 w 59"/>
                <a:gd name="T11" fmla="*/ 0 h 62"/>
                <a:gd name="T12" fmla="*/ 127000 w 59"/>
                <a:gd name="T13" fmla="*/ 21508 h 62"/>
                <a:gd name="T14" fmla="*/ 127000 w 59"/>
                <a:gd name="T15" fmla="*/ 111842 h 62"/>
                <a:gd name="T16" fmla="*/ 103322 w 59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" h="62">
                  <a:moveTo>
                    <a:pt x="48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7"/>
                    <a:pt x="0" y="5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0"/>
                    <a:pt x="59" y="4"/>
                    <a:pt x="59" y="10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59" y="57"/>
                    <a:pt x="54" y="62"/>
                    <a:pt x="48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48" name="Freeform 53">
              <a:extLst>
                <a:ext uri="{FF2B5EF4-FFF2-40B4-BE49-F238E27FC236}">
                  <a16:creationId xmlns:a16="http://schemas.microsoft.com/office/drawing/2014/main" id="{4006A23F-FEEE-DBBB-144D-D8DCA393C51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866031" y="4670915"/>
              <a:ext cx="214313" cy="133350"/>
            </a:xfrm>
            <a:custGeom>
              <a:avLst/>
              <a:gdLst>
                <a:gd name="T0" fmla="*/ 188595 w 100"/>
                <a:gd name="T1" fmla="*/ 133350 h 62"/>
                <a:gd name="T2" fmla="*/ 23574 w 100"/>
                <a:gd name="T3" fmla="*/ 133350 h 62"/>
                <a:gd name="T4" fmla="*/ 0 w 100"/>
                <a:gd name="T5" fmla="*/ 109691 h 62"/>
                <a:gd name="T6" fmla="*/ 0 w 100"/>
                <a:gd name="T7" fmla="*/ 23659 h 62"/>
                <a:gd name="T8" fmla="*/ 23574 w 100"/>
                <a:gd name="T9" fmla="*/ 0 h 62"/>
                <a:gd name="T10" fmla="*/ 188595 w 100"/>
                <a:gd name="T11" fmla="*/ 0 h 62"/>
                <a:gd name="T12" fmla="*/ 214313 w 100"/>
                <a:gd name="T13" fmla="*/ 23659 h 62"/>
                <a:gd name="T14" fmla="*/ 214313 w 100"/>
                <a:gd name="T15" fmla="*/ 109691 h 62"/>
                <a:gd name="T16" fmla="*/ 188595 w 100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0" h="62">
                  <a:moveTo>
                    <a:pt x="88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7"/>
                    <a:pt x="0" y="5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5" y="0"/>
                    <a:pt x="100" y="5"/>
                    <a:pt x="100" y="11"/>
                  </a:cubicBezTo>
                  <a:cubicBezTo>
                    <a:pt x="100" y="51"/>
                    <a:pt x="100" y="51"/>
                    <a:pt x="100" y="51"/>
                  </a:cubicBezTo>
                  <a:cubicBezTo>
                    <a:pt x="100" y="57"/>
                    <a:pt x="95" y="62"/>
                    <a:pt x="88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49" name="Freeform 54">
              <a:extLst>
                <a:ext uri="{FF2B5EF4-FFF2-40B4-BE49-F238E27FC236}">
                  <a16:creationId xmlns:a16="http://schemas.microsoft.com/office/drawing/2014/main" id="{62321294-CE86-2B74-6215-8B6E84E73AE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835868" y="4828077"/>
              <a:ext cx="244475" cy="134938"/>
            </a:xfrm>
            <a:custGeom>
              <a:avLst/>
              <a:gdLst>
                <a:gd name="T0" fmla="*/ 218741 w 114"/>
                <a:gd name="T1" fmla="*/ 134938 h 63"/>
                <a:gd name="T2" fmla="*/ 23590 w 114"/>
                <a:gd name="T3" fmla="*/ 134938 h 63"/>
                <a:gd name="T4" fmla="*/ 0 w 114"/>
                <a:gd name="T5" fmla="*/ 111377 h 63"/>
                <a:gd name="T6" fmla="*/ 0 w 114"/>
                <a:gd name="T7" fmla="*/ 25702 h 63"/>
                <a:gd name="T8" fmla="*/ 23590 w 114"/>
                <a:gd name="T9" fmla="*/ 0 h 63"/>
                <a:gd name="T10" fmla="*/ 218741 w 114"/>
                <a:gd name="T11" fmla="*/ 0 h 63"/>
                <a:gd name="T12" fmla="*/ 244475 w 114"/>
                <a:gd name="T13" fmla="*/ 25702 h 63"/>
                <a:gd name="T14" fmla="*/ 244475 w 114"/>
                <a:gd name="T15" fmla="*/ 111377 h 63"/>
                <a:gd name="T16" fmla="*/ 218741 w 114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4" h="63">
                  <a:moveTo>
                    <a:pt x="102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1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9" y="0"/>
                    <a:pt x="114" y="6"/>
                    <a:pt x="114" y="12"/>
                  </a:cubicBezTo>
                  <a:cubicBezTo>
                    <a:pt x="114" y="52"/>
                    <a:pt x="114" y="52"/>
                    <a:pt x="114" y="52"/>
                  </a:cubicBezTo>
                  <a:cubicBezTo>
                    <a:pt x="114" y="58"/>
                    <a:pt x="109" y="63"/>
                    <a:pt x="102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50" name="Freeform 55">
              <a:extLst>
                <a:ext uri="{FF2B5EF4-FFF2-40B4-BE49-F238E27FC236}">
                  <a16:creationId xmlns:a16="http://schemas.microsoft.com/office/drawing/2014/main" id="{B30CBED2-E7A8-C295-6C12-9B9D8FE684F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750143" y="4983653"/>
              <a:ext cx="330200" cy="136525"/>
            </a:xfrm>
            <a:custGeom>
              <a:avLst/>
              <a:gdLst>
                <a:gd name="T0" fmla="*/ 304470 w 154"/>
                <a:gd name="T1" fmla="*/ 136525 h 63"/>
                <a:gd name="T2" fmla="*/ 23586 w 154"/>
                <a:gd name="T3" fmla="*/ 136525 h 63"/>
                <a:gd name="T4" fmla="*/ 0 w 154"/>
                <a:gd name="T5" fmla="*/ 112687 h 63"/>
                <a:gd name="T6" fmla="*/ 0 w 154"/>
                <a:gd name="T7" fmla="*/ 23838 h 63"/>
                <a:gd name="T8" fmla="*/ 23586 w 154"/>
                <a:gd name="T9" fmla="*/ 0 h 63"/>
                <a:gd name="T10" fmla="*/ 304470 w 154"/>
                <a:gd name="T11" fmla="*/ 0 h 63"/>
                <a:gd name="T12" fmla="*/ 330200 w 154"/>
                <a:gd name="T13" fmla="*/ 23838 h 63"/>
                <a:gd name="T14" fmla="*/ 330200 w 154"/>
                <a:gd name="T15" fmla="*/ 112687 h 63"/>
                <a:gd name="T16" fmla="*/ 304470 w 154"/>
                <a:gd name="T17" fmla="*/ 136525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4" h="63">
                  <a:moveTo>
                    <a:pt x="142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49" y="0"/>
                    <a:pt x="154" y="5"/>
                    <a:pt x="154" y="11"/>
                  </a:cubicBezTo>
                  <a:cubicBezTo>
                    <a:pt x="154" y="52"/>
                    <a:pt x="154" y="52"/>
                    <a:pt x="154" y="52"/>
                  </a:cubicBezTo>
                  <a:cubicBezTo>
                    <a:pt x="154" y="58"/>
                    <a:pt x="149" y="63"/>
                    <a:pt x="142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51" name="Freeform 56">
              <a:extLst>
                <a:ext uri="{FF2B5EF4-FFF2-40B4-BE49-F238E27FC236}">
                  <a16:creationId xmlns:a16="http://schemas.microsoft.com/office/drawing/2014/main" id="{A6120FA2-9A1E-746D-9829-FDD0FCBDA67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15243" y="5140815"/>
              <a:ext cx="165100" cy="134938"/>
            </a:xfrm>
            <a:custGeom>
              <a:avLst/>
              <a:gdLst>
                <a:gd name="T0" fmla="*/ 139370 w 77"/>
                <a:gd name="T1" fmla="*/ 134938 h 63"/>
                <a:gd name="T2" fmla="*/ 23586 w 77"/>
                <a:gd name="T3" fmla="*/ 134938 h 63"/>
                <a:gd name="T4" fmla="*/ 0 w 77"/>
                <a:gd name="T5" fmla="*/ 109236 h 63"/>
                <a:gd name="T6" fmla="*/ 0 w 77"/>
                <a:gd name="T7" fmla="*/ 23561 h 63"/>
                <a:gd name="T8" fmla="*/ 23586 w 77"/>
                <a:gd name="T9" fmla="*/ 0 h 63"/>
                <a:gd name="T10" fmla="*/ 139370 w 77"/>
                <a:gd name="T11" fmla="*/ 0 h 63"/>
                <a:gd name="T12" fmla="*/ 165100 w 77"/>
                <a:gd name="T13" fmla="*/ 23561 h 63"/>
                <a:gd name="T14" fmla="*/ 165100 w 77"/>
                <a:gd name="T15" fmla="*/ 109236 h 63"/>
                <a:gd name="T16" fmla="*/ 139370 w 77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7" h="63">
                  <a:moveTo>
                    <a:pt x="65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2" y="0"/>
                    <a:pt x="77" y="5"/>
                    <a:pt x="77" y="1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8"/>
                    <a:pt x="72" y="63"/>
                    <a:pt x="65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52" name="Freeform 57">
              <a:extLst>
                <a:ext uri="{FF2B5EF4-FFF2-40B4-BE49-F238E27FC236}">
                  <a16:creationId xmlns:a16="http://schemas.microsoft.com/office/drawing/2014/main" id="{AF5262E1-337D-3931-3054-47A4577EC97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715218" y="4670915"/>
              <a:ext cx="130175" cy="133350"/>
            </a:xfrm>
            <a:custGeom>
              <a:avLst/>
              <a:gdLst>
                <a:gd name="T0" fmla="*/ 106701 w 61"/>
                <a:gd name="T1" fmla="*/ 133350 h 62"/>
                <a:gd name="T2" fmla="*/ 23474 w 61"/>
                <a:gd name="T3" fmla="*/ 133350 h 62"/>
                <a:gd name="T4" fmla="*/ 0 w 61"/>
                <a:gd name="T5" fmla="*/ 109691 h 62"/>
                <a:gd name="T6" fmla="*/ 0 w 61"/>
                <a:gd name="T7" fmla="*/ 23659 h 62"/>
                <a:gd name="T8" fmla="*/ 23474 w 61"/>
                <a:gd name="T9" fmla="*/ 0 h 62"/>
                <a:gd name="T10" fmla="*/ 106701 w 61"/>
                <a:gd name="T11" fmla="*/ 0 h 62"/>
                <a:gd name="T12" fmla="*/ 130175 w 61"/>
                <a:gd name="T13" fmla="*/ 23659 h 62"/>
                <a:gd name="T14" fmla="*/ 130175 w 61"/>
                <a:gd name="T15" fmla="*/ 109691 h 62"/>
                <a:gd name="T16" fmla="*/ 106701 w 61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2">
                  <a:moveTo>
                    <a:pt x="50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7"/>
                    <a:pt x="0" y="5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7"/>
                    <a:pt x="56" y="62"/>
                    <a:pt x="50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53" name="Freeform 58">
              <a:extLst>
                <a:ext uri="{FF2B5EF4-FFF2-40B4-BE49-F238E27FC236}">
                  <a16:creationId xmlns:a16="http://schemas.microsoft.com/office/drawing/2014/main" id="{249C9634-7F6C-3B8B-BA7A-418880C89B2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553293" y="4670915"/>
              <a:ext cx="130175" cy="133350"/>
            </a:xfrm>
            <a:custGeom>
              <a:avLst/>
              <a:gdLst>
                <a:gd name="T0" fmla="*/ 106701 w 61"/>
                <a:gd name="T1" fmla="*/ 133350 h 62"/>
                <a:gd name="T2" fmla="*/ 23474 w 61"/>
                <a:gd name="T3" fmla="*/ 133350 h 62"/>
                <a:gd name="T4" fmla="*/ 0 w 61"/>
                <a:gd name="T5" fmla="*/ 109691 h 62"/>
                <a:gd name="T6" fmla="*/ 0 w 61"/>
                <a:gd name="T7" fmla="*/ 23659 h 62"/>
                <a:gd name="T8" fmla="*/ 23474 w 61"/>
                <a:gd name="T9" fmla="*/ 0 h 62"/>
                <a:gd name="T10" fmla="*/ 106701 w 61"/>
                <a:gd name="T11" fmla="*/ 0 h 62"/>
                <a:gd name="T12" fmla="*/ 130175 w 61"/>
                <a:gd name="T13" fmla="*/ 23659 h 62"/>
                <a:gd name="T14" fmla="*/ 130175 w 61"/>
                <a:gd name="T15" fmla="*/ 109691 h 62"/>
                <a:gd name="T16" fmla="*/ 106701 w 61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2">
                  <a:moveTo>
                    <a:pt x="50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7"/>
                    <a:pt x="0" y="5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7"/>
                    <a:pt x="56" y="62"/>
                    <a:pt x="50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54" name="Freeform 59">
              <a:extLst>
                <a:ext uri="{FF2B5EF4-FFF2-40B4-BE49-F238E27FC236}">
                  <a16:creationId xmlns:a16="http://schemas.microsoft.com/office/drawing/2014/main" id="{17ED1321-7191-A2A5-C090-81D76327D79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389781" y="4670915"/>
              <a:ext cx="133350" cy="133350"/>
            </a:xfrm>
            <a:custGeom>
              <a:avLst/>
              <a:gdLst>
                <a:gd name="T0" fmla="*/ 109691 w 62"/>
                <a:gd name="T1" fmla="*/ 133350 h 62"/>
                <a:gd name="T2" fmla="*/ 23659 w 62"/>
                <a:gd name="T3" fmla="*/ 133350 h 62"/>
                <a:gd name="T4" fmla="*/ 0 w 62"/>
                <a:gd name="T5" fmla="*/ 109691 h 62"/>
                <a:gd name="T6" fmla="*/ 0 w 62"/>
                <a:gd name="T7" fmla="*/ 23659 h 62"/>
                <a:gd name="T8" fmla="*/ 23659 w 62"/>
                <a:gd name="T9" fmla="*/ 0 h 62"/>
                <a:gd name="T10" fmla="*/ 109691 w 62"/>
                <a:gd name="T11" fmla="*/ 0 h 62"/>
                <a:gd name="T12" fmla="*/ 133350 w 62"/>
                <a:gd name="T13" fmla="*/ 23659 h 62"/>
                <a:gd name="T14" fmla="*/ 133350 w 62"/>
                <a:gd name="T15" fmla="*/ 109691 h 62"/>
                <a:gd name="T16" fmla="*/ 109691 w 62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62">
                  <a:moveTo>
                    <a:pt x="51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7"/>
                    <a:pt x="0" y="5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2" y="5"/>
                    <a:pt x="62" y="11"/>
                  </a:cubicBezTo>
                  <a:cubicBezTo>
                    <a:pt x="62" y="51"/>
                    <a:pt x="62" y="51"/>
                    <a:pt x="62" y="51"/>
                  </a:cubicBezTo>
                  <a:cubicBezTo>
                    <a:pt x="62" y="57"/>
                    <a:pt x="57" y="62"/>
                    <a:pt x="51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55" name="Freeform 60">
              <a:extLst>
                <a:ext uri="{FF2B5EF4-FFF2-40B4-BE49-F238E27FC236}">
                  <a16:creationId xmlns:a16="http://schemas.microsoft.com/office/drawing/2014/main" id="{7A342759-357C-8590-51AE-14BC983C764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229443" y="4670915"/>
              <a:ext cx="130175" cy="133350"/>
            </a:xfrm>
            <a:custGeom>
              <a:avLst/>
              <a:gdLst>
                <a:gd name="T0" fmla="*/ 106701 w 61"/>
                <a:gd name="T1" fmla="*/ 133350 h 62"/>
                <a:gd name="T2" fmla="*/ 23474 w 61"/>
                <a:gd name="T3" fmla="*/ 133350 h 62"/>
                <a:gd name="T4" fmla="*/ 0 w 61"/>
                <a:gd name="T5" fmla="*/ 109691 h 62"/>
                <a:gd name="T6" fmla="*/ 0 w 61"/>
                <a:gd name="T7" fmla="*/ 23659 h 62"/>
                <a:gd name="T8" fmla="*/ 23474 w 61"/>
                <a:gd name="T9" fmla="*/ 0 h 62"/>
                <a:gd name="T10" fmla="*/ 106701 w 61"/>
                <a:gd name="T11" fmla="*/ 0 h 62"/>
                <a:gd name="T12" fmla="*/ 130175 w 61"/>
                <a:gd name="T13" fmla="*/ 23659 h 62"/>
                <a:gd name="T14" fmla="*/ 130175 w 61"/>
                <a:gd name="T15" fmla="*/ 109691 h 62"/>
                <a:gd name="T16" fmla="*/ 106701 w 61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2">
                  <a:moveTo>
                    <a:pt x="50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7"/>
                    <a:pt x="0" y="5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7"/>
                    <a:pt x="56" y="62"/>
                    <a:pt x="50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56" name="Freeform 61">
              <a:extLst>
                <a:ext uri="{FF2B5EF4-FFF2-40B4-BE49-F238E27FC236}">
                  <a16:creationId xmlns:a16="http://schemas.microsoft.com/office/drawing/2014/main" id="{1F7BED8B-D4A0-2ADE-F662-6510FA7CE55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065931" y="4670915"/>
              <a:ext cx="130175" cy="133350"/>
            </a:xfrm>
            <a:custGeom>
              <a:avLst/>
              <a:gdLst>
                <a:gd name="T0" fmla="*/ 106701 w 61"/>
                <a:gd name="T1" fmla="*/ 133350 h 62"/>
                <a:gd name="T2" fmla="*/ 23474 w 61"/>
                <a:gd name="T3" fmla="*/ 133350 h 62"/>
                <a:gd name="T4" fmla="*/ 0 w 61"/>
                <a:gd name="T5" fmla="*/ 109691 h 62"/>
                <a:gd name="T6" fmla="*/ 0 w 61"/>
                <a:gd name="T7" fmla="*/ 23659 h 62"/>
                <a:gd name="T8" fmla="*/ 23474 w 61"/>
                <a:gd name="T9" fmla="*/ 0 h 62"/>
                <a:gd name="T10" fmla="*/ 106701 w 61"/>
                <a:gd name="T11" fmla="*/ 0 h 62"/>
                <a:gd name="T12" fmla="*/ 130175 w 61"/>
                <a:gd name="T13" fmla="*/ 23659 h 62"/>
                <a:gd name="T14" fmla="*/ 130175 w 61"/>
                <a:gd name="T15" fmla="*/ 109691 h 62"/>
                <a:gd name="T16" fmla="*/ 106701 w 61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2">
                  <a:moveTo>
                    <a:pt x="50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7"/>
                    <a:pt x="0" y="5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7"/>
                    <a:pt x="56" y="62"/>
                    <a:pt x="50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57" name="Freeform 62">
              <a:extLst>
                <a:ext uri="{FF2B5EF4-FFF2-40B4-BE49-F238E27FC236}">
                  <a16:creationId xmlns:a16="http://schemas.microsoft.com/office/drawing/2014/main" id="{85BCA6E8-C669-EE55-C335-465A31177A3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902418" y="4670915"/>
              <a:ext cx="133350" cy="133350"/>
            </a:xfrm>
            <a:custGeom>
              <a:avLst/>
              <a:gdLst>
                <a:gd name="T0" fmla="*/ 109691 w 62"/>
                <a:gd name="T1" fmla="*/ 133350 h 62"/>
                <a:gd name="T2" fmla="*/ 23659 w 62"/>
                <a:gd name="T3" fmla="*/ 133350 h 62"/>
                <a:gd name="T4" fmla="*/ 0 w 62"/>
                <a:gd name="T5" fmla="*/ 109691 h 62"/>
                <a:gd name="T6" fmla="*/ 0 w 62"/>
                <a:gd name="T7" fmla="*/ 23659 h 62"/>
                <a:gd name="T8" fmla="*/ 23659 w 62"/>
                <a:gd name="T9" fmla="*/ 0 h 62"/>
                <a:gd name="T10" fmla="*/ 109691 w 62"/>
                <a:gd name="T11" fmla="*/ 0 h 62"/>
                <a:gd name="T12" fmla="*/ 133350 w 62"/>
                <a:gd name="T13" fmla="*/ 23659 h 62"/>
                <a:gd name="T14" fmla="*/ 133350 w 62"/>
                <a:gd name="T15" fmla="*/ 109691 h 62"/>
                <a:gd name="T16" fmla="*/ 109691 w 62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62">
                  <a:moveTo>
                    <a:pt x="51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7"/>
                    <a:pt x="0" y="5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2" y="5"/>
                    <a:pt x="62" y="11"/>
                  </a:cubicBezTo>
                  <a:cubicBezTo>
                    <a:pt x="62" y="51"/>
                    <a:pt x="62" y="51"/>
                    <a:pt x="62" y="51"/>
                  </a:cubicBezTo>
                  <a:cubicBezTo>
                    <a:pt x="62" y="57"/>
                    <a:pt x="57" y="62"/>
                    <a:pt x="51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58" name="Freeform 63">
              <a:extLst>
                <a:ext uri="{FF2B5EF4-FFF2-40B4-BE49-F238E27FC236}">
                  <a16:creationId xmlns:a16="http://schemas.microsoft.com/office/drawing/2014/main" id="{3369C5EB-E613-2711-20F5-D27B24BB090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742081" y="4670915"/>
              <a:ext cx="131763" cy="133350"/>
            </a:xfrm>
            <a:custGeom>
              <a:avLst/>
              <a:gdLst>
                <a:gd name="T0" fmla="*/ 108002 w 61"/>
                <a:gd name="T1" fmla="*/ 133350 h 62"/>
                <a:gd name="T2" fmla="*/ 23761 w 61"/>
                <a:gd name="T3" fmla="*/ 133350 h 62"/>
                <a:gd name="T4" fmla="*/ 0 w 61"/>
                <a:gd name="T5" fmla="*/ 109691 h 62"/>
                <a:gd name="T6" fmla="*/ 0 w 61"/>
                <a:gd name="T7" fmla="*/ 23659 h 62"/>
                <a:gd name="T8" fmla="*/ 23761 w 61"/>
                <a:gd name="T9" fmla="*/ 0 h 62"/>
                <a:gd name="T10" fmla="*/ 108002 w 61"/>
                <a:gd name="T11" fmla="*/ 0 h 62"/>
                <a:gd name="T12" fmla="*/ 131763 w 61"/>
                <a:gd name="T13" fmla="*/ 23659 h 62"/>
                <a:gd name="T14" fmla="*/ 131763 w 61"/>
                <a:gd name="T15" fmla="*/ 109691 h 62"/>
                <a:gd name="T16" fmla="*/ 108002 w 61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2">
                  <a:moveTo>
                    <a:pt x="50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7"/>
                    <a:pt x="0" y="5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7"/>
                    <a:pt x="56" y="62"/>
                    <a:pt x="50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59" name="Freeform 64">
              <a:extLst>
                <a:ext uri="{FF2B5EF4-FFF2-40B4-BE49-F238E27FC236}">
                  <a16:creationId xmlns:a16="http://schemas.microsoft.com/office/drawing/2014/main" id="{28EE5BE9-26D5-F31C-9E8F-2935BC4583A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580156" y="4670915"/>
              <a:ext cx="130175" cy="133350"/>
            </a:xfrm>
            <a:custGeom>
              <a:avLst/>
              <a:gdLst>
                <a:gd name="T0" fmla="*/ 108835 w 61"/>
                <a:gd name="T1" fmla="*/ 133350 h 62"/>
                <a:gd name="T2" fmla="*/ 23474 w 61"/>
                <a:gd name="T3" fmla="*/ 133350 h 62"/>
                <a:gd name="T4" fmla="*/ 0 w 61"/>
                <a:gd name="T5" fmla="*/ 109691 h 62"/>
                <a:gd name="T6" fmla="*/ 0 w 61"/>
                <a:gd name="T7" fmla="*/ 23659 h 62"/>
                <a:gd name="T8" fmla="*/ 23474 w 61"/>
                <a:gd name="T9" fmla="*/ 0 h 62"/>
                <a:gd name="T10" fmla="*/ 108835 w 61"/>
                <a:gd name="T11" fmla="*/ 0 h 62"/>
                <a:gd name="T12" fmla="*/ 130175 w 61"/>
                <a:gd name="T13" fmla="*/ 23659 h 62"/>
                <a:gd name="T14" fmla="*/ 130175 w 61"/>
                <a:gd name="T15" fmla="*/ 109691 h 62"/>
                <a:gd name="T16" fmla="*/ 108835 w 61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2">
                  <a:moveTo>
                    <a:pt x="51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7"/>
                    <a:pt x="0" y="5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1" y="5"/>
                    <a:pt x="61" y="1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7"/>
                    <a:pt x="57" y="62"/>
                    <a:pt x="51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60" name="Freeform 65">
              <a:extLst>
                <a:ext uri="{FF2B5EF4-FFF2-40B4-BE49-F238E27FC236}">
                  <a16:creationId xmlns:a16="http://schemas.microsoft.com/office/drawing/2014/main" id="{790939E9-079D-6F8E-C4EC-1E5A908CA13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418231" y="4670915"/>
              <a:ext cx="131763" cy="133350"/>
            </a:xfrm>
            <a:custGeom>
              <a:avLst/>
              <a:gdLst>
                <a:gd name="T0" fmla="*/ 108002 w 61"/>
                <a:gd name="T1" fmla="*/ 133350 h 62"/>
                <a:gd name="T2" fmla="*/ 23761 w 61"/>
                <a:gd name="T3" fmla="*/ 133350 h 62"/>
                <a:gd name="T4" fmla="*/ 0 w 61"/>
                <a:gd name="T5" fmla="*/ 109691 h 62"/>
                <a:gd name="T6" fmla="*/ 0 w 61"/>
                <a:gd name="T7" fmla="*/ 23659 h 62"/>
                <a:gd name="T8" fmla="*/ 23761 w 61"/>
                <a:gd name="T9" fmla="*/ 0 h 62"/>
                <a:gd name="T10" fmla="*/ 108002 w 61"/>
                <a:gd name="T11" fmla="*/ 0 h 62"/>
                <a:gd name="T12" fmla="*/ 131763 w 61"/>
                <a:gd name="T13" fmla="*/ 23659 h 62"/>
                <a:gd name="T14" fmla="*/ 131763 w 61"/>
                <a:gd name="T15" fmla="*/ 109691 h 62"/>
                <a:gd name="T16" fmla="*/ 108002 w 61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2">
                  <a:moveTo>
                    <a:pt x="50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4" y="62"/>
                    <a:pt x="0" y="57"/>
                    <a:pt x="0" y="5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7"/>
                    <a:pt x="56" y="62"/>
                    <a:pt x="50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61" name="Freeform 66">
              <a:extLst>
                <a:ext uri="{FF2B5EF4-FFF2-40B4-BE49-F238E27FC236}">
                  <a16:creationId xmlns:a16="http://schemas.microsoft.com/office/drawing/2014/main" id="{9FA37D45-1C19-4688-3C01-677182D7D30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256306" y="4670915"/>
              <a:ext cx="130175" cy="133350"/>
            </a:xfrm>
            <a:custGeom>
              <a:avLst/>
              <a:gdLst>
                <a:gd name="T0" fmla="*/ 106701 w 61"/>
                <a:gd name="T1" fmla="*/ 133350 h 62"/>
                <a:gd name="T2" fmla="*/ 23474 w 61"/>
                <a:gd name="T3" fmla="*/ 133350 h 62"/>
                <a:gd name="T4" fmla="*/ 0 w 61"/>
                <a:gd name="T5" fmla="*/ 109691 h 62"/>
                <a:gd name="T6" fmla="*/ 0 w 61"/>
                <a:gd name="T7" fmla="*/ 23659 h 62"/>
                <a:gd name="T8" fmla="*/ 23474 w 61"/>
                <a:gd name="T9" fmla="*/ 0 h 62"/>
                <a:gd name="T10" fmla="*/ 106701 w 61"/>
                <a:gd name="T11" fmla="*/ 0 h 62"/>
                <a:gd name="T12" fmla="*/ 130175 w 61"/>
                <a:gd name="T13" fmla="*/ 23659 h 62"/>
                <a:gd name="T14" fmla="*/ 130175 w 61"/>
                <a:gd name="T15" fmla="*/ 109691 h 62"/>
                <a:gd name="T16" fmla="*/ 106701 w 61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2">
                  <a:moveTo>
                    <a:pt x="50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7"/>
                    <a:pt x="0" y="5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7"/>
                    <a:pt x="56" y="62"/>
                    <a:pt x="50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62" name="Freeform 67">
              <a:extLst>
                <a:ext uri="{FF2B5EF4-FFF2-40B4-BE49-F238E27FC236}">
                  <a16:creationId xmlns:a16="http://schemas.microsoft.com/office/drawing/2014/main" id="{0E9D2AEF-7585-DF42-3CC6-8DA6060B890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092793" y="4670915"/>
              <a:ext cx="133350" cy="133350"/>
            </a:xfrm>
            <a:custGeom>
              <a:avLst/>
              <a:gdLst>
                <a:gd name="T0" fmla="*/ 109691 w 62"/>
                <a:gd name="T1" fmla="*/ 133350 h 62"/>
                <a:gd name="T2" fmla="*/ 23659 w 62"/>
                <a:gd name="T3" fmla="*/ 133350 h 62"/>
                <a:gd name="T4" fmla="*/ 0 w 62"/>
                <a:gd name="T5" fmla="*/ 109691 h 62"/>
                <a:gd name="T6" fmla="*/ 0 w 62"/>
                <a:gd name="T7" fmla="*/ 23659 h 62"/>
                <a:gd name="T8" fmla="*/ 23659 w 62"/>
                <a:gd name="T9" fmla="*/ 0 h 62"/>
                <a:gd name="T10" fmla="*/ 109691 w 62"/>
                <a:gd name="T11" fmla="*/ 0 h 62"/>
                <a:gd name="T12" fmla="*/ 133350 w 62"/>
                <a:gd name="T13" fmla="*/ 23659 h 62"/>
                <a:gd name="T14" fmla="*/ 133350 w 62"/>
                <a:gd name="T15" fmla="*/ 109691 h 62"/>
                <a:gd name="T16" fmla="*/ 109691 w 62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62">
                  <a:moveTo>
                    <a:pt x="51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7"/>
                    <a:pt x="0" y="5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2" y="5"/>
                    <a:pt x="62" y="11"/>
                  </a:cubicBezTo>
                  <a:cubicBezTo>
                    <a:pt x="62" y="51"/>
                    <a:pt x="62" y="51"/>
                    <a:pt x="62" y="51"/>
                  </a:cubicBezTo>
                  <a:cubicBezTo>
                    <a:pt x="62" y="57"/>
                    <a:pt x="57" y="62"/>
                    <a:pt x="51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63" name="Freeform 68">
              <a:extLst>
                <a:ext uri="{FF2B5EF4-FFF2-40B4-BE49-F238E27FC236}">
                  <a16:creationId xmlns:a16="http://schemas.microsoft.com/office/drawing/2014/main" id="{2653A294-7927-078D-92FF-8AC0C0C2030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932456" y="4670915"/>
              <a:ext cx="130175" cy="133350"/>
            </a:xfrm>
            <a:custGeom>
              <a:avLst/>
              <a:gdLst>
                <a:gd name="T0" fmla="*/ 106701 w 61"/>
                <a:gd name="T1" fmla="*/ 133350 h 62"/>
                <a:gd name="T2" fmla="*/ 23474 w 61"/>
                <a:gd name="T3" fmla="*/ 133350 h 62"/>
                <a:gd name="T4" fmla="*/ 0 w 61"/>
                <a:gd name="T5" fmla="*/ 109691 h 62"/>
                <a:gd name="T6" fmla="*/ 0 w 61"/>
                <a:gd name="T7" fmla="*/ 23659 h 62"/>
                <a:gd name="T8" fmla="*/ 23474 w 61"/>
                <a:gd name="T9" fmla="*/ 0 h 62"/>
                <a:gd name="T10" fmla="*/ 106701 w 61"/>
                <a:gd name="T11" fmla="*/ 0 h 62"/>
                <a:gd name="T12" fmla="*/ 130175 w 61"/>
                <a:gd name="T13" fmla="*/ 23659 h 62"/>
                <a:gd name="T14" fmla="*/ 130175 w 61"/>
                <a:gd name="T15" fmla="*/ 109691 h 62"/>
                <a:gd name="T16" fmla="*/ 106701 w 61"/>
                <a:gd name="T17" fmla="*/ 133350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2">
                  <a:moveTo>
                    <a:pt x="50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7"/>
                    <a:pt x="0" y="5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7"/>
                    <a:pt x="56" y="62"/>
                    <a:pt x="50" y="62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64" name="Freeform 69">
              <a:extLst>
                <a:ext uri="{FF2B5EF4-FFF2-40B4-BE49-F238E27FC236}">
                  <a16:creationId xmlns:a16="http://schemas.microsoft.com/office/drawing/2014/main" id="{30DD6811-A171-E198-F10E-D87078E4906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670768" y="4828077"/>
              <a:ext cx="130175" cy="134938"/>
            </a:xfrm>
            <a:custGeom>
              <a:avLst/>
              <a:gdLst>
                <a:gd name="T0" fmla="*/ 106701 w 61"/>
                <a:gd name="T1" fmla="*/ 134938 h 63"/>
                <a:gd name="T2" fmla="*/ 23474 w 61"/>
                <a:gd name="T3" fmla="*/ 134938 h 63"/>
                <a:gd name="T4" fmla="*/ 0 w 61"/>
                <a:gd name="T5" fmla="*/ 111377 h 63"/>
                <a:gd name="T6" fmla="*/ 0 w 61"/>
                <a:gd name="T7" fmla="*/ 23561 h 63"/>
                <a:gd name="T8" fmla="*/ 23474 w 61"/>
                <a:gd name="T9" fmla="*/ 0 h 63"/>
                <a:gd name="T10" fmla="*/ 106701 w 61"/>
                <a:gd name="T11" fmla="*/ 0 h 63"/>
                <a:gd name="T12" fmla="*/ 130175 w 61"/>
                <a:gd name="T13" fmla="*/ 23561 h 63"/>
                <a:gd name="T14" fmla="*/ 130175 w 61"/>
                <a:gd name="T15" fmla="*/ 111377 h 63"/>
                <a:gd name="T16" fmla="*/ 106701 w 61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4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65" name="Freeform 70">
              <a:extLst>
                <a:ext uri="{FF2B5EF4-FFF2-40B4-BE49-F238E27FC236}">
                  <a16:creationId xmlns:a16="http://schemas.microsoft.com/office/drawing/2014/main" id="{B714504E-2285-5909-684E-EC04DCB03DB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507256" y="4828077"/>
              <a:ext cx="131763" cy="134938"/>
            </a:xfrm>
            <a:custGeom>
              <a:avLst/>
              <a:gdLst>
                <a:gd name="T0" fmla="*/ 108002 w 61"/>
                <a:gd name="T1" fmla="*/ 134938 h 63"/>
                <a:gd name="T2" fmla="*/ 23761 w 61"/>
                <a:gd name="T3" fmla="*/ 134938 h 63"/>
                <a:gd name="T4" fmla="*/ 0 w 61"/>
                <a:gd name="T5" fmla="*/ 111377 h 63"/>
                <a:gd name="T6" fmla="*/ 0 w 61"/>
                <a:gd name="T7" fmla="*/ 23561 h 63"/>
                <a:gd name="T8" fmla="*/ 23761 w 61"/>
                <a:gd name="T9" fmla="*/ 0 h 63"/>
                <a:gd name="T10" fmla="*/ 108002 w 61"/>
                <a:gd name="T11" fmla="*/ 0 h 63"/>
                <a:gd name="T12" fmla="*/ 131763 w 61"/>
                <a:gd name="T13" fmla="*/ 23561 h 63"/>
                <a:gd name="T14" fmla="*/ 131763 w 61"/>
                <a:gd name="T15" fmla="*/ 111377 h 63"/>
                <a:gd name="T16" fmla="*/ 108002 w 61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66" name="Freeform 71">
              <a:extLst>
                <a:ext uri="{FF2B5EF4-FFF2-40B4-BE49-F238E27FC236}">
                  <a16:creationId xmlns:a16="http://schemas.microsoft.com/office/drawing/2014/main" id="{BAA0DA49-6951-4ADD-5C47-31D85AA5868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345331" y="4828077"/>
              <a:ext cx="131763" cy="134938"/>
            </a:xfrm>
            <a:custGeom>
              <a:avLst/>
              <a:gdLst>
                <a:gd name="T0" fmla="*/ 108386 w 62"/>
                <a:gd name="T1" fmla="*/ 134938 h 63"/>
                <a:gd name="T2" fmla="*/ 23377 w 62"/>
                <a:gd name="T3" fmla="*/ 134938 h 63"/>
                <a:gd name="T4" fmla="*/ 0 w 62"/>
                <a:gd name="T5" fmla="*/ 111377 h 63"/>
                <a:gd name="T6" fmla="*/ 0 w 62"/>
                <a:gd name="T7" fmla="*/ 23561 h 63"/>
                <a:gd name="T8" fmla="*/ 23377 w 62"/>
                <a:gd name="T9" fmla="*/ 0 h 63"/>
                <a:gd name="T10" fmla="*/ 108386 w 62"/>
                <a:gd name="T11" fmla="*/ 0 h 63"/>
                <a:gd name="T12" fmla="*/ 131763 w 62"/>
                <a:gd name="T13" fmla="*/ 23561 h 63"/>
                <a:gd name="T14" fmla="*/ 131763 w 62"/>
                <a:gd name="T15" fmla="*/ 111377 h 63"/>
                <a:gd name="T16" fmla="*/ 108386 w 62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63">
                  <a:moveTo>
                    <a:pt x="51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2" y="5"/>
                    <a:pt x="62" y="11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58"/>
                    <a:pt x="57" y="63"/>
                    <a:pt x="51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67" name="Freeform 72">
              <a:extLst>
                <a:ext uri="{FF2B5EF4-FFF2-40B4-BE49-F238E27FC236}">
                  <a16:creationId xmlns:a16="http://schemas.microsoft.com/office/drawing/2014/main" id="{37481748-B41F-5AF9-CBBF-B1B74727777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183406" y="4828077"/>
              <a:ext cx="131763" cy="134938"/>
            </a:xfrm>
            <a:custGeom>
              <a:avLst/>
              <a:gdLst>
                <a:gd name="T0" fmla="*/ 108002 w 61"/>
                <a:gd name="T1" fmla="*/ 134938 h 63"/>
                <a:gd name="T2" fmla="*/ 23761 w 61"/>
                <a:gd name="T3" fmla="*/ 134938 h 63"/>
                <a:gd name="T4" fmla="*/ 0 w 61"/>
                <a:gd name="T5" fmla="*/ 111377 h 63"/>
                <a:gd name="T6" fmla="*/ 0 w 61"/>
                <a:gd name="T7" fmla="*/ 23561 h 63"/>
                <a:gd name="T8" fmla="*/ 23761 w 61"/>
                <a:gd name="T9" fmla="*/ 0 h 63"/>
                <a:gd name="T10" fmla="*/ 108002 w 61"/>
                <a:gd name="T11" fmla="*/ 0 h 63"/>
                <a:gd name="T12" fmla="*/ 131763 w 61"/>
                <a:gd name="T13" fmla="*/ 23561 h 63"/>
                <a:gd name="T14" fmla="*/ 131763 w 61"/>
                <a:gd name="T15" fmla="*/ 111377 h 63"/>
                <a:gd name="T16" fmla="*/ 108002 w 61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68" name="Freeform 73">
              <a:extLst>
                <a:ext uri="{FF2B5EF4-FFF2-40B4-BE49-F238E27FC236}">
                  <a16:creationId xmlns:a16="http://schemas.microsoft.com/office/drawing/2014/main" id="{7ED8E13A-F6B8-98A6-2DCB-1145C590A12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021481" y="4828077"/>
              <a:ext cx="130175" cy="134938"/>
            </a:xfrm>
            <a:custGeom>
              <a:avLst/>
              <a:gdLst>
                <a:gd name="T0" fmla="*/ 106701 w 61"/>
                <a:gd name="T1" fmla="*/ 134938 h 63"/>
                <a:gd name="T2" fmla="*/ 23474 w 61"/>
                <a:gd name="T3" fmla="*/ 134938 h 63"/>
                <a:gd name="T4" fmla="*/ 0 w 61"/>
                <a:gd name="T5" fmla="*/ 111377 h 63"/>
                <a:gd name="T6" fmla="*/ 0 w 61"/>
                <a:gd name="T7" fmla="*/ 23561 h 63"/>
                <a:gd name="T8" fmla="*/ 23474 w 61"/>
                <a:gd name="T9" fmla="*/ 0 h 63"/>
                <a:gd name="T10" fmla="*/ 106701 w 61"/>
                <a:gd name="T11" fmla="*/ 0 h 63"/>
                <a:gd name="T12" fmla="*/ 130175 w 61"/>
                <a:gd name="T13" fmla="*/ 23561 h 63"/>
                <a:gd name="T14" fmla="*/ 130175 w 61"/>
                <a:gd name="T15" fmla="*/ 111377 h 63"/>
                <a:gd name="T16" fmla="*/ 106701 w 61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69" name="Freeform 74">
              <a:extLst>
                <a:ext uri="{FF2B5EF4-FFF2-40B4-BE49-F238E27FC236}">
                  <a16:creationId xmlns:a16="http://schemas.microsoft.com/office/drawing/2014/main" id="{FE128B4F-6EC3-5294-A75A-CB10053AE52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857968" y="4828077"/>
              <a:ext cx="133350" cy="134938"/>
            </a:xfrm>
            <a:custGeom>
              <a:avLst/>
              <a:gdLst>
                <a:gd name="T0" fmla="*/ 109691 w 62"/>
                <a:gd name="T1" fmla="*/ 134938 h 63"/>
                <a:gd name="T2" fmla="*/ 23659 w 62"/>
                <a:gd name="T3" fmla="*/ 134938 h 63"/>
                <a:gd name="T4" fmla="*/ 0 w 62"/>
                <a:gd name="T5" fmla="*/ 111377 h 63"/>
                <a:gd name="T6" fmla="*/ 0 w 62"/>
                <a:gd name="T7" fmla="*/ 23561 h 63"/>
                <a:gd name="T8" fmla="*/ 23659 w 62"/>
                <a:gd name="T9" fmla="*/ 0 h 63"/>
                <a:gd name="T10" fmla="*/ 109691 w 62"/>
                <a:gd name="T11" fmla="*/ 0 h 63"/>
                <a:gd name="T12" fmla="*/ 133350 w 62"/>
                <a:gd name="T13" fmla="*/ 23561 h 63"/>
                <a:gd name="T14" fmla="*/ 133350 w 62"/>
                <a:gd name="T15" fmla="*/ 111377 h 63"/>
                <a:gd name="T16" fmla="*/ 109691 w 62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63">
                  <a:moveTo>
                    <a:pt x="51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2" y="5"/>
                    <a:pt x="62" y="11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58"/>
                    <a:pt x="57" y="63"/>
                    <a:pt x="51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70" name="Freeform 75">
              <a:extLst>
                <a:ext uri="{FF2B5EF4-FFF2-40B4-BE49-F238E27FC236}">
                  <a16:creationId xmlns:a16="http://schemas.microsoft.com/office/drawing/2014/main" id="{DB44D142-D922-E871-FAB1-BF1744B0F82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697631" y="4828077"/>
              <a:ext cx="130175" cy="134938"/>
            </a:xfrm>
            <a:custGeom>
              <a:avLst/>
              <a:gdLst>
                <a:gd name="T0" fmla="*/ 106701 w 61"/>
                <a:gd name="T1" fmla="*/ 134938 h 63"/>
                <a:gd name="T2" fmla="*/ 23474 w 61"/>
                <a:gd name="T3" fmla="*/ 134938 h 63"/>
                <a:gd name="T4" fmla="*/ 0 w 61"/>
                <a:gd name="T5" fmla="*/ 111377 h 63"/>
                <a:gd name="T6" fmla="*/ 0 w 61"/>
                <a:gd name="T7" fmla="*/ 23561 h 63"/>
                <a:gd name="T8" fmla="*/ 23474 w 61"/>
                <a:gd name="T9" fmla="*/ 0 h 63"/>
                <a:gd name="T10" fmla="*/ 106701 w 61"/>
                <a:gd name="T11" fmla="*/ 0 h 63"/>
                <a:gd name="T12" fmla="*/ 130175 w 61"/>
                <a:gd name="T13" fmla="*/ 23561 h 63"/>
                <a:gd name="T14" fmla="*/ 130175 w 61"/>
                <a:gd name="T15" fmla="*/ 111377 h 63"/>
                <a:gd name="T16" fmla="*/ 106701 w 61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71" name="Freeform 76">
              <a:extLst>
                <a:ext uri="{FF2B5EF4-FFF2-40B4-BE49-F238E27FC236}">
                  <a16:creationId xmlns:a16="http://schemas.microsoft.com/office/drawing/2014/main" id="{E825BA56-5381-7D68-7549-FD68897B375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534118" y="4828077"/>
              <a:ext cx="131763" cy="134938"/>
            </a:xfrm>
            <a:custGeom>
              <a:avLst/>
              <a:gdLst>
                <a:gd name="T0" fmla="*/ 108002 w 61"/>
                <a:gd name="T1" fmla="*/ 134938 h 63"/>
                <a:gd name="T2" fmla="*/ 23761 w 61"/>
                <a:gd name="T3" fmla="*/ 134938 h 63"/>
                <a:gd name="T4" fmla="*/ 0 w 61"/>
                <a:gd name="T5" fmla="*/ 111377 h 63"/>
                <a:gd name="T6" fmla="*/ 0 w 61"/>
                <a:gd name="T7" fmla="*/ 23561 h 63"/>
                <a:gd name="T8" fmla="*/ 23761 w 61"/>
                <a:gd name="T9" fmla="*/ 0 h 63"/>
                <a:gd name="T10" fmla="*/ 108002 w 61"/>
                <a:gd name="T11" fmla="*/ 0 h 63"/>
                <a:gd name="T12" fmla="*/ 131763 w 61"/>
                <a:gd name="T13" fmla="*/ 23561 h 63"/>
                <a:gd name="T14" fmla="*/ 131763 w 61"/>
                <a:gd name="T15" fmla="*/ 111377 h 63"/>
                <a:gd name="T16" fmla="*/ 108002 w 61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7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7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72" name="Freeform 77">
              <a:extLst>
                <a:ext uri="{FF2B5EF4-FFF2-40B4-BE49-F238E27FC236}">
                  <a16:creationId xmlns:a16="http://schemas.microsoft.com/office/drawing/2014/main" id="{C47B6176-B3FF-12C8-282E-1E57FD9777A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373781" y="4828077"/>
              <a:ext cx="130175" cy="134938"/>
            </a:xfrm>
            <a:custGeom>
              <a:avLst/>
              <a:gdLst>
                <a:gd name="T0" fmla="*/ 106701 w 61"/>
                <a:gd name="T1" fmla="*/ 134938 h 63"/>
                <a:gd name="T2" fmla="*/ 21340 w 61"/>
                <a:gd name="T3" fmla="*/ 134938 h 63"/>
                <a:gd name="T4" fmla="*/ 0 w 61"/>
                <a:gd name="T5" fmla="*/ 111377 h 63"/>
                <a:gd name="T6" fmla="*/ 0 w 61"/>
                <a:gd name="T7" fmla="*/ 23561 h 63"/>
                <a:gd name="T8" fmla="*/ 21340 w 61"/>
                <a:gd name="T9" fmla="*/ 0 h 63"/>
                <a:gd name="T10" fmla="*/ 106701 w 61"/>
                <a:gd name="T11" fmla="*/ 0 h 63"/>
                <a:gd name="T12" fmla="*/ 130175 w 61"/>
                <a:gd name="T13" fmla="*/ 23561 h 63"/>
                <a:gd name="T14" fmla="*/ 130175 w 61"/>
                <a:gd name="T15" fmla="*/ 111377 h 63"/>
                <a:gd name="T16" fmla="*/ 106701 w 61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0" y="63"/>
                    <a:pt x="10" y="63"/>
                    <a:pt x="10" y="63"/>
                  </a:cubicBezTo>
                  <a:cubicBezTo>
                    <a:pt x="4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73" name="Freeform 78">
              <a:extLst>
                <a:ext uri="{FF2B5EF4-FFF2-40B4-BE49-F238E27FC236}">
                  <a16:creationId xmlns:a16="http://schemas.microsoft.com/office/drawing/2014/main" id="{1F037942-B3D7-7E19-DB41-92028C88428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210268" y="4828077"/>
              <a:ext cx="131763" cy="134938"/>
            </a:xfrm>
            <a:custGeom>
              <a:avLst/>
              <a:gdLst>
                <a:gd name="T0" fmla="*/ 108002 w 61"/>
                <a:gd name="T1" fmla="*/ 134938 h 63"/>
                <a:gd name="T2" fmla="*/ 23761 w 61"/>
                <a:gd name="T3" fmla="*/ 134938 h 63"/>
                <a:gd name="T4" fmla="*/ 0 w 61"/>
                <a:gd name="T5" fmla="*/ 111377 h 63"/>
                <a:gd name="T6" fmla="*/ 0 w 61"/>
                <a:gd name="T7" fmla="*/ 23561 h 63"/>
                <a:gd name="T8" fmla="*/ 23761 w 61"/>
                <a:gd name="T9" fmla="*/ 0 h 63"/>
                <a:gd name="T10" fmla="*/ 108002 w 61"/>
                <a:gd name="T11" fmla="*/ 0 h 63"/>
                <a:gd name="T12" fmla="*/ 131763 w 61"/>
                <a:gd name="T13" fmla="*/ 23561 h 63"/>
                <a:gd name="T14" fmla="*/ 131763 w 61"/>
                <a:gd name="T15" fmla="*/ 111377 h 63"/>
                <a:gd name="T16" fmla="*/ 108002 w 61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74" name="Freeform 79">
              <a:extLst>
                <a:ext uri="{FF2B5EF4-FFF2-40B4-BE49-F238E27FC236}">
                  <a16:creationId xmlns:a16="http://schemas.microsoft.com/office/drawing/2014/main" id="{97920604-9626-1A03-F88A-42D0BA88459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048343" y="4828077"/>
              <a:ext cx="133350" cy="134938"/>
            </a:xfrm>
            <a:custGeom>
              <a:avLst/>
              <a:gdLst>
                <a:gd name="T0" fmla="*/ 109691 w 62"/>
                <a:gd name="T1" fmla="*/ 134938 h 63"/>
                <a:gd name="T2" fmla="*/ 23659 w 62"/>
                <a:gd name="T3" fmla="*/ 134938 h 63"/>
                <a:gd name="T4" fmla="*/ 0 w 62"/>
                <a:gd name="T5" fmla="*/ 111377 h 63"/>
                <a:gd name="T6" fmla="*/ 0 w 62"/>
                <a:gd name="T7" fmla="*/ 23561 h 63"/>
                <a:gd name="T8" fmla="*/ 23659 w 62"/>
                <a:gd name="T9" fmla="*/ 0 h 63"/>
                <a:gd name="T10" fmla="*/ 109691 w 62"/>
                <a:gd name="T11" fmla="*/ 0 h 63"/>
                <a:gd name="T12" fmla="*/ 133350 w 62"/>
                <a:gd name="T13" fmla="*/ 23561 h 63"/>
                <a:gd name="T14" fmla="*/ 133350 w 62"/>
                <a:gd name="T15" fmla="*/ 111377 h 63"/>
                <a:gd name="T16" fmla="*/ 109691 w 62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63">
                  <a:moveTo>
                    <a:pt x="51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2" y="5"/>
                    <a:pt x="62" y="11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58"/>
                    <a:pt x="57" y="63"/>
                    <a:pt x="51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75" name="Freeform 80">
              <a:extLst>
                <a:ext uri="{FF2B5EF4-FFF2-40B4-BE49-F238E27FC236}">
                  <a16:creationId xmlns:a16="http://schemas.microsoft.com/office/drawing/2014/main" id="{CEBDF490-121E-0A43-C2D7-2DD73E1FA54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585043" y="4983653"/>
              <a:ext cx="130175" cy="136525"/>
            </a:xfrm>
            <a:custGeom>
              <a:avLst/>
              <a:gdLst>
                <a:gd name="T0" fmla="*/ 106701 w 61"/>
                <a:gd name="T1" fmla="*/ 136525 h 63"/>
                <a:gd name="T2" fmla="*/ 23474 w 61"/>
                <a:gd name="T3" fmla="*/ 136525 h 63"/>
                <a:gd name="T4" fmla="*/ 0 w 61"/>
                <a:gd name="T5" fmla="*/ 112687 h 63"/>
                <a:gd name="T6" fmla="*/ 0 w 61"/>
                <a:gd name="T7" fmla="*/ 23838 h 63"/>
                <a:gd name="T8" fmla="*/ 23474 w 61"/>
                <a:gd name="T9" fmla="*/ 0 h 63"/>
                <a:gd name="T10" fmla="*/ 106701 w 61"/>
                <a:gd name="T11" fmla="*/ 0 h 63"/>
                <a:gd name="T12" fmla="*/ 130175 w 61"/>
                <a:gd name="T13" fmla="*/ 23838 h 63"/>
                <a:gd name="T14" fmla="*/ 130175 w 61"/>
                <a:gd name="T15" fmla="*/ 112687 h 63"/>
                <a:gd name="T16" fmla="*/ 106701 w 61"/>
                <a:gd name="T17" fmla="*/ 136525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76" name="Freeform 81">
              <a:extLst>
                <a:ext uri="{FF2B5EF4-FFF2-40B4-BE49-F238E27FC236}">
                  <a16:creationId xmlns:a16="http://schemas.microsoft.com/office/drawing/2014/main" id="{1E23B975-3D60-C9B2-4EF4-E946DF4CBC5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421531" y="4983653"/>
              <a:ext cx="133350" cy="136525"/>
            </a:xfrm>
            <a:custGeom>
              <a:avLst/>
              <a:gdLst>
                <a:gd name="T0" fmla="*/ 109691 w 62"/>
                <a:gd name="T1" fmla="*/ 136525 h 63"/>
                <a:gd name="T2" fmla="*/ 23659 w 62"/>
                <a:gd name="T3" fmla="*/ 136525 h 63"/>
                <a:gd name="T4" fmla="*/ 0 w 62"/>
                <a:gd name="T5" fmla="*/ 112687 h 63"/>
                <a:gd name="T6" fmla="*/ 0 w 62"/>
                <a:gd name="T7" fmla="*/ 23838 h 63"/>
                <a:gd name="T8" fmla="*/ 23659 w 62"/>
                <a:gd name="T9" fmla="*/ 0 h 63"/>
                <a:gd name="T10" fmla="*/ 109691 w 62"/>
                <a:gd name="T11" fmla="*/ 0 h 63"/>
                <a:gd name="T12" fmla="*/ 133350 w 62"/>
                <a:gd name="T13" fmla="*/ 23838 h 63"/>
                <a:gd name="T14" fmla="*/ 133350 w 62"/>
                <a:gd name="T15" fmla="*/ 112687 h 63"/>
                <a:gd name="T16" fmla="*/ 109691 w 62"/>
                <a:gd name="T17" fmla="*/ 136525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63">
                  <a:moveTo>
                    <a:pt x="51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2" y="5"/>
                    <a:pt x="62" y="11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58"/>
                    <a:pt x="57" y="63"/>
                    <a:pt x="51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77" name="Freeform 82">
              <a:extLst>
                <a:ext uri="{FF2B5EF4-FFF2-40B4-BE49-F238E27FC236}">
                  <a16:creationId xmlns:a16="http://schemas.microsoft.com/office/drawing/2014/main" id="{7EDB7574-249C-A747-7B45-7FE6FC3A828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261193" y="4983653"/>
              <a:ext cx="130175" cy="136525"/>
            </a:xfrm>
            <a:custGeom>
              <a:avLst/>
              <a:gdLst>
                <a:gd name="T0" fmla="*/ 106701 w 61"/>
                <a:gd name="T1" fmla="*/ 136525 h 63"/>
                <a:gd name="T2" fmla="*/ 23474 w 61"/>
                <a:gd name="T3" fmla="*/ 136525 h 63"/>
                <a:gd name="T4" fmla="*/ 0 w 61"/>
                <a:gd name="T5" fmla="*/ 112687 h 63"/>
                <a:gd name="T6" fmla="*/ 0 w 61"/>
                <a:gd name="T7" fmla="*/ 23838 h 63"/>
                <a:gd name="T8" fmla="*/ 23474 w 61"/>
                <a:gd name="T9" fmla="*/ 0 h 63"/>
                <a:gd name="T10" fmla="*/ 106701 w 61"/>
                <a:gd name="T11" fmla="*/ 0 h 63"/>
                <a:gd name="T12" fmla="*/ 130175 w 61"/>
                <a:gd name="T13" fmla="*/ 23838 h 63"/>
                <a:gd name="T14" fmla="*/ 130175 w 61"/>
                <a:gd name="T15" fmla="*/ 112687 h 63"/>
                <a:gd name="T16" fmla="*/ 106701 w 61"/>
                <a:gd name="T17" fmla="*/ 136525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78" name="Freeform 83">
              <a:extLst>
                <a:ext uri="{FF2B5EF4-FFF2-40B4-BE49-F238E27FC236}">
                  <a16:creationId xmlns:a16="http://schemas.microsoft.com/office/drawing/2014/main" id="{852EB09C-5421-F738-023D-B8379B2DCE0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097681" y="4983653"/>
              <a:ext cx="131763" cy="136525"/>
            </a:xfrm>
            <a:custGeom>
              <a:avLst/>
              <a:gdLst>
                <a:gd name="T0" fmla="*/ 108002 w 61"/>
                <a:gd name="T1" fmla="*/ 136525 h 63"/>
                <a:gd name="T2" fmla="*/ 23761 w 61"/>
                <a:gd name="T3" fmla="*/ 136525 h 63"/>
                <a:gd name="T4" fmla="*/ 0 w 61"/>
                <a:gd name="T5" fmla="*/ 112687 h 63"/>
                <a:gd name="T6" fmla="*/ 0 w 61"/>
                <a:gd name="T7" fmla="*/ 23838 h 63"/>
                <a:gd name="T8" fmla="*/ 23761 w 61"/>
                <a:gd name="T9" fmla="*/ 0 h 63"/>
                <a:gd name="T10" fmla="*/ 108002 w 61"/>
                <a:gd name="T11" fmla="*/ 0 h 63"/>
                <a:gd name="T12" fmla="*/ 131763 w 61"/>
                <a:gd name="T13" fmla="*/ 23838 h 63"/>
                <a:gd name="T14" fmla="*/ 131763 w 61"/>
                <a:gd name="T15" fmla="*/ 112687 h 63"/>
                <a:gd name="T16" fmla="*/ 108002 w 61"/>
                <a:gd name="T17" fmla="*/ 136525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79" name="Freeform 84">
              <a:extLst>
                <a:ext uri="{FF2B5EF4-FFF2-40B4-BE49-F238E27FC236}">
                  <a16:creationId xmlns:a16="http://schemas.microsoft.com/office/drawing/2014/main" id="{6D2A9FC2-FEF9-3F7D-E54D-154446C0DD6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935756" y="4983653"/>
              <a:ext cx="131763" cy="136525"/>
            </a:xfrm>
            <a:custGeom>
              <a:avLst/>
              <a:gdLst>
                <a:gd name="T0" fmla="*/ 108386 w 62"/>
                <a:gd name="T1" fmla="*/ 136525 h 63"/>
                <a:gd name="T2" fmla="*/ 23377 w 62"/>
                <a:gd name="T3" fmla="*/ 136525 h 63"/>
                <a:gd name="T4" fmla="*/ 0 w 62"/>
                <a:gd name="T5" fmla="*/ 112687 h 63"/>
                <a:gd name="T6" fmla="*/ 0 w 62"/>
                <a:gd name="T7" fmla="*/ 23838 h 63"/>
                <a:gd name="T8" fmla="*/ 23377 w 62"/>
                <a:gd name="T9" fmla="*/ 0 h 63"/>
                <a:gd name="T10" fmla="*/ 108386 w 62"/>
                <a:gd name="T11" fmla="*/ 0 h 63"/>
                <a:gd name="T12" fmla="*/ 131763 w 62"/>
                <a:gd name="T13" fmla="*/ 23838 h 63"/>
                <a:gd name="T14" fmla="*/ 131763 w 62"/>
                <a:gd name="T15" fmla="*/ 112687 h 63"/>
                <a:gd name="T16" fmla="*/ 108386 w 62"/>
                <a:gd name="T17" fmla="*/ 136525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63">
                  <a:moveTo>
                    <a:pt x="51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2" y="5"/>
                    <a:pt x="62" y="11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58"/>
                    <a:pt x="57" y="63"/>
                    <a:pt x="51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80" name="Freeform 85">
              <a:extLst>
                <a:ext uri="{FF2B5EF4-FFF2-40B4-BE49-F238E27FC236}">
                  <a16:creationId xmlns:a16="http://schemas.microsoft.com/office/drawing/2014/main" id="{6945E289-9864-CA03-9D48-065350BB028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773831" y="4983653"/>
              <a:ext cx="131763" cy="136525"/>
            </a:xfrm>
            <a:custGeom>
              <a:avLst/>
              <a:gdLst>
                <a:gd name="T0" fmla="*/ 108002 w 61"/>
                <a:gd name="T1" fmla="*/ 136525 h 63"/>
                <a:gd name="T2" fmla="*/ 23761 w 61"/>
                <a:gd name="T3" fmla="*/ 136525 h 63"/>
                <a:gd name="T4" fmla="*/ 0 w 61"/>
                <a:gd name="T5" fmla="*/ 112687 h 63"/>
                <a:gd name="T6" fmla="*/ 0 w 61"/>
                <a:gd name="T7" fmla="*/ 23838 h 63"/>
                <a:gd name="T8" fmla="*/ 23761 w 61"/>
                <a:gd name="T9" fmla="*/ 0 h 63"/>
                <a:gd name="T10" fmla="*/ 108002 w 61"/>
                <a:gd name="T11" fmla="*/ 0 h 63"/>
                <a:gd name="T12" fmla="*/ 131763 w 61"/>
                <a:gd name="T13" fmla="*/ 23838 h 63"/>
                <a:gd name="T14" fmla="*/ 131763 w 61"/>
                <a:gd name="T15" fmla="*/ 112687 h 63"/>
                <a:gd name="T16" fmla="*/ 108002 w 61"/>
                <a:gd name="T17" fmla="*/ 136525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81" name="Freeform 86">
              <a:extLst>
                <a:ext uri="{FF2B5EF4-FFF2-40B4-BE49-F238E27FC236}">
                  <a16:creationId xmlns:a16="http://schemas.microsoft.com/office/drawing/2014/main" id="{183634DE-EE20-8875-60E8-BBDA6A980E4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611906" y="4983653"/>
              <a:ext cx="130175" cy="136525"/>
            </a:xfrm>
            <a:custGeom>
              <a:avLst/>
              <a:gdLst>
                <a:gd name="T0" fmla="*/ 108835 w 61"/>
                <a:gd name="T1" fmla="*/ 136525 h 63"/>
                <a:gd name="T2" fmla="*/ 23474 w 61"/>
                <a:gd name="T3" fmla="*/ 136525 h 63"/>
                <a:gd name="T4" fmla="*/ 0 w 61"/>
                <a:gd name="T5" fmla="*/ 112687 h 63"/>
                <a:gd name="T6" fmla="*/ 0 w 61"/>
                <a:gd name="T7" fmla="*/ 23838 h 63"/>
                <a:gd name="T8" fmla="*/ 23474 w 61"/>
                <a:gd name="T9" fmla="*/ 0 h 63"/>
                <a:gd name="T10" fmla="*/ 108835 w 61"/>
                <a:gd name="T11" fmla="*/ 0 h 63"/>
                <a:gd name="T12" fmla="*/ 130175 w 61"/>
                <a:gd name="T13" fmla="*/ 23838 h 63"/>
                <a:gd name="T14" fmla="*/ 130175 w 61"/>
                <a:gd name="T15" fmla="*/ 112687 h 63"/>
                <a:gd name="T16" fmla="*/ 108835 w 61"/>
                <a:gd name="T17" fmla="*/ 136525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1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7" y="63"/>
                    <a:pt x="51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82" name="Freeform 87">
              <a:extLst>
                <a:ext uri="{FF2B5EF4-FFF2-40B4-BE49-F238E27FC236}">
                  <a16:creationId xmlns:a16="http://schemas.microsoft.com/office/drawing/2014/main" id="{57BE9E35-B1CC-7ADB-38F2-73C5FD00B1E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451568" y="4983653"/>
              <a:ext cx="130175" cy="136525"/>
            </a:xfrm>
            <a:custGeom>
              <a:avLst/>
              <a:gdLst>
                <a:gd name="T0" fmla="*/ 106701 w 61"/>
                <a:gd name="T1" fmla="*/ 136525 h 63"/>
                <a:gd name="T2" fmla="*/ 23474 w 61"/>
                <a:gd name="T3" fmla="*/ 136525 h 63"/>
                <a:gd name="T4" fmla="*/ 0 w 61"/>
                <a:gd name="T5" fmla="*/ 112687 h 63"/>
                <a:gd name="T6" fmla="*/ 0 w 61"/>
                <a:gd name="T7" fmla="*/ 23838 h 63"/>
                <a:gd name="T8" fmla="*/ 23474 w 61"/>
                <a:gd name="T9" fmla="*/ 0 h 63"/>
                <a:gd name="T10" fmla="*/ 106701 w 61"/>
                <a:gd name="T11" fmla="*/ 0 h 63"/>
                <a:gd name="T12" fmla="*/ 130175 w 61"/>
                <a:gd name="T13" fmla="*/ 23838 h 63"/>
                <a:gd name="T14" fmla="*/ 130175 w 61"/>
                <a:gd name="T15" fmla="*/ 112687 h 63"/>
                <a:gd name="T16" fmla="*/ 106701 w 61"/>
                <a:gd name="T17" fmla="*/ 136525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4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83" name="Freeform 88">
              <a:extLst>
                <a:ext uri="{FF2B5EF4-FFF2-40B4-BE49-F238E27FC236}">
                  <a16:creationId xmlns:a16="http://schemas.microsoft.com/office/drawing/2014/main" id="{A13F64BD-D086-8CC1-66D6-1D45C2E9C39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288056" y="4983653"/>
              <a:ext cx="130175" cy="136525"/>
            </a:xfrm>
            <a:custGeom>
              <a:avLst/>
              <a:gdLst>
                <a:gd name="T0" fmla="*/ 106701 w 61"/>
                <a:gd name="T1" fmla="*/ 136525 h 63"/>
                <a:gd name="T2" fmla="*/ 23474 w 61"/>
                <a:gd name="T3" fmla="*/ 136525 h 63"/>
                <a:gd name="T4" fmla="*/ 0 w 61"/>
                <a:gd name="T5" fmla="*/ 112687 h 63"/>
                <a:gd name="T6" fmla="*/ 0 w 61"/>
                <a:gd name="T7" fmla="*/ 23838 h 63"/>
                <a:gd name="T8" fmla="*/ 23474 w 61"/>
                <a:gd name="T9" fmla="*/ 0 h 63"/>
                <a:gd name="T10" fmla="*/ 106701 w 61"/>
                <a:gd name="T11" fmla="*/ 0 h 63"/>
                <a:gd name="T12" fmla="*/ 130175 w 61"/>
                <a:gd name="T13" fmla="*/ 23838 h 63"/>
                <a:gd name="T14" fmla="*/ 130175 w 61"/>
                <a:gd name="T15" fmla="*/ 112687 h 63"/>
                <a:gd name="T16" fmla="*/ 106701 w 61"/>
                <a:gd name="T17" fmla="*/ 136525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84" name="Freeform 89">
              <a:extLst>
                <a:ext uri="{FF2B5EF4-FFF2-40B4-BE49-F238E27FC236}">
                  <a16:creationId xmlns:a16="http://schemas.microsoft.com/office/drawing/2014/main" id="{2F932738-F5B3-0E0A-EB78-40547ABD0B4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124543" y="4983653"/>
              <a:ext cx="133350" cy="136525"/>
            </a:xfrm>
            <a:custGeom>
              <a:avLst/>
              <a:gdLst>
                <a:gd name="T0" fmla="*/ 109691 w 62"/>
                <a:gd name="T1" fmla="*/ 136525 h 63"/>
                <a:gd name="T2" fmla="*/ 23659 w 62"/>
                <a:gd name="T3" fmla="*/ 136525 h 63"/>
                <a:gd name="T4" fmla="*/ 0 w 62"/>
                <a:gd name="T5" fmla="*/ 112687 h 63"/>
                <a:gd name="T6" fmla="*/ 0 w 62"/>
                <a:gd name="T7" fmla="*/ 23838 h 63"/>
                <a:gd name="T8" fmla="*/ 23659 w 62"/>
                <a:gd name="T9" fmla="*/ 0 h 63"/>
                <a:gd name="T10" fmla="*/ 109691 w 62"/>
                <a:gd name="T11" fmla="*/ 0 h 63"/>
                <a:gd name="T12" fmla="*/ 133350 w 62"/>
                <a:gd name="T13" fmla="*/ 23838 h 63"/>
                <a:gd name="T14" fmla="*/ 133350 w 62"/>
                <a:gd name="T15" fmla="*/ 112687 h 63"/>
                <a:gd name="T16" fmla="*/ 109691 w 62"/>
                <a:gd name="T17" fmla="*/ 136525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63">
                  <a:moveTo>
                    <a:pt x="51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2" y="5"/>
                    <a:pt x="62" y="11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58"/>
                    <a:pt x="57" y="63"/>
                    <a:pt x="51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85" name="Freeform 90">
              <a:extLst>
                <a:ext uri="{FF2B5EF4-FFF2-40B4-BE49-F238E27FC236}">
                  <a16:creationId xmlns:a16="http://schemas.microsoft.com/office/drawing/2014/main" id="{98D3CFD5-C5F2-AA2A-2D31-19FD7C7FDA4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94356" y="4983653"/>
              <a:ext cx="201613" cy="136525"/>
            </a:xfrm>
            <a:custGeom>
              <a:avLst/>
              <a:gdLst>
                <a:gd name="T0" fmla="*/ 178020 w 94"/>
                <a:gd name="T1" fmla="*/ 136525 h 63"/>
                <a:gd name="T2" fmla="*/ 25738 w 94"/>
                <a:gd name="T3" fmla="*/ 136525 h 63"/>
                <a:gd name="T4" fmla="*/ 0 w 94"/>
                <a:gd name="T5" fmla="*/ 112687 h 63"/>
                <a:gd name="T6" fmla="*/ 0 w 94"/>
                <a:gd name="T7" fmla="*/ 23838 h 63"/>
                <a:gd name="T8" fmla="*/ 25738 w 94"/>
                <a:gd name="T9" fmla="*/ 0 h 63"/>
                <a:gd name="T10" fmla="*/ 178020 w 94"/>
                <a:gd name="T11" fmla="*/ 0 h 63"/>
                <a:gd name="T12" fmla="*/ 201613 w 94"/>
                <a:gd name="T13" fmla="*/ 23838 h 63"/>
                <a:gd name="T14" fmla="*/ 201613 w 94"/>
                <a:gd name="T15" fmla="*/ 112687 h 63"/>
                <a:gd name="T16" fmla="*/ 178020 w 94"/>
                <a:gd name="T17" fmla="*/ 136525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4" h="63">
                  <a:moveTo>
                    <a:pt x="83" y="63"/>
                  </a:moveTo>
                  <a:cubicBezTo>
                    <a:pt x="12" y="63"/>
                    <a:pt x="12" y="63"/>
                    <a:pt x="12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9" y="0"/>
                    <a:pt x="94" y="5"/>
                    <a:pt x="94" y="11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4" y="58"/>
                    <a:pt x="89" y="63"/>
                    <a:pt x="83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86" name="Freeform 91">
              <a:extLst>
                <a:ext uri="{FF2B5EF4-FFF2-40B4-BE49-F238E27FC236}">
                  <a16:creationId xmlns:a16="http://schemas.microsoft.com/office/drawing/2014/main" id="{A822FF7F-3DFD-B240-522D-45A4D6D0DE8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750143" y="5140815"/>
              <a:ext cx="130175" cy="134938"/>
            </a:xfrm>
            <a:custGeom>
              <a:avLst/>
              <a:gdLst>
                <a:gd name="T0" fmla="*/ 106701 w 61"/>
                <a:gd name="T1" fmla="*/ 134938 h 63"/>
                <a:gd name="T2" fmla="*/ 23474 w 61"/>
                <a:gd name="T3" fmla="*/ 134938 h 63"/>
                <a:gd name="T4" fmla="*/ 0 w 61"/>
                <a:gd name="T5" fmla="*/ 111377 h 63"/>
                <a:gd name="T6" fmla="*/ 0 w 61"/>
                <a:gd name="T7" fmla="*/ 23561 h 63"/>
                <a:gd name="T8" fmla="*/ 23474 w 61"/>
                <a:gd name="T9" fmla="*/ 0 h 63"/>
                <a:gd name="T10" fmla="*/ 106701 w 61"/>
                <a:gd name="T11" fmla="*/ 0 h 63"/>
                <a:gd name="T12" fmla="*/ 130175 w 61"/>
                <a:gd name="T13" fmla="*/ 23561 h 63"/>
                <a:gd name="T14" fmla="*/ 130175 w 61"/>
                <a:gd name="T15" fmla="*/ 111377 h 63"/>
                <a:gd name="T16" fmla="*/ 106701 w 61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87" name="Freeform 92">
              <a:extLst>
                <a:ext uri="{FF2B5EF4-FFF2-40B4-BE49-F238E27FC236}">
                  <a16:creationId xmlns:a16="http://schemas.microsoft.com/office/drawing/2014/main" id="{FAE49DFB-196A-E8C4-2BCB-1361EE6BA46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586631" y="5140815"/>
              <a:ext cx="130175" cy="134938"/>
            </a:xfrm>
            <a:custGeom>
              <a:avLst/>
              <a:gdLst>
                <a:gd name="T0" fmla="*/ 108835 w 61"/>
                <a:gd name="T1" fmla="*/ 134938 h 63"/>
                <a:gd name="T2" fmla="*/ 23474 w 61"/>
                <a:gd name="T3" fmla="*/ 134938 h 63"/>
                <a:gd name="T4" fmla="*/ 0 w 61"/>
                <a:gd name="T5" fmla="*/ 111377 h 63"/>
                <a:gd name="T6" fmla="*/ 0 w 61"/>
                <a:gd name="T7" fmla="*/ 23561 h 63"/>
                <a:gd name="T8" fmla="*/ 23474 w 61"/>
                <a:gd name="T9" fmla="*/ 0 h 63"/>
                <a:gd name="T10" fmla="*/ 108835 w 61"/>
                <a:gd name="T11" fmla="*/ 0 h 63"/>
                <a:gd name="T12" fmla="*/ 130175 w 61"/>
                <a:gd name="T13" fmla="*/ 23561 h 63"/>
                <a:gd name="T14" fmla="*/ 130175 w 61"/>
                <a:gd name="T15" fmla="*/ 111377 h 63"/>
                <a:gd name="T16" fmla="*/ 108835 w 61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1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7" y="63"/>
                    <a:pt x="51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88" name="Freeform 93">
              <a:extLst>
                <a:ext uri="{FF2B5EF4-FFF2-40B4-BE49-F238E27FC236}">
                  <a16:creationId xmlns:a16="http://schemas.microsoft.com/office/drawing/2014/main" id="{98B3AB13-5774-F363-F8C8-A126D87E44F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426293" y="5140815"/>
              <a:ext cx="130175" cy="134938"/>
            </a:xfrm>
            <a:custGeom>
              <a:avLst/>
              <a:gdLst>
                <a:gd name="T0" fmla="*/ 106701 w 61"/>
                <a:gd name="T1" fmla="*/ 134938 h 63"/>
                <a:gd name="T2" fmla="*/ 23474 w 61"/>
                <a:gd name="T3" fmla="*/ 134938 h 63"/>
                <a:gd name="T4" fmla="*/ 0 w 61"/>
                <a:gd name="T5" fmla="*/ 111377 h 63"/>
                <a:gd name="T6" fmla="*/ 0 w 61"/>
                <a:gd name="T7" fmla="*/ 23561 h 63"/>
                <a:gd name="T8" fmla="*/ 23474 w 61"/>
                <a:gd name="T9" fmla="*/ 0 h 63"/>
                <a:gd name="T10" fmla="*/ 106701 w 61"/>
                <a:gd name="T11" fmla="*/ 0 h 63"/>
                <a:gd name="T12" fmla="*/ 130175 w 61"/>
                <a:gd name="T13" fmla="*/ 23561 h 63"/>
                <a:gd name="T14" fmla="*/ 130175 w 61"/>
                <a:gd name="T15" fmla="*/ 111377 h 63"/>
                <a:gd name="T16" fmla="*/ 106701 w 61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4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89" name="Freeform 94">
              <a:extLst>
                <a:ext uri="{FF2B5EF4-FFF2-40B4-BE49-F238E27FC236}">
                  <a16:creationId xmlns:a16="http://schemas.microsoft.com/office/drawing/2014/main" id="{62817C6E-74D4-B3C9-3839-4733B2A0030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262781" y="5140815"/>
              <a:ext cx="131763" cy="134938"/>
            </a:xfrm>
            <a:custGeom>
              <a:avLst/>
              <a:gdLst>
                <a:gd name="T0" fmla="*/ 108002 w 61"/>
                <a:gd name="T1" fmla="*/ 134938 h 63"/>
                <a:gd name="T2" fmla="*/ 23761 w 61"/>
                <a:gd name="T3" fmla="*/ 134938 h 63"/>
                <a:gd name="T4" fmla="*/ 0 w 61"/>
                <a:gd name="T5" fmla="*/ 111377 h 63"/>
                <a:gd name="T6" fmla="*/ 0 w 61"/>
                <a:gd name="T7" fmla="*/ 23561 h 63"/>
                <a:gd name="T8" fmla="*/ 23761 w 61"/>
                <a:gd name="T9" fmla="*/ 0 h 63"/>
                <a:gd name="T10" fmla="*/ 108002 w 61"/>
                <a:gd name="T11" fmla="*/ 0 h 63"/>
                <a:gd name="T12" fmla="*/ 131763 w 61"/>
                <a:gd name="T13" fmla="*/ 23561 h 63"/>
                <a:gd name="T14" fmla="*/ 131763 w 61"/>
                <a:gd name="T15" fmla="*/ 111377 h 63"/>
                <a:gd name="T16" fmla="*/ 108002 w 61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90" name="Freeform 95">
              <a:extLst>
                <a:ext uri="{FF2B5EF4-FFF2-40B4-BE49-F238E27FC236}">
                  <a16:creationId xmlns:a16="http://schemas.microsoft.com/office/drawing/2014/main" id="{EAA37E10-24DB-5EB1-D753-C3816C11FE0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100856" y="5140815"/>
              <a:ext cx="131763" cy="134938"/>
            </a:xfrm>
            <a:custGeom>
              <a:avLst/>
              <a:gdLst>
                <a:gd name="T0" fmla="*/ 108386 w 62"/>
                <a:gd name="T1" fmla="*/ 134938 h 63"/>
                <a:gd name="T2" fmla="*/ 23377 w 62"/>
                <a:gd name="T3" fmla="*/ 134938 h 63"/>
                <a:gd name="T4" fmla="*/ 0 w 62"/>
                <a:gd name="T5" fmla="*/ 111377 h 63"/>
                <a:gd name="T6" fmla="*/ 0 w 62"/>
                <a:gd name="T7" fmla="*/ 23561 h 63"/>
                <a:gd name="T8" fmla="*/ 23377 w 62"/>
                <a:gd name="T9" fmla="*/ 0 h 63"/>
                <a:gd name="T10" fmla="*/ 108386 w 62"/>
                <a:gd name="T11" fmla="*/ 0 h 63"/>
                <a:gd name="T12" fmla="*/ 131763 w 62"/>
                <a:gd name="T13" fmla="*/ 23561 h 63"/>
                <a:gd name="T14" fmla="*/ 131763 w 62"/>
                <a:gd name="T15" fmla="*/ 111377 h 63"/>
                <a:gd name="T16" fmla="*/ 108386 w 62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63">
                  <a:moveTo>
                    <a:pt x="51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2" y="5"/>
                    <a:pt x="62" y="11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58"/>
                    <a:pt x="57" y="63"/>
                    <a:pt x="51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91" name="Freeform 96">
              <a:extLst>
                <a:ext uri="{FF2B5EF4-FFF2-40B4-BE49-F238E27FC236}">
                  <a16:creationId xmlns:a16="http://schemas.microsoft.com/office/drawing/2014/main" id="{C11EEE4A-70C8-8F79-24DE-A2820036AE9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938931" y="5140815"/>
              <a:ext cx="131763" cy="134938"/>
            </a:xfrm>
            <a:custGeom>
              <a:avLst/>
              <a:gdLst>
                <a:gd name="T0" fmla="*/ 108002 w 61"/>
                <a:gd name="T1" fmla="*/ 134938 h 63"/>
                <a:gd name="T2" fmla="*/ 23761 w 61"/>
                <a:gd name="T3" fmla="*/ 134938 h 63"/>
                <a:gd name="T4" fmla="*/ 0 w 61"/>
                <a:gd name="T5" fmla="*/ 111377 h 63"/>
                <a:gd name="T6" fmla="*/ 0 w 61"/>
                <a:gd name="T7" fmla="*/ 23561 h 63"/>
                <a:gd name="T8" fmla="*/ 23761 w 61"/>
                <a:gd name="T9" fmla="*/ 0 h 63"/>
                <a:gd name="T10" fmla="*/ 108002 w 61"/>
                <a:gd name="T11" fmla="*/ 0 h 63"/>
                <a:gd name="T12" fmla="*/ 131763 w 61"/>
                <a:gd name="T13" fmla="*/ 23561 h 63"/>
                <a:gd name="T14" fmla="*/ 131763 w 61"/>
                <a:gd name="T15" fmla="*/ 111377 h 63"/>
                <a:gd name="T16" fmla="*/ 108002 w 61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92" name="Freeform 97">
              <a:extLst>
                <a:ext uri="{FF2B5EF4-FFF2-40B4-BE49-F238E27FC236}">
                  <a16:creationId xmlns:a16="http://schemas.microsoft.com/office/drawing/2014/main" id="{E4C1F139-928B-3F68-9EE8-B021D6EA921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777006" y="5140815"/>
              <a:ext cx="130175" cy="134938"/>
            </a:xfrm>
            <a:custGeom>
              <a:avLst/>
              <a:gdLst>
                <a:gd name="T0" fmla="*/ 106701 w 61"/>
                <a:gd name="T1" fmla="*/ 134938 h 63"/>
                <a:gd name="T2" fmla="*/ 23474 w 61"/>
                <a:gd name="T3" fmla="*/ 134938 h 63"/>
                <a:gd name="T4" fmla="*/ 0 w 61"/>
                <a:gd name="T5" fmla="*/ 111377 h 63"/>
                <a:gd name="T6" fmla="*/ 0 w 61"/>
                <a:gd name="T7" fmla="*/ 23561 h 63"/>
                <a:gd name="T8" fmla="*/ 23474 w 61"/>
                <a:gd name="T9" fmla="*/ 0 h 63"/>
                <a:gd name="T10" fmla="*/ 106701 w 61"/>
                <a:gd name="T11" fmla="*/ 0 h 63"/>
                <a:gd name="T12" fmla="*/ 130175 w 61"/>
                <a:gd name="T13" fmla="*/ 23561 h 63"/>
                <a:gd name="T14" fmla="*/ 130175 w 61"/>
                <a:gd name="T15" fmla="*/ 111377 h 63"/>
                <a:gd name="T16" fmla="*/ 106701 w 61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93" name="Freeform 98">
              <a:extLst>
                <a:ext uri="{FF2B5EF4-FFF2-40B4-BE49-F238E27FC236}">
                  <a16:creationId xmlns:a16="http://schemas.microsoft.com/office/drawing/2014/main" id="{6DEDC781-63CE-3055-C599-A447E6BDF2D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613493" y="5140815"/>
              <a:ext cx="133350" cy="134938"/>
            </a:xfrm>
            <a:custGeom>
              <a:avLst/>
              <a:gdLst>
                <a:gd name="T0" fmla="*/ 109691 w 62"/>
                <a:gd name="T1" fmla="*/ 134938 h 63"/>
                <a:gd name="T2" fmla="*/ 23659 w 62"/>
                <a:gd name="T3" fmla="*/ 134938 h 63"/>
                <a:gd name="T4" fmla="*/ 0 w 62"/>
                <a:gd name="T5" fmla="*/ 111377 h 63"/>
                <a:gd name="T6" fmla="*/ 0 w 62"/>
                <a:gd name="T7" fmla="*/ 23561 h 63"/>
                <a:gd name="T8" fmla="*/ 23659 w 62"/>
                <a:gd name="T9" fmla="*/ 0 h 63"/>
                <a:gd name="T10" fmla="*/ 109691 w 62"/>
                <a:gd name="T11" fmla="*/ 0 h 63"/>
                <a:gd name="T12" fmla="*/ 133350 w 62"/>
                <a:gd name="T13" fmla="*/ 23561 h 63"/>
                <a:gd name="T14" fmla="*/ 133350 w 62"/>
                <a:gd name="T15" fmla="*/ 111377 h 63"/>
                <a:gd name="T16" fmla="*/ 109691 w 62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63">
                  <a:moveTo>
                    <a:pt x="51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2" y="5"/>
                    <a:pt x="62" y="11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58"/>
                    <a:pt x="57" y="63"/>
                    <a:pt x="51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94" name="Freeform 99">
              <a:extLst>
                <a:ext uri="{FF2B5EF4-FFF2-40B4-BE49-F238E27FC236}">
                  <a16:creationId xmlns:a16="http://schemas.microsoft.com/office/drawing/2014/main" id="{F69ED062-9AE5-B98D-B715-203C75981AC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453156" y="5140815"/>
              <a:ext cx="130175" cy="134938"/>
            </a:xfrm>
            <a:custGeom>
              <a:avLst/>
              <a:gdLst>
                <a:gd name="T0" fmla="*/ 106701 w 61"/>
                <a:gd name="T1" fmla="*/ 134938 h 63"/>
                <a:gd name="T2" fmla="*/ 23474 w 61"/>
                <a:gd name="T3" fmla="*/ 134938 h 63"/>
                <a:gd name="T4" fmla="*/ 0 w 61"/>
                <a:gd name="T5" fmla="*/ 111377 h 63"/>
                <a:gd name="T6" fmla="*/ 0 w 61"/>
                <a:gd name="T7" fmla="*/ 23561 h 63"/>
                <a:gd name="T8" fmla="*/ 23474 w 61"/>
                <a:gd name="T9" fmla="*/ 0 h 63"/>
                <a:gd name="T10" fmla="*/ 106701 w 61"/>
                <a:gd name="T11" fmla="*/ 0 h 63"/>
                <a:gd name="T12" fmla="*/ 130175 w 61"/>
                <a:gd name="T13" fmla="*/ 23561 h 63"/>
                <a:gd name="T14" fmla="*/ 130175 w 61"/>
                <a:gd name="T15" fmla="*/ 111377 h 63"/>
                <a:gd name="T16" fmla="*/ 106701 w 61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6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6" y="63"/>
                    <a:pt x="50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95" name="Freeform 100">
              <a:extLst>
                <a:ext uri="{FF2B5EF4-FFF2-40B4-BE49-F238E27FC236}">
                  <a16:creationId xmlns:a16="http://schemas.microsoft.com/office/drawing/2014/main" id="{AC414CE3-02B3-E162-6C51-1EE9C48DAE0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289643" y="5140815"/>
              <a:ext cx="131763" cy="134938"/>
            </a:xfrm>
            <a:custGeom>
              <a:avLst/>
              <a:gdLst>
                <a:gd name="T0" fmla="*/ 110163 w 61"/>
                <a:gd name="T1" fmla="*/ 134938 h 63"/>
                <a:gd name="T2" fmla="*/ 23761 w 61"/>
                <a:gd name="T3" fmla="*/ 134938 h 63"/>
                <a:gd name="T4" fmla="*/ 0 w 61"/>
                <a:gd name="T5" fmla="*/ 111377 h 63"/>
                <a:gd name="T6" fmla="*/ 0 w 61"/>
                <a:gd name="T7" fmla="*/ 23561 h 63"/>
                <a:gd name="T8" fmla="*/ 23761 w 61"/>
                <a:gd name="T9" fmla="*/ 0 h 63"/>
                <a:gd name="T10" fmla="*/ 110163 w 61"/>
                <a:gd name="T11" fmla="*/ 0 h 63"/>
                <a:gd name="T12" fmla="*/ 131763 w 61"/>
                <a:gd name="T13" fmla="*/ 23561 h 63"/>
                <a:gd name="T14" fmla="*/ 131763 w 61"/>
                <a:gd name="T15" fmla="*/ 111377 h 63"/>
                <a:gd name="T16" fmla="*/ 110163 w 61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63">
                  <a:moveTo>
                    <a:pt x="51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1" y="5"/>
                    <a:pt x="61" y="11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1" y="58"/>
                    <a:pt x="57" y="63"/>
                    <a:pt x="51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96" name="Freeform 101">
              <a:extLst>
                <a:ext uri="{FF2B5EF4-FFF2-40B4-BE49-F238E27FC236}">
                  <a16:creationId xmlns:a16="http://schemas.microsoft.com/office/drawing/2014/main" id="{7BF3820D-5BD3-C710-4F1B-109E0D1E628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059456" y="5140815"/>
              <a:ext cx="200025" cy="134938"/>
            </a:xfrm>
            <a:custGeom>
              <a:avLst/>
              <a:gdLst>
                <a:gd name="T0" fmla="*/ 176618 w 94"/>
                <a:gd name="T1" fmla="*/ 134938 h 63"/>
                <a:gd name="T2" fmla="*/ 23407 w 94"/>
                <a:gd name="T3" fmla="*/ 134938 h 63"/>
                <a:gd name="T4" fmla="*/ 0 w 94"/>
                <a:gd name="T5" fmla="*/ 109236 h 63"/>
                <a:gd name="T6" fmla="*/ 0 w 94"/>
                <a:gd name="T7" fmla="*/ 23561 h 63"/>
                <a:gd name="T8" fmla="*/ 23407 w 94"/>
                <a:gd name="T9" fmla="*/ 0 h 63"/>
                <a:gd name="T10" fmla="*/ 176618 w 94"/>
                <a:gd name="T11" fmla="*/ 0 h 63"/>
                <a:gd name="T12" fmla="*/ 200025 w 94"/>
                <a:gd name="T13" fmla="*/ 23561 h 63"/>
                <a:gd name="T14" fmla="*/ 200025 w 94"/>
                <a:gd name="T15" fmla="*/ 109236 h 63"/>
                <a:gd name="T16" fmla="*/ 176618 w 94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4" h="63">
                  <a:moveTo>
                    <a:pt x="83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9" y="0"/>
                    <a:pt x="94" y="5"/>
                    <a:pt x="94" y="1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8"/>
                    <a:pt x="89" y="63"/>
                    <a:pt x="83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97" name="Freeform 102">
              <a:extLst>
                <a:ext uri="{FF2B5EF4-FFF2-40B4-BE49-F238E27FC236}">
                  <a16:creationId xmlns:a16="http://schemas.microsoft.com/office/drawing/2014/main" id="{3F81F70B-4B9C-4777-9A9C-1C06D472AF5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94356" y="5140815"/>
              <a:ext cx="125413" cy="134938"/>
            </a:xfrm>
            <a:custGeom>
              <a:avLst/>
              <a:gdLst>
                <a:gd name="T0" fmla="*/ 102031 w 59"/>
                <a:gd name="T1" fmla="*/ 134938 h 63"/>
                <a:gd name="T2" fmla="*/ 23382 w 59"/>
                <a:gd name="T3" fmla="*/ 134938 h 63"/>
                <a:gd name="T4" fmla="*/ 0 w 59"/>
                <a:gd name="T5" fmla="*/ 111377 h 63"/>
                <a:gd name="T6" fmla="*/ 0 w 59"/>
                <a:gd name="T7" fmla="*/ 23561 h 63"/>
                <a:gd name="T8" fmla="*/ 23382 w 59"/>
                <a:gd name="T9" fmla="*/ 0 h 63"/>
                <a:gd name="T10" fmla="*/ 102031 w 59"/>
                <a:gd name="T11" fmla="*/ 0 h 63"/>
                <a:gd name="T12" fmla="*/ 125413 w 59"/>
                <a:gd name="T13" fmla="*/ 23561 h 63"/>
                <a:gd name="T14" fmla="*/ 125413 w 59"/>
                <a:gd name="T15" fmla="*/ 111377 h 63"/>
                <a:gd name="T16" fmla="*/ 102031 w 59"/>
                <a:gd name="T17" fmla="*/ 134938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" h="63">
                  <a:moveTo>
                    <a:pt x="48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5" y="63"/>
                    <a:pt x="0" y="58"/>
                    <a:pt x="0" y="5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0"/>
                    <a:pt x="59" y="5"/>
                    <a:pt x="59" y="11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59" y="58"/>
                    <a:pt x="54" y="63"/>
                    <a:pt x="48" y="63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98" name="Freeform 103">
              <a:extLst>
                <a:ext uri="{FF2B5EF4-FFF2-40B4-BE49-F238E27FC236}">
                  <a16:creationId xmlns:a16="http://schemas.microsoft.com/office/drawing/2014/main" id="{8D2E9A22-70D4-7931-07D1-14B9ACC3CA9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399181" y="5386877"/>
              <a:ext cx="887413" cy="452438"/>
            </a:xfrm>
            <a:custGeom>
              <a:avLst/>
              <a:gdLst>
                <a:gd name="T0" fmla="*/ 863834 w 414"/>
                <a:gd name="T1" fmla="*/ 452438 h 211"/>
                <a:gd name="T2" fmla="*/ 21435 w 414"/>
                <a:gd name="T3" fmla="*/ 452438 h 211"/>
                <a:gd name="T4" fmla="*/ 0 w 414"/>
                <a:gd name="T5" fmla="*/ 428851 h 211"/>
                <a:gd name="T6" fmla="*/ 0 w 414"/>
                <a:gd name="T7" fmla="*/ 23587 h 211"/>
                <a:gd name="T8" fmla="*/ 21435 w 414"/>
                <a:gd name="T9" fmla="*/ 0 h 211"/>
                <a:gd name="T10" fmla="*/ 863834 w 414"/>
                <a:gd name="T11" fmla="*/ 0 h 211"/>
                <a:gd name="T12" fmla="*/ 887413 w 414"/>
                <a:gd name="T13" fmla="*/ 23587 h 211"/>
                <a:gd name="T14" fmla="*/ 887413 w 414"/>
                <a:gd name="T15" fmla="*/ 428851 h 211"/>
                <a:gd name="T16" fmla="*/ 863834 w 414"/>
                <a:gd name="T17" fmla="*/ 452438 h 2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4" h="211">
                  <a:moveTo>
                    <a:pt x="403" y="211"/>
                  </a:moveTo>
                  <a:cubicBezTo>
                    <a:pt x="10" y="211"/>
                    <a:pt x="10" y="211"/>
                    <a:pt x="10" y="211"/>
                  </a:cubicBezTo>
                  <a:cubicBezTo>
                    <a:pt x="4" y="211"/>
                    <a:pt x="0" y="206"/>
                    <a:pt x="0" y="20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403" y="0"/>
                    <a:pt x="403" y="0"/>
                    <a:pt x="403" y="0"/>
                  </a:cubicBezTo>
                  <a:cubicBezTo>
                    <a:pt x="409" y="0"/>
                    <a:pt x="414" y="5"/>
                    <a:pt x="414" y="11"/>
                  </a:cubicBezTo>
                  <a:cubicBezTo>
                    <a:pt x="414" y="200"/>
                    <a:pt x="414" y="200"/>
                    <a:pt x="414" y="200"/>
                  </a:cubicBezTo>
                  <a:cubicBezTo>
                    <a:pt x="414" y="206"/>
                    <a:pt x="409" y="211"/>
                    <a:pt x="403" y="211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199" name="Freeform 104">
              <a:extLst>
                <a:ext uri="{FF2B5EF4-FFF2-40B4-BE49-F238E27FC236}">
                  <a16:creationId xmlns:a16="http://schemas.microsoft.com/office/drawing/2014/main" id="{AAF26687-9C89-BD08-DCEA-20941E7AE3E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857968" y="5869477"/>
              <a:ext cx="428625" cy="93663"/>
            </a:xfrm>
            <a:custGeom>
              <a:avLst/>
              <a:gdLst>
                <a:gd name="T0" fmla="*/ 424339 w 200"/>
                <a:gd name="T1" fmla="*/ 93663 h 44"/>
                <a:gd name="T2" fmla="*/ 6429 w 200"/>
                <a:gd name="T3" fmla="*/ 93663 h 44"/>
                <a:gd name="T4" fmla="*/ 0 w 200"/>
                <a:gd name="T5" fmla="*/ 89406 h 44"/>
                <a:gd name="T6" fmla="*/ 0 w 200"/>
                <a:gd name="T7" fmla="*/ 4257 h 44"/>
                <a:gd name="T8" fmla="*/ 6429 w 200"/>
                <a:gd name="T9" fmla="*/ 0 h 44"/>
                <a:gd name="T10" fmla="*/ 424339 w 200"/>
                <a:gd name="T11" fmla="*/ 0 h 44"/>
                <a:gd name="T12" fmla="*/ 428625 w 200"/>
                <a:gd name="T13" fmla="*/ 4257 h 44"/>
                <a:gd name="T14" fmla="*/ 428625 w 200"/>
                <a:gd name="T15" fmla="*/ 89406 h 44"/>
                <a:gd name="T16" fmla="*/ 424339 w 200"/>
                <a:gd name="T17" fmla="*/ 93663 h 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0" h="44">
                  <a:moveTo>
                    <a:pt x="198" y="44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1" y="44"/>
                    <a:pt x="0" y="43"/>
                    <a:pt x="0" y="4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9" y="0"/>
                    <a:pt x="200" y="1"/>
                    <a:pt x="200" y="2"/>
                  </a:cubicBezTo>
                  <a:cubicBezTo>
                    <a:pt x="200" y="42"/>
                    <a:pt x="200" y="42"/>
                    <a:pt x="200" y="42"/>
                  </a:cubicBezTo>
                  <a:cubicBezTo>
                    <a:pt x="200" y="43"/>
                    <a:pt x="199" y="44"/>
                    <a:pt x="198" y="44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200" name="Freeform 105">
              <a:extLst>
                <a:ext uri="{FF2B5EF4-FFF2-40B4-BE49-F238E27FC236}">
                  <a16:creationId xmlns:a16="http://schemas.microsoft.com/office/drawing/2014/main" id="{B5F0C669-5F6F-6A29-9C28-A6F67AA1ED0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399181" y="5869477"/>
              <a:ext cx="428625" cy="93663"/>
            </a:xfrm>
            <a:custGeom>
              <a:avLst/>
              <a:gdLst>
                <a:gd name="T0" fmla="*/ 422196 w 200"/>
                <a:gd name="T1" fmla="*/ 93663 h 44"/>
                <a:gd name="T2" fmla="*/ 4286 w 200"/>
                <a:gd name="T3" fmla="*/ 93663 h 44"/>
                <a:gd name="T4" fmla="*/ 0 w 200"/>
                <a:gd name="T5" fmla="*/ 89406 h 44"/>
                <a:gd name="T6" fmla="*/ 0 w 200"/>
                <a:gd name="T7" fmla="*/ 4257 h 44"/>
                <a:gd name="T8" fmla="*/ 4286 w 200"/>
                <a:gd name="T9" fmla="*/ 0 h 44"/>
                <a:gd name="T10" fmla="*/ 422196 w 200"/>
                <a:gd name="T11" fmla="*/ 0 h 44"/>
                <a:gd name="T12" fmla="*/ 428625 w 200"/>
                <a:gd name="T13" fmla="*/ 4257 h 44"/>
                <a:gd name="T14" fmla="*/ 428625 w 200"/>
                <a:gd name="T15" fmla="*/ 89406 h 44"/>
                <a:gd name="T16" fmla="*/ 422196 w 200"/>
                <a:gd name="T17" fmla="*/ 93663 h 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0" h="44">
                  <a:moveTo>
                    <a:pt x="197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1" y="44"/>
                    <a:pt x="0" y="43"/>
                    <a:pt x="0" y="4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97" y="0"/>
                    <a:pt x="197" y="0"/>
                    <a:pt x="197" y="0"/>
                  </a:cubicBezTo>
                  <a:cubicBezTo>
                    <a:pt x="199" y="0"/>
                    <a:pt x="200" y="1"/>
                    <a:pt x="200" y="2"/>
                  </a:cubicBezTo>
                  <a:cubicBezTo>
                    <a:pt x="200" y="42"/>
                    <a:pt x="200" y="42"/>
                    <a:pt x="200" y="42"/>
                  </a:cubicBezTo>
                  <a:cubicBezTo>
                    <a:pt x="200" y="43"/>
                    <a:pt x="199" y="44"/>
                    <a:pt x="197" y="44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201" name="Freeform 106">
              <a:extLst>
                <a:ext uri="{FF2B5EF4-FFF2-40B4-BE49-F238E27FC236}">
                  <a16:creationId xmlns:a16="http://schemas.microsoft.com/office/drawing/2014/main" id="{547484F2-73F6-1C0D-302F-B534E56347D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310156" y="3718415"/>
              <a:ext cx="3071813" cy="327025"/>
            </a:xfrm>
            <a:custGeom>
              <a:avLst/>
              <a:gdLst>
                <a:gd name="T0" fmla="*/ 3071813 w 1935"/>
                <a:gd name="T1" fmla="*/ 327025 h 206"/>
                <a:gd name="T2" fmla="*/ 200025 w 1935"/>
                <a:gd name="T3" fmla="*/ 0 h 206"/>
                <a:gd name="T4" fmla="*/ 0 w 1935"/>
                <a:gd name="T5" fmla="*/ 327025 h 206"/>
                <a:gd name="T6" fmla="*/ 3071813 w 1935"/>
                <a:gd name="T7" fmla="*/ 327025 h 20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35" h="206">
                  <a:moveTo>
                    <a:pt x="1935" y="206"/>
                  </a:moveTo>
                  <a:lnTo>
                    <a:pt x="126" y="0"/>
                  </a:lnTo>
                  <a:lnTo>
                    <a:pt x="0" y="206"/>
                  </a:lnTo>
                  <a:lnTo>
                    <a:pt x="1935" y="206"/>
                  </a:lnTo>
                  <a:close/>
                </a:path>
              </a:pathLst>
            </a:custGeom>
            <a:solidFill>
              <a:srgbClr val="4E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202" name="Freeform 107">
              <a:extLst>
                <a:ext uri="{FF2B5EF4-FFF2-40B4-BE49-F238E27FC236}">
                  <a16:creationId xmlns:a16="http://schemas.microsoft.com/office/drawing/2014/main" id="{E3ECD735-7E24-C3FB-E8B9-FD2648356B3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486618" y="5937740"/>
              <a:ext cx="419100" cy="582613"/>
            </a:xfrm>
            <a:custGeom>
              <a:avLst/>
              <a:gdLst>
                <a:gd name="T0" fmla="*/ 417513 w 264"/>
                <a:gd name="T1" fmla="*/ 582613 h 367"/>
                <a:gd name="T2" fmla="*/ 0 w 264"/>
                <a:gd name="T3" fmla="*/ 582613 h 367"/>
                <a:gd name="T4" fmla="*/ 1588 w 264"/>
                <a:gd name="T5" fmla="*/ 0 h 367"/>
                <a:gd name="T6" fmla="*/ 419100 w 264"/>
                <a:gd name="T7" fmla="*/ 0 h 367"/>
                <a:gd name="T8" fmla="*/ 417513 w 264"/>
                <a:gd name="T9" fmla="*/ 582613 h 3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4" h="367">
                  <a:moveTo>
                    <a:pt x="263" y="367"/>
                  </a:moveTo>
                  <a:lnTo>
                    <a:pt x="0" y="367"/>
                  </a:lnTo>
                  <a:lnTo>
                    <a:pt x="1" y="0"/>
                  </a:lnTo>
                  <a:lnTo>
                    <a:pt x="264" y="0"/>
                  </a:lnTo>
                  <a:lnTo>
                    <a:pt x="263" y="367"/>
                  </a:lnTo>
                  <a:close/>
                </a:path>
              </a:pathLst>
            </a:custGeom>
            <a:solidFill>
              <a:srgbClr val="F2C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46203" name="Freeform 108">
              <a:extLst>
                <a:ext uri="{FF2B5EF4-FFF2-40B4-BE49-F238E27FC236}">
                  <a16:creationId xmlns:a16="http://schemas.microsoft.com/office/drawing/2014/main" id="{FDB4D106-5394-3797-7E2D-ADE40E08D42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138956" y="4858240"/>
              <a:ext cx="987425" cy="1252538"/>
            </a:xfrm>
            <a:custGeom>
              <a:avLst/>
              <a:gdLst>
                <a:gd name="T0" fmla="*/ 317004 w 461"/>
                <a:gd name="T1" fmla="*/ 578094 h 585"/>
                <a:gd name="T2" fmla="*/ 319146 w 461"/>
                <a:gd name="T3" fmla="*/ 398243 h 585"/>
                <a:gd name="T4" fmla="*/ 177779 w 461"/>
                <a:gd name="T5" fmla="*/ 612352 h 585"/>
                <a:gd name="T6" fmla="*/ 0 w 461"/>
                <a:gd name="T7" fmla="*/ 618775 h 585"/>
                <a:gd name="T8" fmla="*/ 276308 w 461"/>
                <a:gd name="T9" fmla="*/ 115619 h 585"/>
                <a:gd name="T10" fmla="*/ 541906 w 461"/>
                <a:gd name="T11" fmla="*/ 6423 h 585"/>
                <a:gd name="T12" fmla="*/ 914600 w 461"/>
                <a:gd name="T13" fmla="*/ 464617 h 585"/>
                <a:gd name="T14" fmla="*/ 966006 w 461"/>
                <a:gd name="T15" fmla="*/ 706560 h 585"/>
                <a:gd name="T16" fmla="*/ 822497 w 461"/>
                <a:gd name="T17" fmla="*/ 734394 h 585"/>
                <a:gd name="T18" fmla="*/ 803220 w 461"/>
                <a:gd name="T19" fmla="*/ 631622 h 585"/>
                <a:gd name="T20" fmla="*/ 786085 w 461"/>
                <a:gd name="T21" fmla="*/ 646609 h 585"/>
                <a:gd name="T22" fmla="*/ 803220 w 461"/>
                <a:gd name="T23" fmla="*/ 850013 h 585"/>
                <a:gd name="T24" fmla="*/ 657569 w 461"/>
                <a:gd name="T25" fmla="*/ 869283 h 585"/>
                <a:gd name="T26" fmla="*/ 640434 w 461"/>
                <a:gd name="T27" fmla="*/ 700137 h 585"/>
                <a:gd name="T28" fmla="*/ 623299 w 461"/>
                <a:gd name="T29" fmla="*/ 700137 h 585"/>
                <a:gd name="T30" fmla="*/ 627582 w 461"/>
                <a:gd name="T31" fmla="*/ 916387 h 585"/>
                <a:gd name="T32" fmla="*/ 481932 w 461"/>
                <a:gd name="T33" fmla="*/ 918528 h 585"/>
                <a:gd name="T34" fmla="*/ 477648 w 461"/>
                <a:gd name="T35" fmla="*/ 670161 h 585"/>
                <a:gd name="T36" fmla="*/ 458371 w 461"/>
                <a:gd name="T37" fmla="*/ 659456 h 585"/>
                <a:gd name="T38" fmla="*/ 415532 w 461"/>
                <a:gd name="T39" fmla="*/ 1156189 h 585"/>
                <a:gd name="T40" fmla="*/ 269882 w 461"/>
                <a:gd name="T41" fmla="*/ 1143342 h 585"/>
                <a:gd name="T42" fmla="*/ 317004 w 461"/>
                <a:gd name="T43" fmla="*/ 578094 h 58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61" h="585">
                  <a:moveTo>
                    <a:pt x="148" y="270"/>
                  </a:moveTo>
                  <a:cubicBezTo>
                    <a:pt x="149" y="247"/>
                    <a:pt x="149" y="219"/>
                    <a:pt x="149" y="186"/>
                  </a:cubicBezTo>
                  <a:cubicBezTo>
                    <a:pt x="83" y="286"/>
                    <a:pt x="83" y="286"/>
                    <a:pt x="83" y="286"/>
                  </a:cubicBezTo>
                  <a:cubicBezTo>
                    <a:pt x="56" y="329"/>
                    <a:pt x="15" y="309"/>
                    <a:pt x="0" y="289"/>
                  </a:cubicBezTo>
                  <a:cubicBezTo>
                    <a:pt x="129" y="54"/>
                    <a:pt x="129" y="54"/>
                    <a:pt x="129" y="54"/>
                  </a:cubicBezTo>
                  <a:cubicBezTo>
                    <a:pt x="147" y="21"/>
                    <a:pt x="201" y="4"/>
                    <a:pt x="253" y="3"/>
                  </a:cubicBezTo>
                  <a:cubicBezTo>
                    <a:pt x="360" y="0"/>
                    <a:pt x="426" y="70"/>
                    <a:pt x="427" y="217"/>
                  </a:cubicBezTo>
                  <a:cubicBezTo>
                    <a:pt x="451" y="330"/>
                    <a:pt x="451" y="330"/>
                    <a:pt x="451" y="330"/>
                  </a:cubicBezTo>
                  <a:cubicBezTo>
                    <a:pt x="461" y="378"/>
                    <a:pt x="393" y="391"/>
                    <a:pt x="384" y="343"/>
                  </a:cubicBezTo>
                  <a:cubicBezTo>
                    <a:pt x="375" y="295"/>
                    <a:pt x="375" y="295"/>
                    <a:pt x="375" y="295"/>
                  </a:cubicBezTo>
                  <a:cubicBezTo>
                    <a:pt x="373" y="298"/>
                    <a:pt x="370" y="300"/>
                    <a:pt x="367" y="302"/>
                  </a:cubicBezTo>
                  <a:cubicBezTo>
                    <a:pt x="375" y="397"/>
                    <a:pt x="375" y="397"/>
                    <a:pt x="375" y="397"/>
                  </a:cubicBezTo>
                  <a:cubicBezTo>
                    <a:pt x="380" y="446"/>
                    <a:pt x="311" y="447"/>
                    <a:pt x="307" y="406"/>
                  </a:cubicBezTo>
                  <a:cubicBezTo>
                    <a:pt x="299" y="327"/>
                    <a:pt x="299" y="327"/>
                    <a:pt x="299" y="327"/>
                  </a:cubicBezTo>
                  <a:cubicBezTo>
                    <a:pt x="297" y="327"/>
                    <a:pt x="293" y="327"/>
                    <a:pt x="291" y="327"/>
                  </a:cubicBezTo>
                  <a:cubicBezTo>
                    <a:pt x="293" y="428"/>
                    <a:pt x="293" y="428"/>
                    <a:pt x="293" y="428"/>
                  </a:cubicBezTo>
                  <a:cubicBezTo>
                    <a:pt x="294" y="473"/>
                    <a:pt x="226" y="474"/>
                    <a:pt x="225" y="429"/>
                  </a:cubicBezTo>
                  <a:cubicBezTo>
                    <a:pt x="223" y="313"/>
                    <a:pt x="223" y="313"/>
                    <a:pt x="223" y="313"/>
                  </a:cubicBezTo>
                  <a:cubicBezTo>
                    <a:pt x="220" y="311"/>
                    <a:pt x="217" y="309"/>
                    <a:pt x="214" y="308"/>
                  </a:cubicBezTo>
                  <a:cubicBezTo>
                    <a:pt x="194" y="540"/>
                    <a:pt x="194" y="540"/>
                    <a:pt x="194" y="540"/>
                  </a:cubicBezTo>
                  <a:cubicBezTo>
                    <a:pt x="191" y="585"/>
                    <a:pt x="122" y="581"/>
                    <a:pt x="126" y="534"/>
                  </a:cubicBezTo>
                  <a:lnTo>
                    <a:pt x="148" y="270"/>
                  </a:lnTo>
                  <a:close/>
                </a:path>
              </a:pathLst>
            </a:custGeom>
            <a:solidFill>
              <a:srgbClr val="F2C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50" name="Freeform 109">
              <a:extLst>
                <a:ext uri="{FF2B5EF4-FFF2-40B4-BE49-F238E27FC236}">
                  <a16:creationId xmlns:a16="http://schemas.microsoft.com/office/drawing/2014/main" id="{786A6CD8-D20B-91B8-9A40-89F9E9321D0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438993" y="6188566"/>
              <a:ext cx="512762" cy="158750"/>
            </a:xfrm>
            <a:custGeom>
              <a:avLst/>
              <a:gdLst>
                <a:gd name="T0" fmla="*/ 323 w 323"/>
                <a:gd name="T1" fmla="*/ 100 h 100"/>
                <a:gd name="T2" fmla="*/ 0 w 323"/>
                <a:gd name="T3" fmla="*/ 99 h 100"/>
                <a:gd name="T4" fmla="*/ 0 w 323"/>
                <a:gd name="T5" fmla="*/ 0 h 100"/>
                <a:gd name="T6" fmla="*/ 323 w 323"/>
                <a:gd name="T7" fmla="*/ 0 h 100"/>
                <a:gd name="T8" fmla="*/ 323 w 323"/>
                <a:gd name="T9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3" h="100">
                  <a:moveTo>
                    <a:pt x="323" y="100"/>
                  </a:moveTo>
                  <a:lnTo>
                    <a:pt x="0" y="99"/>
                  </a:lnTo>
                  <a:lnTo>
                    <a:pt x="0" y="0"/>
                  </a:lnTo>
                  <a:lnTo>
                    <a:pt x="323" y="0"/>
                  </a:lnTo>
                  <a:lnTo>
                    <a:pt x="323" y="10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751" name="Freeform 110">
              <a:extLst>
                <a:ext uri="{FF2B5EF4-FFF2-40B4-BE49-F238E27FC236}">
                  <a16:creationId xmlns:a16="http://schemas.microsoft.com/office/drawing/2014/main" id="{87E9B4B2-F6F6-EAB1-AF21-DEEDC037908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388193" y="6347316"/>
              <a:ext cx="614362" cy="509587"/>
            </a:xfrm>
            <a:custGeom>
              <a:avLst/>
              <a:gdLst>
                <a:gd name="T0" fmla="*/ 0 w 387"/>
                <a:gd name="T1" fmla="*/ 0 h 321"/>
                <a:gd name="T2" fmla="*/ 1 w 387"/>
                <a:gd name="T3" fmla="*/ 321 h 321"/>
                <a:gd name="T4" fmla="*/ 387 w 387"/>
                <a:gd name="T5" fmla="*/ 321 h 321"/>
                <a:gd name="T6" fmla="*/ 387 w 387"/>
                <a:gd name="T7" fmla="*/ 0 h 321"/>
                <a:gd name="T8" fmla="*/ 0 w 387"/>
                <a:gd name="T9" fmla="*/ 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7" h="321">
                  <a:moveTo>
                    <a:pt x="0" y="0"/>
                  </a:moveTo>
                  <a:lnTo>
                    <a:pt x="1" y="321"/>
                  </a:lnTo>
                  <a:lnTo>
                    <a:pt x="387" y="321"/>
                  </a:lnTo>
                  <a:lnTo>
                    <a:pt x="3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46206" name="Rectangle 111">
              <a:extLst>
                <a:ext uri="{FF2B5EF4-FFF2-40B4-BE49-F238E27FC236}">
                  <a16:creationId xmlns:a16="http://schemas.microsoft.com/office/drawing/2014/main" id="{E0B2244F-8BA8-4032-BBBF-A80646E6366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889593" y="5942502"/>
              <a:ext cx="417513" cy="582613"/>
            </a:xfrm>
            <a:prstGeom prst="rect">
              <a:avLst/>
            </a:prstGeom>
            <a:solidFill>
              <a:srgbClr val="F2C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LID4096" altLang="LID4096"/>
            </a:p>
          </p:txBody>
        </p:sp>
        <p:sp>
          <p:nvSpPr>
            <p:cNvPr id="46207" name="Freeform 112">
              <a:extLst>
                <a:ext uri="{FF2B5EF4-FFF2-40B4-BE49-F238E27FC236}">
                  <a16:creationId xmlns:a16="http://schemas.microsoft.com/office/drawing/2014/main" id="{53DA9E93-463B-0151-6CFB-0CA7C253BA2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616543" y="4829665"/>
              <a:ext cx="1036638" cy="1285875"/>
            </a:xfrm>
            <a:custGeom>
              <a:avLst/>
              <a:gdLst>
                <a:gd name="T0" fmla="*/ 718993 w 483"/>
                <a:gd name="T1" fmla="*/ 580787 h 600"/>
                <a:gd name="T2" fmla="*/ 716847 w 483"/>
                <a:gd name="T3" fmla="*/ 398621 h 600"/>
                <a:gd name="T4" fmla="*/ 854207 w 483"/>
                <a:gd name="T5" fmla="*/ 604361 h 600"/>
                <a:gd name="T6" fmla="*/ 1036638 w 483"/>
                <a:gd name="T7" fmla="*/ 615077 h 600"/>
                <a:gd name="T8" fmla="*/ 761918 w 483"/>
                <a:gd name="T9" fmla="*/ 115729 h 600"/>
                <a:gd name="T10" fmla="*/ 495783 w 483"/>
                <a:gd name="T11" fmla="*/ 6429 h 600"/>
                <a:gd name="T12" fmla="*/ 120190 w 483"/>
                <a:gd name="T13" fmla="*/ 465058 h 600"/>
                <a:gd name="T14" fmla="*/ 21462 w 483"/>
                <a:gd name="T15" fmla="*/ 942975 h 600"/>
                <a:gd name="T16" fmla="*/ 165261 w 483"/>
                <a:gd name="T17" fmla="*/ 970836 h 600"/>
                <a:gd name="T18" fmla="*/ 231795 w 483"/>
                <a:gd name="T19" fmla="*/ 632222 h 600"/>
                <a:gd name="T20" fmla="*/ 248965 w 483"/>
                <a:gd name="T21" fmla="*/ 647224 h 600"/>
                <a:gd name="T22" fmla="*/ 203894 w 483"/>
                <a:gd name="T23" fmla="*/ 1101566 h 600"/>
                <a:gd name="T24" fmla="*/ 349838 w 483"/>
                <a:gd name="T25" fmla="*/ 1120854 h 600"/>
                <a:gd name="T26" fmla="*/ 394910 w 483"/>
                <a:gd name="T27" fmla="*/ 700802 h 600"/>
                <a:gd name="T28" fmla="*/ 409933 w 483"/>
                <a:gd name="T29" fmla="*/ 702945 h 600"/>
                <a:gd name="T30" fmla="*/ 399202 w 483"/>
                <a:gd name="T31" fmla="*/ 1185148 h 600"/>
                <a:gd name="T32" fmla="*/ 547293 w 483"/>
                <a:gd name="T33" fmla="*/ 1189434 h 600"/>
                <a:gd name="T34" fmla="*/ 558025 w 483"/>
                <a:gd name="T35" fmla="*/ 670798 h 600"/>
                <a:gd name="T36" fmla="*/ 577341 w 483"/>
                <a:gd name="T37" fmla="*/ 660083 h 600"/>
                <a:gd name="T38" fmla="*/ 615973 w 483"/>
                <a:gd name="T39" fmla="*/ 1159431 h 600"/>
                <a:gd name="T40" fmla="*/ 764064 w 483"/>
                <a:gd name="T41" fmla="*/ 1146572 h 600"/>
                <a:gd name="T42" fmla="*/ 718993 w 483"/>
                <a:gd name="T43" fmla="*/ 580787 h 60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83" h="600">
                  <a:moveTo>
                    <a:pt x="335" y="271"/>
                  </a:moveTo>
                  <a:cubicBezTo>
                    <a:pt x="334" y="248"/>
                    <a:pt x="335" y="220"/>
                    <a:pt x="334" y="186"/>
                  </a:cubicBezTo>
                  <a:cubicBezTo>
                    <a:pt x="398" y="282"/>
                    <a:pt x="398" y="282"/>
                    <a:pt x="398" y="282"/>
                  </a:cubicBezTo>
                  <a:cubicBezTo>
                    <a:pt x="426" y="324"/>
                    <a:pt x="470" y="308"/>
                    <a:pt x="483" y="287"/>
                  </a:cubicBezTo>
                  <a:cubicBezTo>
                    <a:pt x="355" y="54"/>
                    <a:pt x="355" y="54"/>
                    <a:pt x="355" y="54"/>
                  </a:cubicBezTo>
                  <a:cubicBezTo>
                    <a:pt x="336" y="22"/>
                    <a:pt x="283" y="5"/>
                    <a:pt x="231" y="3"/>
                  </a:cubicBezTo>
                  <a:cubicBezTo>
                    <a:pt x="124" y="0"/>
                    <a:pt x="58" y="70"/>
                    <a:pt x="56" y="217"/>
                  </a:cubicBezTo>
                  <a:cubicBezTo>
                    <a:pt x="10" y="440"/>
                    <a:pt x="10" y="440"/>
                    <a:pt x="10" y="440"/>
                  </a:cubicBezTo>
                  <a:cubicBezTo>
                    <a:pt x="0" y="488"/>
                    <a:pt x="68" y="501"/>
                    <a:pt x="77" y="453"/>
                  </a:cubicBezTo>
                  <a:cubicBezTo>
                    <a:pt x="108" y="295"/>
                    <a:pt x="108" y="295"/>
                    <a:pt x="108" y="295"/>
                  </a:cubicBezTo>
                  <a:cubicBezTo>
                    <a:pt x="110" y="298"/>
                    <a:pt x="113" y="300"/>
                    <a:pt x="116" y="302"/>
                  </a:cubicBezTo>
                  <a:cubicBezTo>
                    <a:pt x="95" y="514"/>
                    <a:pt x="95" y="514"/>
                    <a:pt x="95" y="514"/>
                  </a:cubicBezTo>
                  <a:cubicBezTo>
                    <a:pt x="90" y="563"/>
                    <a:pt x="158" y="564"/>
                    <a:pt x="163" y="523"/>
                  </a:cubicBezTo>
                  <a:cubicBezTo>
                    <a:pt x="184" y="327"/>
                    <a:pt x="184" y="327"/>
                    <a:pt x="184" y="327"/>
                  </a:cubicBezTo>
                  <a:cubicBezTo>
                    <a:pt x="186" y="328"/>
                    <a:pt x="190" y="328"/>
                    <a:pt x="191" y="328"/>
                  </a:cubicBezTo>
                  <a:cubicBezTo>
                    <a:pt x="186" y="553"/>
                    <a:pt x="186" y="553"/>
                    <a:pt x="186" y="553"/>
                  </a:cubicBezTo>
                  <a:cubicBezTo>
                    <a:pt x="185" y="598"/>
                    <a:pt x="254" y="600"/>
                    <a:pt x="255" y="555"/>
                  </a:cubicBezTo>
                  <a:cubicBezTo>
                    <a:pt x="260" y="313"/>
                    <a:pt x="260" y="313"/>
                    <a:pt x="260" y="313"/>
                  </a:cubicBezTo>
                  <a:cubicBezTo>
                    <a:pt x="263" y="312"/>
                    <a:pt x="266" y="310"/>
                    <a:pt x="269" y="308"/>
                  </a:cubicBezTo>
                  <a:cubicBezTo>
                    <a:pt x="287" y="541"/>
                    <a:pt x="287" y="541"/>
                    <a:pt x="287" y="541"/>
                  </a:cubicBezTo>
                  <a:cubicBezTo>
                    <a:pt x="291" y="585"/>
                    <a:pt x="359" y="582"/>
                    <a:pt x="356" y="535"/>
                  </a:cubicBezTo>
                  <a:lnTo>
                    <a:pt x="335" y="271"/>
                  </a:lnTo>
                  <a:close/>
                </a:path>
              </a:pathLst>
            </a:custGeom>
            <a:solidFill>
              <a:srgbClr val="F2C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754" name="Rectangle 113">
              <a:extLst>
                <a:ext uri="{FF2B5EF4-FFF2-40B4-BE49-F238E27FC236}">
                  <a16:creationId xmlns:a16="http://schemas.microsoft.com/office/drawing/2014/main" id="{A1BC9527-FC80-EF23-DDA8-B91FC1567BB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841968" y="6193328"/>
              <a:ext cx="512762" cy="158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755" name="Freeform 114">
              <a:extLst>
                <a:ext uri="{FF2B5EF4-FFF2-40B4-BE49-F238E27FC236}">
                  <a16:creationId xmlns:a16="http://schemas.microsoft.com/office/drawing/2014/main" id="{6A69138B-E4E9-AEF1-5ED7-8BF4918120B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91168" y="6348903"/>
              <a:ext cx="614362" cy="508000"/>
            </a:xfrm>
            <a:custGeom>
              <a:avLst/>
              <a:gdLst>
                <a:gd name="T0" fmla="*/ 387 w 387"/>
                <a:gd name="T1" fmla="*/ 0 h 320"/>
                <a:gd name="T2" fmla="*/ 387 w 387"/>
                <a:gd name="T3" fmla="*/ 320 h 320"/>
                <a:gd name="T4" fmla="*/ 0 w 387"/>
                <a:gd name="T5" fmla="*/ 318 h 320"/>
                <a:gd name="T6" fmla="*/ 0 w 387"/>
                <a:gd name="T7" fmla="*/ 0 h 320"/>
                <a:gd name="T8" fmla="*/ 387 w 387"/>
                <a:gd name="T9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7" h="320">
                  <a:moveTo>
                    <a:pt x="387" y="0"/>
                  </a:moveTo>
                  <a:lnTo>
                    <a:pt x="387" y="320"/>
                  </a:lnTo>
                  <a:lnTo>
                    <a:pt x="0" y="318"/>
                  </a:lnTo>
                  <a:lnTo>
                    <a:pt x="0" y="0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  <p:sp>
        <p:nvSpPr>
          <p:cNvPr id="46088" name="Freeform 27">
            <a:extLst>
              <a:ext uri="{FF2B5EF4-FFF2-40B4-BE49-F238E27FC236}">
                <a16:creationId xmlns:a16="http://schemas.microsoft.com/office/drawing/2014/main" id="{D9EDDCF4-3CB1-6E2A-BD85-99CCFDA62993}"/>
              </a:ext>
            </a:extLst>
          </p:cNvPr>
          <p:cNvSpPr>
            <a:spLocks/>
          </p:cNvSpPr>
          <p:nvPr/>
        </p:nvSpPr>
        <p:spPr bwMode="auto">
          <a:xfrm>
            <a:off x="2579688" y="2352675"/>
            <a:ext cx="1149350" cy="1147763"/>
          </a:xfrm>
          <a:custGeom>
            <a:avLst/>
            <a:gdLst>
              <a:gd name="T0" fmla="*/ 1094215 w 542"/>
              <a:gd name="T1" fmla="*/ 671293 h 542"/>
              <a:gd name="T2" fmla="*/ 475008 w 542"/>
              <a:gd name="T3" fmla="*/ 1092704 h 542"/>
              <a:gd name="T4" fmla="*/ 55135 w 542"/>
              <a:gd name="T5" fmla="*/ 474352 h 542"/>
              <a:gd name="T6" fmla="*/ 674342 w 542"/>
              <a:gd name="T7" fmla="*/ 52941 h 542"/>
              <a:gd name="T8" fmla="*/ 1094215 w 542"/>
              <a:gd name="T9" fmla="*/ 671293 h 5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42" h="542">
                <a:moveTo>
                  <a:pt x="516" y="317"/>
                </a:moveTo>
                <a:cubicBezTo>
                  <a:pt x="490" y="453"/>
                  <a:pt x="359" y="542"/>
                  <a:pt x="224" y="516"/>
                </a:cubicBezTo>
                <a:cubicBezTo>
                  <a:pt x="89" y="490"/>
                  <a:pt x="0" y="359"/>
                  <a:pt x="26" y="224"/>
                </a:cubicBezTo>
                <a:cubicBezTo>
                  <a:pt x="51" y="88"/>
                  <a:pt x="182" y="0"/>
                  <a:pt x="318" y="25"/>
                </a:cubicBezTo>
                <a:cubicBezTo>
                  <a:pt x="453" y="51"/>
                  <a:pt x="542" y="182"/>
                  <a:pt x="516" y="317"/>
                </a:cubicBezTo>
                <a:close/>
              </a:path>
            </a:pathLst>
          </a:custGeom>
          <a:solidFill>
            <a:schemeClr val="bg1"/>
          </a:solidFill>
          <a:ln w="5715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LID4096"/>
          </a:p>
        </p:txBody>
      </p:sp>
      <p:sp>
        <p:nvSpPr>
          <p:cNvPr id="46089" name="Freeform 71">
            <a:extLst>
              <a:ext uri="{FF2B5EF4-FFF2-40B4-BE49-F238E27FC236}">
                <a16:creationId xmlns:a16="http://schemas.microsoft.com/office/drawing/2014/main" id="{C5CE04B9-F4B3-098E-1A42-A244C136C3CD}"/>
              </a:ext>
            </a:extLst>
          </p:cNvPr>
          <p:cNvSpPr>
            <a:spLocks/>
          </p:cNvSpPr>
          <p:nvPr/>
        </p:nvSpPr>
        <p:spPr bwMode="auto">
          <a:xfrm>
            <a:off x="4892675" y="655638"/>
            <a:ext cx="1149350" cy="1150937"/>
          </a:xfrm>
          <a:custGeom>
            <a:avLst/>
            <a:gdLst>
              <a:gd name="T0" fmla="*/ 1094215 w 542"/>
              <a:gd name="T1" fmla="*/ 674030 h 543"/>
              <a:gd name="T2" fmla="*/ 475008 w 542"/>
              <a:gd name="T3" fmla="*/ 1095829 h 543"/>
              <a:gd name="T4" fmla="*/ 53014 w 542"/>
              <a:gd name="T5" fmla="*/ 476908 h 543"/>
              <a:gd name="T6" fmla="*/ 674342 w 542"/>
              <a:gd name="T7" fmla="*/ 55109 h 543"/>
              <a:gd name="T8" fmla="*/ 1094215 w 542"/>
              <a:gd name="T9" fmla="*/ 674030 h 5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42" h="543">
                <a:moveTo>
                  <a:pt x="516" y="318"/>
                </a:moveTo>
                <a:cubicBezTo>
                  <a:pt x="490" y="454"/>
                  <a:pt x="359" y="543"/>
                  <a:pt x="224" y="517"/>
                </a:cubicBezTo>
                <a:cubicBezTo>
                  <a:pt x="88" y="491"/>
                  <a:pt x="0" y="360"/>
                  <a:pt x="25" y="225"/>
                </a:cubicBezTo>
                <a:cubicBezTo>
                  <a:pt x="51" y="89"/>
                  <a:pt x="182" y="0"/>
                  <a:pt x="318" y="26"/>
                </a:cubicBezTo>
                <a:cubicBezTo>
                  <a:pt x="453" y="52"/>
                  <a:pt x="542" y="183"/>
                  <a:pt x="516" y="318"/>
                </a:cubicBezTo>
                <a:close/>
              </a:path>
            </a:pathLst>
          </a:custGeom>
          <a:solidFill>
            <a:schemeClr val="bg1"/>
          </a:solidFill>
          <a:ln w="5715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LID4096"/>
          </a:p>
        </p:txBody>
      </p:sp>
      <p:sp>
        <p:nvSpPr>
          <p:cNvPr id="46090" name="Freeform 107">
            <a:extLst>
              <a:ext uri="{FF2B5EF4-FFF2-40B4-BE49-F238E27FC236}">
                <a16:creationId xmlns:a16="http://schemas.microsoft.com/office/drawing/2014/main" id="{7CDF03BE-6D99-9AC8-C317-BDE273A8FA44}"/>
              </a:ext>
            </a:extLst>
          </p:cNvPr>
          <p:cNvSpPr>
            <a:spLocks/>
          </p:cNvSpPr>
          <p:nvPr/>
        </p:nvSpPr>
        <p:spPr bwMode="auto">
          <a:xfrm>
            <a:off x="6610350" y="2433638"/>
            <a:ext cx="1149350" cy="1147762"/>
          </a:xfrm>
          <a:custGeom>
            <a:avLst/>
            <a:gdLst>
              <a:gd name="T0" fmla="*/ 1096336 w 542"/>
              <a:gd name="T1" fmla="*/ 673411 h 542"/>
              <a:gd name="T2" fmla="*/ 475008 w 542"/>
              <a:gd name="T3" fmla="*/ 1092704 h 542"/>
              <a:gd name="T4" fmla="*/ 55135 w 542"/>
              <a:gd name="T5" fmla="*/ 474352 h 542"/>
              <a:gd name="T6" fmla="*/ 674342 w 542"/>
              <a:gd name="T7" fmla="*/ 55059 h 542"/>
              <a:gd name="T8" fmla="*/ 1096336 w 542"/>
              <a:gd name="T9" fmla="*/ 673411 h 5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42" h="542">
                <a:moveTo>
                  <a:pt x="517" y="318"/>
                </a:moveTo>
                <a:cubicBezTo>
                  <a:pt x="491" y="453"/>
                  <a:pt x="360" y="542"/>
                  <a:pt x="224" y="516"/>
                </a:cubicBezTo>
                <a:cubicBezTo>
                  <a:pt x="89" y="490"/>
                  <a:pt x="0" y="360"/>
                  <a:pt x="26" y="224"/>
                </a:cubicBezTo>
                <a:cubicBezTo>
                  <a:pt x="52" y="89"/>
                  <a:pt x="183" y="0"/>
                  <a:pt x="318" y="26"/>
                </a:cubicBezTo>
                <a:cubicBezTo>
                  <a:pt x="454" y="52"/>
                  <a:pt x="542" y="183"/>
                  <a:pt x="517" y="318"/>
                </a:cubicBezTo>
                <a:close/>
              </a:path>
            </a:pathLst>
          </a:custGeom>
          <a:solidFill>
            <a:schemeClr val="bg1"/>
          </a:solidFill>
          <a:ln w="5715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LID4096"/>
          </a:p>
        </p:txBody>
      </p:sp>
      <p:sp>
        <p:nvSpPr>
          <p:cNvPr id="46091" name="Freeform 156">
            <a:extLst>
              <a:ext uri="{FF2B5EF4-FFF2-40B4-BE49-F238E27FC236}">
                <a16:creationId xmlns:a16="http://schemas.microsoft.com/office/drawing/2014/main" id="{2F29A2ED-3300-5AC3-3BB6-5A19D7711D6E}"/>
              </a:ext>
            </a:extLst>
          </p:cNvPr>
          <p:cNvSpPr>
            <a:spLocks/>
          </p:cNvSpPr>
          <p:nvPr/>
        </p:nvSpPr>
        <p:spPr bwMode="auto">
          <a:xfrm>
            <a:off x="3489325" y="1138238"/>
            <a:ext cx="1147763" cy="1150937"/>
          </a:xfrm>
          <a:custGeom>
            <a:avLst/>
            <a:gdLst>
              <a:gd name="T0" fmla="*/ 1092704 w 542"/>
              <a:gd name="T1" fmla="*/ 674030 h 543"/>
              <a:gd name="T2" fmla="*/ 474352 w 542"/>
              <a:gd name="T3" fmla="*/ 1095829 h 543"/>
              <a:gd name="T4" fmla="*/ 55059 w 542"/>
              <a:gd name="T5" fmla="*/ 476908 h 543"/>
              <a:gd name="T6" fmla="*/ 673411 w 542"/>
              <a:gd name="T7" fmla="*/ 55109 h 543"/>
              <a:gd name="T8" fmla="*/ 1092704 w 542"/>
              <a:gd name="T9" fmla="*/ 674030 h 5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42" h="543">
                <a:moveTo>
                  <a:pt x="516" y="318"/>
                </a:moveTo>
                <a:cubicBezTo>
                  <a:pt x="490" y="454"/>
                  <a:pt x="360" y="543"/>
                  <a:pt x="224" y="517"/>
                </a:cubicBezTo>
                <a:cubicBezTo>
                  <a:pt x="89" y="491"/>
                  <a:pt x="0" y="360"/>
                  <a:pt x="26" y="225"/>
                </a:cubicBezTo>
                <a:cubicBezTo>
                  <a:pt x="52" y="89"/>
                  <a:pt x="183" y="0"/>
                  <a:pt x="318" y="26"/>
                </a:cubicBezTo>
                <a:cubicBezTo>
                  <a:pt x="453" y="52"/>
                  <a:pt x="542" y="183"/>
                  <a:pt x="516" y="318"/>
                </a:cubicBezTo>
                <a:close/>
              </a:path>
            </a:pathLst>
          </a:custGeom>
          <a:solidFill>
            <a:schemeClr val="bg1"/>
          </a:solidFill>
          <a:ln w="5715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LID4096"/>
          </a:p>
        </p:txBody>
      </p:sp>
      <p:sp>
        <p:nvSpPr>
          <p:cNvPr id="46092" name="Freeform 51">
            <a:extLst>
              <a:ext uri="{FF2B5EF4-FFF2-40B4-BE49-F238E27FC236}">
                <a16:creationId xmlns:a16="http://schemas.microsoft.com/office/drawing/2014/main" id="{1F4A9761-FA06-C884-3663-7652F685D348}"/>
              </a:ext>
            </a:extLst>
          </p:cNvPr>
          <p:cNvSpPr>
            <a:spLocks/>
          </p:cNvSpPr>
          <p:nvPr/>
        </p:nvSpPr>
        <p:spPr bwMode="auto">
          <a:xfrm>
            <a:off x="6059488" y="1173163"/>
            <a:ext cx="1147762" cy="1147762"/>
          </a:xfrm>
          <a:custGeom>
            <a:avLst/>
            <a:gdLst>
              <a:gd name="T0" fmla="*/ 1092704 w 542"/>
              <a:gd name="T1" fmla="*/ 671293 h 542"/>
              <a:gd name="T2" fmla="*/ 474352 w 542"/>
              <a:gd name="T3" fmla="*/ 1092704 h 542"/>
              <a:gd name="T4" fmla="*/ 55059 w 542"/>
              <a:gd name="T5" fmla="*/ 474352 h 542"/>
              <a:gd name="T6" fmla="*/ 673411 w 542"/>
              <a:gd name="T7" fmla="*/ 52941 h 542"/>
              <a:gd name="T8" fmla="*/ 1092704 w 542"/>
              <a:gd name="T9" fmla="*/ 671293 h 5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42" h="542">
                <a:moveTo>
                  <a:pt x="516" y="317"/>
                </a:moveTo>
                <a:cubicBezTo>
                  <a:pt x="490" y="453"/>
                  <a:pt x="360" y="542"/>
                  <a:pt x="224" y="516"/>
                </a:cubicBezTo>
                <a:cubicBezTo>
                  <a:pt x="89" y="490"/>
                  <a:pt x="0" y="359"/>
                  <a:pt x="26" y="224"/>
                </a:cubicBezTo>
                <a:cubicBezTo>
                  <a:pt x="52" y="88"/>
                  <a:pt x="183" y="0"/>
                  <a:pt x="318" y="25"/>
                </a:cubicBezTo>
                <a:cubicBezTo>
                  <a:pt x="453" y="51"/>
                  <a:pt x="542" y="182"/>
                  <a:pt x="516" y="317"/>
                </a:cubicBezTo>
                <a:close/>
              </a:path>
            </a:pathLst>
          </a:custGeom>
          <a:solidFill>
            <a:schemeClr val="bg1"/>
          </a:solidFill>
          <a:ln w="5715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LID4096"/>
          </a:p>
        </p:txBody>
      </p:sp>
      <p:sp>
        <p:nvSpPr>
          <p:cNvPr id="778" name="Content Placeholder 2">
            <a:extLst>
              <a:ext uri="{FF2B5EF4-FFF2-40B4-BE49-F238E27FC236}">
                <a16:creationId xmlns:a16="http://schemas.microsoft.com/office/drawing/2014/main" id="{D2A2FED8-1977-66E9-A81F-1A6158DF7D81}"/>
              </a:ext>
            </a:extLst>
          </p:cNvPr>
          <p:cNvSpPr txBox="1">
            <a:spLocks/>
          </p:cNvSpPr>
          <p:nvPr/>
        </p:nvSpPr>
        <p:spPr>
          <a:xfrm>
            <a:off x="7507287" y="2759075"/>
            <a:ext cx="2450173" cy="377825"/>
          </a:xfrm>
          <a:prstGeom prst="roundRect">
            <a:avLst/>
          </a:prstGeom>
          <a:solidFill>
            <a:srgbClr val="00171F"/>
          </a:solidFill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id-ID" sz="1600" dirty="0">
                <a:solidFill>
                  <a:schemeClr val="bg1">
                    <a:lumMod val="95000"/>
                  </a:schemeClr>
                </a:solidFill>
                <a:ea typeface="Open Sans" pitchFamily="34" charset="0"/>
                <a:cs typeface="Open Sans" pitchFamily="34" charset="0"/>
              </a:rPr>
              <a:t>Flexible Subscription Plans</a:t>
            </a:r>
            <a:endParaRPr lang="en-US" sz="1600" dirty="0">
              <a:solidFill>
                <a:schemeClr val="bg1">
                  <a:lumMod val="95000"/>
                </a:schemeClr>
              </a:solidFill>
              <a:ea typeface="Open Sans" pitchFamily="34" charset="0"/>
              <a:cs typeface="Open Sans" pitchFamily="34" charset="0"/>
            </a:endParaRPr>
          </a:p>
        </p:txBody>
      </p:sp>
      <p:sp>
        <p:nvSpPr>
          <p:cNvPr id="780" name="Content Placeholder 2">
            <a:extLst>
              <a:ext uri="{FF2B5EF4-FFF2-40B4-BE49-F238E27FC236}">
                <a16:creationId xmlns:a16="http://schemas.microsoft.com/office/drawing/2014/main" id="{B4AA5557-ADA5-C206-5320-1883177E1176}"/>
              </a:ext>
            </a:extLst>
          </p:cNvPr>
          <p:cNvSpPr txBox="1">
            <a:spLocks/>
          </p:cNvSpPr>
          <p:nvPr/>
        </p:nvSpPr>
        <p:spPr>
          <a:xfrm>
            <a:off x="6875462" y="1647824"/>
            <a:ext cx="2268537" cy="611187"/>
          </a:xfrm>
          <a:prstGeom prst="roundRect">
            <a:avLst/>
          </a:prstGeom>
          <a:solidFill>
            <a:srgbClr val="D9D9D9"/>
          </a:solidFill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1600" dirty="0">
                <a:solidFill>
                  <a:srgbClr val="00171F"/>
                </a:solidFill>
                <a:ea typeface="Open Sans" pitchFamily="34" charset="0"/>
                <a:cs typeface="Open Sans" pitchFamily="34" charset="0"/>
              </a:rPr>
              <a:t>Connect with a Vibrant Community</a:t>
            </a:r>
            <a:endParaRPr lang="en-US" sz="1600" dirty="0">
              <a:solidFill>
                <a:srgbClr val="00171F"/>
              </a:solidFill>
              <a:ea typeface="Open Sans" pitchFamily="34" charset="0"/>
              <a:cs typeface="Open Sans" pitchFamily="34" charset="0"/>
            </a:endParaRPr>
          </a:p>
        </p:txBody>
      </p:sp>
      <p:sp>
        <p:nvSpPr>
          <p:cNvPr id="781" name="Content Placeholder 2">
            <a:extLst>
              <a:ext uri="{FF2B5EF4-FFF2-40B4-BE49-F238E27FC236}">
                <a16:creationId xmlns:a16="http://schemas.microsoft.com/office/drawing/2014/main" id="{38E7404A-1558-31FC-4151-134ED3649B64}"/>
              </a:ext>
            </a:extLst>
          </p:cNvPr>
          <p:cNvSpPr txBox="1">
            <a:spLocks/>
          </p:cNvSpPr>
          <p:nvPr/>
        </p:nvSpPr>
        <p:spPr>
          <a:xfrm>
            <a:off x="5694362" y="693738"/>
            <a:ext cx="2190854" cy="425450"/>
          </a:xfrm>
          <a:prstGeom prst="roundRect">
            <a:avLst/>
          </a:prstGeom>
          <a:solidFill>
            <a:srgbClr val="1D57DE"/>
          </a:solidFill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id-ID" sz="1600" dirty="0">
                <a:solidFill>
                  <a:schemeClr val="bg1">
                    <a:lumMod val="95000"/>
                  </a:schemeClr>
                </a:solidFill>
                <a:ea typeface="Open Sans" pitchFamily="34" charset="0"/>
                <a:cs typeface="Open Sans" pitchFamily="34" charset="0"/>
              </a:rPr>
              <a:t>Discover New </a:t>
            </a:r>
            <a:r>
              <a:rPr lang="en-GB" sz="1600" dirty="0">
                <a:solidFill>
                  <a:schemeClr val="bg1">
                    <a:lumMod val="95000"/>
                  </a:schemeClr>
                </a:solidFill>
                <a:ea typeface="Open Sans" pitchFamily="34" charset="0"/>
                <a:cs typeface="Open Sans" pitchFamily="34" charset="0"/>
              </a:rPr>
              <a:t>Tracks</a:t>
            </a:r>
            <a:endParaRPr lang="en-US" sz="1600" dirty="0">
              <a:solidFill>
                <a:schemeClr val="bg1">
                  <a:lumMod val="95000"/>
                </a:schemeClr>
              </a:solidFill>
              <a:ea typeface="Open Sans" pitchFamily="34" charset="0"/>
              <a:cs typeface="Open Sans" pitchFamily="34" charset="0"/>
            </a:endParaRPr>
          </a:p>
        </p:txBody>
      </p:sp>
      <p:sp>
        <p:nvSpPr>
          <p:cNvPr id="782" name="Content Placeholder 2">
            <a:extLst>
              <a:ext uri="{FF2B5EF4-FFF2-40B4-BE49-F238E27FC236}">
                <a16:creationId xmlns:a16="http://schemas.microsoft.com/office/drawing/2014/main" id="{4C6FA814-D537-ADB9-7D70-1ED442B271B9}"/>
              </a:ext>
            </a:extLst>
          </p:cNvPr>
          <p:cNvSpPr txBox="1">
            <a:spLocks/>
          </p:cNvSpPr>
          <p:nvPr/>
        </p:nvSpPr>
        <p:spPr>
          <a:xfrm>
            <a:off x="1707696" y="1554163"/>
            <a:ext cx="2054679" cy="613084"/>
          </a:xfrm>
          <a:prstGeom prst="roundRect">
            <a:avLst/>
          </a:prstGeom>
          <a:solidFill>
            <a:srgbClr val="FC0073"/>
          </a:solidFill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id-ID" sz="1600" dirty="0">
                <a:solidFill>
                  <a:schemeClr val="bg1">
                    <a:lumMod val="95000"/>
                  </a:schemeClr>
                </a:solidFill>
                <a:ea typeface="Open Sans" pitchFamily="34" charset="0"/>
                <a:cs typeface="Open Sans" pitchFamily="34" charset="0"/>
              </a:rPr>
              <a:t>Effortless Playlist Management</a:t>
            </a:r>
            <a:endParaRPr lang="en-US" sz="1600" dirty="0">
              <a:solidFill>
                <a:schemeClr val="bg1">
                  <a:lumMod val="95000"/>
                </a:schemeClr>
              </a:solidFill>
              <a:ea typeface="Open Sans" pitchFamily="34" charset="0"/>
              <a:cs typeface="Open Sans" pitchFamily="34" charset="0"/>
            </a:endParaRPr>
          </a:p>
        </p:txBody>
      </p:sp>
      <p:sp>
        <p:nvSpPr>
          <p:cNvPr id="783" name="Content Placeholder 2">
            <a:extLst>
              <a:ext uri="{FF2B5EF4-FFF2-40B4-BE49-F238E27FC236}">
                <a16:creationId xmlns:a16="http://schemas.microsoft.com/office/drawing/2014/main" id="{57AF6313-7E2D-01BF-62F5-DAE563811C41}"/>
              </a:ext>
            </a:extLst>
          </p:cNvPr>
          <p:cNvSpPr txBox="1">
            <a:spLocks/>
          </p:cNvSpPr>
          <p:nvPr/>
        </p:nvSpPr>
        <p:spPr>
          <a:xfrm>
            <a:off x="783771" y="2751139"/>
            <a:ext cx="2054679" cy="677862"/>
          </a:xfrm>
          <a:prstGeom prst="roundRect">
            <a:avLst/>
          </a:prstGeom>
          <a:solidFill>
            <a:srgbClr val="00171F"/>
          </a:solidFill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id-ID" sz="1600" dirty="0">
                <a:solidFill>
                  <a:schemeClr val="bg1">
                    <a:lumMod val="95000"/>
                  </a:schemeClr>
                </a:solidFill>
                <a:ea typeface="Open Sans" pitchFamily="34" charset="0"/>
                <a:cs typeface="Open Sans" pitchFamily="34" charset="0"/>
              </a:rPr>
              <a:t>Personalized Music Recommendations</a:t>
            </a:r>
            <a:endParaRPr lang="en-US" sz="1600" dirty="0">
              <a:solidFill>
                <a:schemeClr val="bg1">
                  <a:lumMod val="95000"/>
                </a:schemeClr>
              </a:solidFill>
              <a:ea typeface="Open Sans" pitchFamily="34" charset="0"/>
              <a:cs typeface="Open Sans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roup 324">
            <a:extLst>
              <a:ext uri="{FF2B5EF4-FFF2-40B4-BE49-F238E27FC236}">
                <a16:creationId xmlns:a16="http://schemas.microsoft.com/office/drawing/2014/main" id="{804A49DE-61BF-53E3-BC84-00CD2A914F37}"/>
              </a:ext>
            </a:extLst>
          </p:cNvPr>
          <p:cNvGrpSpPr/>
          <p:nvPr/>
        </p:nvGrpSpPr>
        <p:grpSpPr>
          <a:xfrm>
            <a:off x="-268568" y="-32563"/>
            <a:ext cx="12812244" cy="697119"/>
            <a:chOff x="-116540" y="4468112"/>
            <a:chExt cx="12812244" cy="697119"/>
          </a:xfrm>
          <a:solidFill>
            <a:schemeClr val="bg1">
              <a:lumMod val="95000"/>
              <a:alpha val="85000"/>
            </a:schemeClr>
          </a:solidFill>
        </p:grpSpPr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C54CA4E1-3106-3EFC-944D-E01A3FFD4031}"/>
                </a:ext>
              </a:extLst>
            </p:cNvPr>
            <p:cNvGrpSpPr/>
            <p:nvPr/>
          </p:nvGrpSpPr>
          <p:grpSpPr>
            <a:xfrm>
              <a:off x="4112933" y="4472081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534" name="Rectangle 5">
                <a:extLst>
                  <a:ext uri="{FF2B5EF4-FFF2-40B4-BE49-F238E27FC236}">
                    <a16:creationId xmlns:a16="http://schemas.microsoft.com/office/drawing/2014/main" id="{1F83C59E-4026-6AD0-011A-B6D1CC745F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35" name="Rectangle 6">
                <a:extLst>
                  <a:ext uri="{FF2B5EF4-FFF2-40B4-BE49-F238E27FC236}">
                    <a16:creationId xmlns:a16="http://schemas.microsoft.com/office/drawing/2014/main" id="{BF6F9FEA-A6D2-54C4-2689-3F55281BF9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36" name="Rectangle 7">
                <a:extLst>
                  <a:ext uri="{FF2B5EF4-FFF2-40B4-BE49-F238E27FC236}">
                    <a16:creationId xmlns:a16="http://schemas.microsoft.com/office/drawing/2014/main" id="{57357FD7-10ED-AC6A-B304-543DCDC3B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37" name="Rectangle 10">
                <a:extLst>
                  <a:ext uri="{FF2B5EF4-FFF2-40B4-BE49-F238E27FC236}">
                    <a16:creationId xmlns:a16="http://schemas.microsoft.com/office/drawing/2014/main" id="{37D1F228-DDCF-BDE8-CF29-4BE2056BF1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38" name="Rectangle 11">
                <a:extLst>
                  <a:ext uri="{FF2B5EF4-FFF2-40B4-BE49-F238E27FC236}">
                    <a16:creationId xmlns:a16="http://schemas.microsoft.com/office/drawing/2014/main" id="{87A8551E-6BEF-C97F-05FC-B99311026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39" name="Rectangle 12">
                <a:extLst>
                  <a:ext uri="{FF2B5EF4-FFF2-40B4-BE49-F238E27FC236}">
                    <a16:creationId xmlns:a16="http://schemas.microsoft.com/office/drawing/2014/main" id="{6E7E24B3-D8F3-A9FF-8D12-C73357696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40" name="Rectangle 13">
                <a:extLst>
                  <a:ext uri="{FF2B5EF4-FFF2-40B4-BE49-F238E27FC236}">
                    <a16:creationId xmlns:a16="http://schemas.microsoft.com/office/drawing/2014/main" id="{15E1FF0D-4D47-C1AF-5124-2E0FB8937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41" name="Rectangle 14">
                <a:extLst>
                  <a:ext uri="{FF2B5EF4-FFF2-40B4-BE49-F238E27FC236}">
                    <a16:creationId xmlns:a16="http://schemas.microsoft.com/office/drawing/2014/main" id="{470B0286-7FD4-4D18-C156-EA370BCEE4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42" name="Rectangle 16">
                <a:extLst>
                  <a:ext uri="{FF2B5EF4-FFF2-40B4-BE49-F238E27FC236}">
                    <a16:creationId xmlns:a16="http://schemas.microsoft.com/office/drawing/2014/main" id="{568418BC-3E76-0EC4-A7B6-9C2322C12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43" name="Rectangle 17">
                <a:extLst>
                  <a:ext uri="{FF2B5EF4-FFF2-40B4-BE49-F238E27FC236}">
                    <a16:creationId xmlns:a16="http://schemas.microsoft.com/office/drawing/2014/main" id="{E54F5E85-2789-E26A-BD04-CC6C594C9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44" name="Rectangle 18">
                <a:extLst>
                  <a:ext uri="{FF2B5EF4-FFF2-40B4-BE49-F238E27FC236}">
                    <a16:creationId xmlns:a16="http://schemas.microsoft.com/office/drawing/2014/main" id="{0494CE12-42DC-B766-BA45-04F366AFA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45" name="Rectangle 19">
                <a:extLst>
                  <a:ext uri="{FF2B5EF4-FFF2-40B4-BE49-F238E27FC236}">
                    <a16:creationId xmlns:a16="http://schemas.microsoft.com/office/drawing/2014/main" id="{5760FF74-0B84-B450-F78F-5AD21B6902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46" name="Rectangle 20">
                <a:extLst>
                  <a:ext uri="{FF2B5EF4-FFF2-40B4-BE49-F238E27FC236}">
                    <a16:creationId xmlns:a16="http://schemas.microsoft.com/office/drawing/2014/main" id="{66B69AFE-F909-1128-F5EB-17F0CD02FD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47" name="Rectangle 22">
                <a:extLst>
                  <a:ext uri="{FF2B5EF4-FFF2-40B4-BE49-F238E27FC236}">
                    <a16:creationId xmlns:a16="http://schemas.microsoft.com/office/drawing/2014/main" id="{24763125-BDE0-958A-4E49-455821C87D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48" name="Rectangle 23">
                <a:extLst>
                  <a:ext uri="{FF2B5EF4-FFF2-40B4-BE49-F238E27FC236}">
                    <a16:creationId xmlns:a16="http://schemas.microsoft.com/office/drawing/2014/main" id="{788E79C0-B701-1189-AC07-DDE3D37C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49" name="Rectangle 26">
                <a:extLst>
                  <a:ext uri="{FF2B5EF4-FFF2-40B4-BE49-F238E27FC236}">
                    <a16:creationId xmlns:a16="http://schemas.microsoft.com/office/drawing/2014/main" id="{072ECB0D-0ACE-109A-E823-BAC040E17C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50" name="Rectangle 27">
                <a:extLst>
                  <a:ext uri="{FF2B5EF4-FFF2-40B4-BE49-F238E27FC236}">
                    <a16:creationId xmlns:a16="http://schemas.microsoft.com/office/drawing/2014/main" id="{F6C7AA26-F13B-FF14-6AE7-B64E34DDA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51" name="Rectangle 28">
                <a:extLst>
                  <a:ext uri="{FF2B5EF4-FFF2-40B4-BE49-F238E27FC236}">
                    <a16:creationId xmlns:a16="http://schemas.microsoft.com/office/drawing/2014/main" id="{1080CA6B-E4D4-204B-9B6B-C14587665D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52" name="Rectangle 29">
                <a:extLst>
                  <a:ext uri="{FF2B5EF4-FFF2-40B4-BE49-F238E27FC236}">
                    <a16:creationId xmlns:a16="http://schemas.microsoft.com/office/drawing/2014/main" id="{CB173166-66F8-FBF5-E09A-3C8F516C38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53" name="Rectangle 30">
                <a:extLst>
                  <a:ext uri="{FF2B5EF4-FFF2-40B4-BE49-F238E27FC236}">
                    <a16:creationId xmlns:a16="http://schemas.microsoft.com/office/drawing/2014/main" id="{431694DA-9393-A9ED-7FBD-5FB80DED8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54" name="Rectangle 32">
                <a:extLst>
                  <a:ext uri="{FF2B5EF4-FFF2-40B4-BE49-F238E27FC236}">
                    <a16:creationId xmlns:a16="http://schemas.microsoft.com/office/drawing/2014/main" id="{6FB739C8-2C5B-756A-8DC1-E47ED11DA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55" name="Rectangle 33">
                <a:extLst>
                  <a:ext uri="{FF2B5EF4-FFF2-40B4-BE49-F238E27FC236}">
                    <a16:creationId xmlns:a16="http://schemas.microsoft.com/office/drawing/2014/main" id="{2C959BEB-0208-D2B2-123A-E0734C954F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56" name="Rectangle 34">
                <a:extLst>
                  <a:ext uri="{FF2B5EF4-FFF2-40B4-BE49-F238E27FC236}">
                    <a16:creationId xmlns:a16="http://schemas.microsoft.com/office/drawing/2014/main" id="{2CFE0D67-1A2F-28E7-89F6-26084D3EB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57" name="Rectangle 36">
                <a:extLst>
                  <a:ext uri="{FF2B5EF4-FFF2-40B4-BE49-F238E27FC236}">
                    <a16:creationId xmlns:a16="http://schemas.microsoft.com/office/drawing/2014/main" id="{8A8ED300-7347-8400-2587-FC76A37D94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58" name="Rectangle 37">
                <a:extLst>
                  <a:ext uri="{FF2B5EF4-FFF2-40B4-BE49-F238E27FC236}">
                    <a16:creationId xmlns:a16="http://schemas.microsoft.com/office/drawing/2014/main" id="{7DB8B15D-5EC0-E44C-380D-C5677D7F6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59" name="Rectangle 38">
                <a:extLst>
                  <a:ext uri="{FF2B5EF4-FFF2-40B4-BE49-F238E27FC236}">
                    <a16:creationId xmlns:a16="http://schemas.microsoft.com/office/drawing/2014/main" id="{CCAE12A8-1890-86F5-CC0D-8B142782B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0" name="Rectangle 39">
                <a:extLst>
                  <a:ext uri="{FF2B5EF4-FFF2-40B4-BE49-F238E27FC236}">
                    <a16:creationId xmlns:a16="http://schemas.microsoft.com/office/drawing/2014/main" id="{D828E0A9-CC9F-803A-A7D1-7338A0000B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1" name="Rectangle 41">
                <a:extLst>
                  <a:ext uri="{FF2B5EF4-FFF2-40B4-BE49-F238E27FC236}">
                    <a16:creationId xmlns:a16="http://schemas.microsoft.com/office/drawing/2014/main" id="{05ACE70B-134A-2C2F-D44F-E0F776E1D8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2" name="Rectangle 43">
                <a:extLst>
                  <a:ext uri="{FF2B5EF4-FFF2-40B4-BE49-F238E27FC236}">
                    <a16:creationId xmlns:a16="http://schemas.microsoft.com/office/drawing/2014/main" id="{EE5550FF-E840-A446-418A-366B94FA2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3" name="Rectangle 45">
                <a:extLst>
                  <a:ext uri="{FF2B5EF4-FFF2-40B4-BE49-F238E27FC236}">
                    <a16:creationId xmlns:a16="http://schemas.microsoft.com/office/drawing/2014/main" id="{872C24E4-C85B-ED4B-13AE-CB50E404E4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4" name="Rectangle 46">
                <a:extLst>
                  <a:ext uri="{FF2B5EF4-FFF2-40B4-BE49-F238E27FC236}">
                    <a16:creationId xmlns:a16="http://schemas.microsoft.com/office/drawing/2014/main" id="{4AF3AB47-1937-6FAA-DA0C-CAC1CD341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5" name="Rectangle 47">
                <a:extLst>
                  <a:ext uri="{FF2B5EF4-FFF2-40B4-BE49-F238E27FC236}">
                    <a16:creationId xmlns:a16="http://schemas.microsoft.com/office/drawing/2014/main" id="{8D744F3E-081D-7F1B-B04C-8CB9378309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6" name="Rectangle 48">
                <a:extLst>
                  <a:ext uri="{FF2B5EF4-FFF2-40B4-BE49-F238E27FC236}">
                    <a16:creationId xmlns:a16="http://schemas.microsoft.com/office/drawing/2014/main" id="{F627792F-6DA1-B63F-B570-33FCB31FA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7" name="Rectangle 49">
                <a:extLst>
                  <a:ext uri="{FF2B5EF4-FFF2-40B4-BE49-F238E27FC236}">
                    <a16:creationId xmlns:a16="http://schemas.microsoft.com/office/drawing/2014/main" id="{20B3499E-80EB-B696-A3A8-5CF6BF588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8" name="Rectangle 51">
                <a:extLst>
                  <a:ext uri="{FF2B5EF4-FFF2-40B4-BE49-F238E27FC236}">
                    <a16:creationId xmlns:a16="http://schemas.microsoft.com/office/drawing/2014/main" id="{E7768BEE-84BD-CB85-01AF-3EB26CB88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69" name="Rectangle 53">
                <a:extLst>
                  <a:ext uri="{FF2B5EF4-FFF2-40B4-BE49-F238E27FC236}">
                    <a16:creationId xmlns:a16="http://schemas.microsoft.com/office/drawing/2014/main" id="{534310AD-D11A-6DF9-4C5F-E3D0544C2A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70" name="Rectangle 55">
                <a:extLst>
                  <a:ext uri="{FF2B5EF4-FFF2-40B4-BE49-F238E27FC236}">
                    <a16:creationId xmlns:a16="http://schemas.microsoft.com/office/drawing/2014/main" id="{04C797E3-0D3A-A51F-BA69-8D06D9065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71" name="Rectangle 56">
                <a:extLst>
                  <a:ext uri="{FF2B5EF4-FFF2-40B4-BE49-F238E27FC236}">
                    <a16:creationId xmlns:a16="http://schemas.microsoft.com/office/drawing/2014/main" id="{B0F5FF4D-4A69-9CE1-8196-BB1271CF1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72" name="Rectangle 57">
                <a:extLst>
                  <a:ext uri="{FF2B5EF4-FFF2-40B4-BE49-F238E27FC236}">
                    <a16:creationId xmlns:a16="http://schemas.microsoft.com/office/drawing/2014/main" id="{1F531C2B-2B16-7999-FB82-9E38BF7BC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73" name="Rectangle 60">
                <a:extLst>
                  <a:ext uri="{FF2B5EF4-FFF2-40B4-BE49-F238E27FC236}">
                    <a16:creationId xmlns:a16="http://schemas.microsoft.com/office/drawing/2014/main" id="{FBA0CBB5-4DEC-CCCD-06BD-E30A24E457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74" name="Rectangle 62">
                <a:extLst>
                  <a:ext uri="{FF2B5EF4-FFF2-40B4-BE49-F238E27FC236}">
                    <a16:creationId xmlns:a16="http://schemas.microsoft.com/office/drawing/2014/main" id="{FAB208D1-1B89-F82C-D52C-C8AC37289D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75" name="Rectangle 63">
                <a:extLst>
                  <a:ext uri="{FF2B5EF4-FFF2-40B4-BE49-F238E27FC236}">
                    <a16:creationId xmlns:a16="http://schemas.microsoft.com/office/drawing/2014/main" id="{F78C5253-33B9-FD80-3361-825B575F2D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76" name="Rectangle 65">
                <a:extLst>
                  <a:ext uri="{FF2B5EF4-FFF2-40B4-BE49-F238E27FC236}">
                    <a16:creationId xmlns:a16="http://schemas.microsoft.com/office/drawing/2014/main" id="{700C634C-F6CB-0C92-040D-8842ABEC1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77" name="Rectangle 66">
                <a:extLst>
                  <a:ext uri="{FF2B5EF4-FFF2-40B4-BE49-F238E27FC236}">
                    <a16:creationId xmlns:a16="http://schemas.microsoft.com/office/drawing/2014/main" id="{30BB3058-B94A-B37C-BE97-8EA1C66137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78" name="Rectangle 67">
                <a:extLst>
                  <a:ext uri="{FF2B5EF4-FFF2-40B4-BE49-F238E27FC236}">
                    <a16:creationId xmlns:a16="http://schemas.microsoft.com/office/drawing/2014/main" id="{F17A7711-CF7F-0808-ECA0-F7E27ED6F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79" name="Rectangle 68">
                <a:extLst>
                  <a:ext uri="{FF2B5EF4-FFF2-40B4-BE49-F238E27FC236}">
                    <a16:creationId xmlns:a16="http://schemas.microsoft.com/office/drawing/2014/main" id="{8C5E445C-DAB7-8C67-A0B2-016AB7E73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80" name="Rectangle 70">
                <a:extLst>
                  <a:ext uri="{FF2B5EF4-FFF2-40B4-BE49-F238E27FC236}">
                    <a16:creationId xmlns:a16="http://schemas.microsoft.com/office/drawing/2014/main" id="{DC4BFB42-29B7-A54E-03D5-B601158E6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81" name="Rectangle 71">
                <a:extLst>
                  <a:ext uri="{FF2B5EF4-FFF2-40B4-BE49-F238E27FC236}">
                    <a16:creationId xmlns:a16="http://schemas.microsoft.com/office/drawing/2014/main" id="{DD8EA1F4-859D-DC9F-EFE3-C9D7A92745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82" name="Rectangle 72">
                <a:extLst>
                  <a:ext uri="{FF2B5EF4-FFF2-40B4-BE49-F238E27FC236}">
                    <a16:creationId xmlns:a16="http://schemas.microsoft.com/office/drawing/2014/main" id="{A267B607-E9EE-AB73-4BA3-365058D1AC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83" name="Rectangle 75">
                <a:extLst>
                  <a:ext uri="{FF2B5EF4-FFF2-40B4-BE49-F238E27FC236}">
                    <a16:creationId xmlns:a16="http://schemas.microsoft.com/office/drawing/2014/main" id="{1DE53D55-CF5F-5521-D46A-0FAB5F7E48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84" name="Rectangle 76">
                <a:extLst>
                  <a:ext uri="{FF2B5EF4-FFF2-40B4-BE49-F238E27FC236}">
                    <a16:creationId xmlns:a16="http://schemas.microsoft.com/office/drawing/2014/main" id="{BA2A013F-2638-D20B-7F50-D8FF54E28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85" name="Rectangle 77">
                <a:extLst>
                  <a:ext uri="{FF2B5EF4-FFF2-40B4-BE49-F238E27FC236}">
                    <a16:creationId xmlns:a16="http://schemas.microsoft.com/office/drawing/2014/main" id="{639FC78C-6657-7884-3D22-CA52CBBBC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86" name="Rectangle 79">
                <a:extLst>
                  <a:ext uri="{FF2B5EF4-FFF2-40B4-BE49-F238E27FC236}">
                    <a16:creationId xmlns:a16="http://schemas.microsoft.com/office/drawing/2014/main" id="{676F2296-F119-016C-2E5A-AA18E23825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87" name="Rectangle 80">
                <a:extLst>
                  <a:ext uri="{FF2B5EF4-FFF2-40B4-BE49-F238E27FC236}">
                    <a16:creationId xmlns:a16="http://schemas.microsoft.com/office/drawing/2014/main" id="{F7B4AAFE-4147-F592-7B66-39CCB44992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88" name="Rectangle 81">
                <a:extLst>
                  <a:ext uri="{FF2B5EF4-FFF2-40B4-BE49-F238E27FC236}">
                    <a16:creationId xmlns:a16="http://schemas.microsoft.com/office/drawing/2014/main" id="{B7B75D75-CF29-108B-89EE-49C3B8DBA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89" name="Rectangle 82">
                <a:extLst>
                  <a:ext uri="{FF2B5EF4-FFF2-40B4-BE49-F238E27FC236}">
                    <a16:creationId xmlns:a16="http://schemas.microsoft.com/office/drawing/2014/main" id="{8B016436-3681-BDA8-B160-6823491BF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90" name="Rectangle 83">
                <a:extLst>
                  <a:ext uri="{FF2B5EF4-FFF2-40B4-BE49-F238E27FC236}">
                    <a16:creationId xmlns:a16="http://schemas.microsoft.com/office/drawing/2014/main" id="{8C4E1682-F7FC-DB6A-8E24-91CEEE6026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91" name="Rectangle 85">
                <a:extLst>
                  <a:ext uri="{FF2B5EF4-FFF2-40B4-BE49-F238E27FC236}">
                    <a16:creationId xmlns:a16="http://schemas.microsoft.com/office/drawing/2014/main" id="{F2F6E527-C720-77CE-11C8-560C6331FB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92" name="Rectangle 86">
                <a:extLst>
                  <a:ext uri="{FF2B5EF4-FFF2-40B4-BE49-F238E27FC236}">
                    <a16:creationId xmlns:a16="http://schemas.microsoft.com/office/drawing/2014/main" id="{051224A8-B163-A490-735C-5836919AF9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93" name="Rectangle 87">
                <a:extLst>
                  <a:ext uri="{FF2B5EF4-FFF2-40B4-BE49-F238E27FC236}">
                    <a16:creationId xmlns:a16="http://schemas.microsoft.com/office/drawing/2014/main" id="{F56B7906-6F2F-14AF-8A9F-E9B4569ECB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94" name="Rectangle 88">
                <a:extLst>
                  <a:ext uri="{FF2B5EF4-FFF2-40B4-BE49-F238E27FC236}">
                    <a16:creationId xmlns:a16="http://schemas.microsoft.com/office/drawing/2014/main" id="{3C475B15-E0B9-D9CC-DDC1-A5E44BA969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95" name="Rectangle 89">
                <a:extLst>
                  <a:ext uri="{FF2B5EF4-FFF2-40B4-BE49-F238E27FC236}">
                    <a16:creationId xmlns:a16="http://schemas.microsoft.com/office/drawing/2014/main" id="{719E64B3-2BB2-CA19-E458-DED90C5319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96" name="Rectangle 91">
                <a:extLst>
                  <a:ext uri="{FF2B5EF4-FFF2-40B4-BE49-F238E27FC236}">
                    <a16:creationId xmlns:a16="http://schemas.microsoft.com/office/drawing/2014/main" id="{A802379B-11DC-9F98-B365-20920FE63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97" name="Rectangle 92">
                <a:extLst>
                  <a:ext uri="{FF2B5EF4-FFF2-40B4-BE49-F238E27FC236}">
                    <a16:creationId xmlns:a16="http://schemas.microsoft.com/office/drawing/2014/main" id="{06690584-E45B-C677-7582-C650527A60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98" name="Rectangle 93">
                <a:extLst>
                  <a:ext uri="{FF2B5EF4-FFF2-40B4-BE49-F238E27FC236}">
                    <a16:creationId xmlns:a16="http://schemas.microsoft.com/office/drawing/2014/main" id="{AB45A1E9-559B-CB7A-CE6D-0E814AD89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99" name="Rectangle 94">
                <a:extLst>
                  <a:ext uri="{FF2B5EF4-FFF2-40B4-BE49-F238E27FC236}">
                    <a16:creationId xmlns:a16="http://schemas.microsoft.com/office/drawing/2014/main" id="{F6936708-9E0E-1A26-61B1-CBDE966E59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00" name="Rectangle 99">
                <a:extLst>
                  <a:ext uri="{FF2B5EF4-FFF2-40B4-BE49-F238E27FC236}">
                    <a16:creationId xmlns:a16="http://schemas.microsoft.com/office/drawing/2014/main" id="{96F1869F-9E9C-66F9-210B-12330AD2CF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01" name="Rectangle 101">
                <a:extLst>
                  <a:ext uri="{FF2B5EF4-FFF2-40B4-BE49-F238E27FC236}">
                    <a16:creationId xmlns:a16="http://schemas.microsoft.com/office/drawing/2014/main" id="{6FD77168-7FEA-E7A0-1E3A-737D51F260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02" name="Rectangle 102">
                <a:extLst>
                  <a:ext uri="{FF2B5EF4-FFF2-40B4-BE49-F238E27FC236}">
                    <a16:creationId xmlns:a16="http://schemas.microsoft.com/office/drawing/2014/main" id="{43015304-F3EA-B5A3-0829-9CC8DC6636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03" name="Rectangle 103">
                <a:extLst>
                  <a:ext uri="{FF2B5EF4-FFF2-40B4-BE49-F238E27FC236}">
                    <a16:creationId xmlns:a16="http://schemas.microsoft.com/office/drawing/2014/main" id="{1746E45B-EA40-6E54-11C9-3B09A7BEE2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04" name="Rectangle 104">
                <a:extLst>
                  <a:ext uri="{FF2B5EF4-FFF2-40B4-BE49-F238E27FC236}">
                    <a16:creationId xmlns:a16="http://schemas.microsoft.com/office/drawing/2014/main" id="{CD6E7A5D-1FEC-03D5-7C2B-C93362E302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05" name="Rectangle 106">
                <a:extLst>
                  <a:ext uri="{FF2B5EF4-FFF2-40B4-BE49-F238E27FC236}">
                    <a16:creationId xmlns:a16="http://schemas.microsoft.com/office/drawing/2014/main" id="{63FFBEA9-E21F-A45F-DD8C-88967B44B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06" name="Rectangle 107">
                <a:extLst>
                  <a:ext uri="{FF2B5EF4-FFF2-40B4-BE49-F238E27FC236}">
                    <a16:creationId xmlns:a16="http://schemas.microsoft.com/office/drawing/2014/main" id="{A89D75A2-4247-18BF-8FA9-EE36F2A6E4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07" name="Rectangle 108">
                <a:extLst>
                  <a:ext uri="{FF2B5EF4-FFF2-40B4-BE49-F238E27FC236}">
                    <a16:creationId xmlns:a16="http://schemas.microsoft.com/office/drawing/2014/main" id="{69FB1E80-F27B-C859-F2C6-3EB18FF2E4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08" name="Rectangle 111">
                <a:extLst>
                  <a:ext uri="{FF2B5EF4-FFF2-40B4-BE49-F238E27FC236}">
                    <a16:creationId xmlns:a16="http://schemas.microsoft.com/office/drawing/2014/main" id="{82FB9B60-1AAE-0564-52DE-5FE5ADD3B3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09" name="Rectangle 112">
                <a:extLst>
                  <a:ext uri="{FF2B5EF4-FFF2-40B4-BE49-F238E27FC236}">
                    <a16:creationId xmlns:a16="http://schemas.microsoft.com/office/drawing/2014/main" id="{A661B8C2-DE8D-7968-7C27-79784936B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10" name="Rectangle 115">
                <a:extLst>
                  <a:ext uri="{FF2B5EF4-FFF2-40B4-BE49-F238E27FC236}">
                    <a16:creationId xmlns:a16="http://schemas.microsoft.com/office/drawing/2014/main" id="{37244D64-6465-64DE-2B3C-87A1ECF51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11" name="Rectangle 116">
                <a:extLst>
                  <a:ext uri="{FF2B5EF4-FFF2-40B4-BE49-F238E27FC236}">
                    <a16:creationId xmlns:a16="http://schemas.microsoft.com/office/drawing/2014/main" id="{DA1478E5-7FA4-F78B-675C-824FC9CCB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12" name="Rectangle 117">
                <a:extLst>
                  <a:ext uri="{FF2B5EF4-FFF2-40B4-BE49-F238E27FC236}">
                    <a16:creationId xmlns:a16="http://schemas.microsoft.com/office/drawing/2014/main" id="{622E54DA-2865-9F52-E864-D646197A7C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13" name="Rectangle 118">
                <a:extLst>
                  <a:ext uri="{FF2B5EF4-FFF2-40B4-BE49-F238E27FC236}">
                    <a16:creationId xmlns:a16="http://schemas.microsoft.com/office/drawing/2014/main" id="{0487F4A4-B280-62E1-634E-0B9724955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14" name="Rectangle 119">
                <a:extLst>
                  <a:ext uri="{FF2B5EF4-FFF2-40B4-BE49-F238E27FC236}">
                    <a16:creationId xmlns:a16="http://schemas.microsoft.com/office/drawing/2014/main" id="{466ACBEE-27E9-7140-3652-2104DFF87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15" name="Rectangle 121">
                <a:extLst>
                  <a:ext uri="{FF2B5EF4-FFF2-40B4-BE49-F238E27FC236}">
                    <a16:creationId xmlns:a16="http://schemas.microsoft.com/office/drawing/2014/main" id="{5414798A-E8F7-1227-9AFD-072F28B21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16" name="Rectangle 122">
                <a:extLst>
                  <a:ext uri="{FF2B5EF4-FFF2-40B4-BE49-F238E27FC236}">
                    <a16:creationId xmlns:a16="http://schemas.microsoft.com/office/drawing/2014/main" id="{01147C40-10C6-CD5A-2E98-20DE428774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17" name="Rectangle 123">
                <a:extLst>
                  <a:ext uri="{FF2B5EF4-FFF2-40B4-BE49-F238E27FC236}">
                    <a16:creationId xmlns:a16="http://schemas.microsoft.com/office/drawing/2014/main" id="{00B0E8A2-9BCC-16EF-B516-84A33DFC42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18" name="Rectangle 124">
                <a:extLst>
                  <a:ext uri="{FF2B5EF4-FFF2-40B4-BE49-F238E27FC236}">
                    <a16:creationId xmlns:a16="http://schemas.microsoft.com/office/drawing/2014/main" id="{B40681DC-E495-0D95-16A1-6997AA2958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19" name="Rectangle 126">
                <a:extLst>
                  <a:ext uri="{FF2B5EF4-FFF2-40B4-BE49-F238E27FC236}">
                    <a16:creationId xmlns:a16="http://schemas.microsoft.com/office/drawing/2014/main" id="{EBA1F14B-3D71-D982-2287-4BBB2F1956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20" name="Rectangle 127">
                <a:extLst>
                  <a:ext uri="{FF2B5EF4-FFF2-40B4-BE49-F238E27FC236}">
                    <a16:creationId xmlns:a16="http://schemas.microsoft.com/office/drawing/2014/main" id="{32D9D78F-F620-FE96-F660-FD463B0F07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21" name="Rectangle 130">
                <a:extLst>
                  <a:ext uri="{FF2B5EF4-FFF2-40B4-BE49-F238E27FC236}">
                    <a16:creationId xmlns:a16="http://schemas.microsoft.com/office/drawing/2014/main" id="{1CEDF67B-9A5A-9195-74E6-5489235C59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22" name="Rectangle 131">
                <a:extLst>
                  <a:ext uri="{FF2B5EF4-FFF2-40B4-BE49-F238E27FC236}">
                    <a16:creationId xmlns:a16="http://schemas.microsoft.com/office/drawing/2014/main" id="{1E6B7A39-FAE7-44A7-D431-47578FB93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23" name="Rectangle 132">
                <a:extLst>
                  <a:ext uri="{FF2B5EF4-FFF2-40B4-BE49-F238E27FC236}">
                    <a16:creationId xmlns:a16="http://schemas.microsoft.com/office/drawing/2014/main" id="{7EB974A5-01E2-B242-02D2-D56C7DC212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24" name="Rectangle 133">
                <a:extLst>
                  <a:ext uri="{FF2B5EF4-FFF2-40B4-BE49-F238E27FC236}">
                    <a16:creationId xmlns:a16="http://schemas.microsoft.com/office/drawing/2014/main" id="{4155D329-1A19-B3AC-1053-10E8988149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25" name="Rectangle 135">
                <a:extLst>
                  <a:ext uri="{FF2B5EF4-FFF2-40B4-BE49-F238E27FC236}">
                    <a16:creationId xmlns:a16="http://schemas.microsoft.com/office/drawing/2014/main" id="{82CCFB2B-6F24-E65F-96EC-7C07CE0C86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26" name="Rectangle 136">
                <a:extLst>
                  <a:ext uri="{FF2B5EF4-FFF2-40B4-BE49-F238E27FC236}">
                    <a16:creationId xmlns:a16="http://schemas.microsoft.com/office/drawing/2014/main" id="{872E8947-6D8C-FEFB-DE6B-8096A1A52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27" name="Rectangle 137">
                <a:extLst>
                  <a:ext uri="{FF2B5EF4-FFF2-40B4-BE49-F238E27FC236}">
                    <a16:creationId xmlns:a16="http://schemas.microsoft.com/office/drawing/2014/main" id="{F65EC734-0124-5184-E3CA-D56C66B843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28" name="Rectangle 138">
                <a:extLst>
                  <a:ext uri="{FF2B5EF4-FFF2-40B4-BE49-F238E27FC236}">
                    <a16:creationId xmlns:a16="http://schemas.microsoft.com/office/drawing/2014/main" id="{27D79F6E-3FBA-C3FB-FF39-E313DF30D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29" name="Rectangle 141">
                <a:extLst>
                  <a:ext uri="{FF2B5EF4-FFF2-40B4-BE49-F238E27FC236}">
                    <a16:creationId xmlns:a16="http://schemas.microsoft.com/office/drawing/2014/main" id="{E8D49BC0-973C-9587-CCC6-9F84B14AFE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30" name="Rectangle 142">
                <a:extLst>
                  <a:ext uri="{FF2B5EF4-FFF2-40B4-BE49-F238E27FC236}">
                    <a16:creationId xmlns:a16="http://schemas.microsoft.com/office/drawing/2014/main" id="{78B0684D-5EC2-D55D-DE5F-5F3DE064E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31" name="Rectangle 143">
                <a:extLst>
                  <a:ext uri="{FF2B5EF4-FFF2-40B4-BE49-F238E27FC236}">
                    <a16:creationId xmlns:a16="http://schemas.microsoft.com/office/drawing/2014/main" id="{3A1F6968-A6F9-FB5E-72A2-5DA38F22A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32" name="Rectangle 144">
                <a:extLst>
                  <a:ext uri="{FF2B5EF4-FFF2-40B4-BE49-F238E27FC236}">
                    <a16:creationId xmlns:a16="http://schemas.microsoft.com/office/drawing/2014/main" id="{D1EEB107-2D99-8C2B-B952-6952B5F07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33" name="Rectangle 146">
                <a:extLst>
                  <a:ext uri="{FF2B5EF4-FFF2-40B4-BE49-F238E27FC236}">
                    <a16:creationId xmlns:a16="http://schemas.microsoft.com/office/drawing/2014/main" id="{B430A2F0-5350-C58F-52CF-61556875D5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34" name="Rectangle 147">
                <a:extLst>
                  <a:ext uri="{FF2B5EF4-FFF2-40B4-BE49-F238E27FC236}">
                    <a16:creationId xmlns:a16="http://schemas.microsoft.com/office/drawing/2014/main" id="{E8171505-B672-EB4A-1039-120F5C18B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35" name="Rectangle 148">
                <a:extLst>
                  <a:ext uri="{FF2B5EF4-FFF2-40B4-BE49-F238E27FC236}">
                    <a16:creationId xmlns:a16="http://schemas.microsoft.com/office/drawing/2014/main" id="{1F5C8DD5-78FC-12A6-8DDB-E36551C83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36" name="Rectangle 149">
                <a:extLst>
                  <a:ext uri="{FF2B5EF4-FFF2-40B4-BE49-F238E27FC236}">
                    <a16:creationId xmlns:a16="http://schemas.microsoft.com/office/drawing/2014/main" id="{11A4C806-F362-FE40-FCF2-2B63B00F5A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37" name="Rectangle 150">
                <a:extLst>
                  <a:ext uri="{FF2B5EF4-FFF2-40B4-BE49-F238E27FC236}">
                    <a16:creationId xmlns:a16="http://schemas.microsoft.com/office/drawing/2014/main" id="{C30D0263-4853-9E30-FDD1-6C9BAC30E8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</p:grpSp>
        <p:grpSp>
          <p:nvGrpSpPr>
            <p:cNvPr id="327" name="Group 326">
              <a:extLst>
                <a:ext uri="{FF2B5EF4-FFF2-40B4-BE49-F238E27FC236}">
                  <a16:creationId xmlns:a16="http://schemas.microsoft.com/office/drawing/2014/main" id="{E6721243-C301-24CD-4238-8C05A35C782C}"/>
                </a:ext>
              </a:extLst>
            </p:cNvPr>
            <p:cNvGrpSpPr/>
            <p:nvPr/>
          </p:nvGrpSpPr>
          <p:grpSpPr>
            <a:xfrm>
              <a:off x="8496766" y="4468112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432" name="Rectangle 5">
                <a:extLst>
                  <a:ext uri="{FF2B5EF4-FFF2-40B4-BE49-F238E27FC236}">
                    <a16:creationId xmlns:a16="http://schemas.microsoft.com/office/drawing/2014/main" id="{38989EAE-44CA-C9A0-5580-C95BC941C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33" name="Rectangle 6">
                <a:extLst>
                  <a:ext uri="{FF2B5EF4-FFF2-40B4-BE49-F238E27FC236}">
                    <a16:creationId xmlns:a16="http://schemas.microsoft.com/office/drawing/2014/main" id="{78323209-F48F-2775-9428-782E042A4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34" name="Rectangle 7">
                <a:extLst>
                  <a:ext uri="{FF2B5EF4-FFF2-40B4-BE49-F238E27FC236}">
                    <a16:creationId xmlns:a16="http://schemas.microsoft.com/office/drawing/2014/main" id="{8E09B7A6-1B07-D3AA-06FD-1C09BCA3FE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35" name="Rectangle 10">
                <a:extLst>
                  <a:ext uri="{FF2B5EF4-FFF2-40B4-BE49-F238E27FC236}">
                    <a16:creationId xmlns:a16="http://schemas.microsoft.com/office/drawing/2014/main" id="{D99A29ED-5EA5-31C1-7AF8-DD23459A9A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36" name="Rectangle 11">
                <a:extLst>
                  <a:ext uri="{FF2B5EF4-FFF2-40B4-BE49-F238E27FC236}">
                    <a16:creationId xmlns:a16="http://schemas.microsoft.com/office/drawing/2014/main" id="{85CB5913-FBBA-CBE4-F511-134B508681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37" name="Rectangle 12">
                <a:extLst>
                  <a:ext uri="{FF2B5EF4-FFF2-40B4-BE49-F238E27FC236}">
                    <a16:creationId xmlns:a16="http://schemas.microsoft.com/office/drawing/2014/main" id="{39FE6778-5A22-AA14-E2FB-44A68F9BA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38" name="Rectangle 13">
                <a:extLst>
                  <a:ext uri="{FF2B5EF4-FFF2-40B4-BE49-F238E27FC236}">
                    <a16:creationId xmlns:a16="http://schemas.microsoft.com/office/drawing/2014/main" id="{158979E2-14BD-1EEA-2DE8-CEEBADA47E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39" name="Rectangle 14">
                <a:extLst>
                  <a:ext uri="{FF2B5EF4-FFF2-40B4-BE49-F238E27FC236}">
                    <a16:creationId xmlns:a16="http://schemas.microsoft.com/office/drawing/2014/main" id="{A628D7C1-2615-A2B2-AF7C-97D1C157DD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40" name="Rectangle 16">
                <a:extLst>
                  <a:ext uri="{FF2B5EF4-FFF2-40B4-BE49-F238E27FC236}">
                    <a16:creationId xmlns:a16="http://schemas.microsoft.com/office/drawing/2014/main" id="{32AC5C6D-8997-76BF-BEA0-8344667093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41" name="Rectangle 17">
                <a:extLst>
                  <a:ext uri="{FF2B5EF4-FFF2-40B4-BE49-F238E27FC236}">
                    <a16:creationId xmlns:a16="http://schemas.microsoft.com/office/drawing/2014/main" id="{D216F9B2-5F83-DB8D-2198-AC9A2B192B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42" name="Rectangle 18">
                <a:extLst>
                  <a:ext uri="{FF2B5EF4-FFF2-40B4-BE49-F238E27FC236}">
                    <a16:creationId xmlns:a16="http://schemas.microsoft.com/office/drawing/2014/main" id="{D8D2C1EE-67E4-04DB-9F6E-5FE8BFAFE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43" name="Rectangle 19">
                <a:extLst>
                  <a:ext uri="{FF2B5EF4-FFF2-40B4-BE49-F238E27FC236}">
                    <a16:creationId xmlns:a16="http://schemas.microsoft.com/office/drawing/2014/main" id="{6506A901-B99E-5EAC-3A66-CAD4569A9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44" name="Rectangle 20">
                <a:extLst>
                  <a:ext uri="{FF2B5EF4-FFF2-40B4-BE49-F238E27FC236}">
                    <a16:creationId xmlns:a16="http://schemas.microsoft.com/office/drawing/2014/main" id="{A36B4F06-67EA-F4EE-405B-56DD93DF9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45" name="Rectangle 22">
                <a:extLst>
                  <a:ext uri="{FF2B5EF4-FFF2-40B4-BE49-F238E27FC236}">
                    <a16:creationId xmlns:a16="http://schemas.microsoft.com/office/drawing/2014/main" id="{B21051F5-8D07-5533-D6C6-A86EAA5BE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46" name="Rectangle 23">
                <a:extLst>
                  <a:ext uri="{FF2B5EF4-FFF2-40B4-BE49-F238E27FC236}">
                    <a16:creationId xmlns:a16="http://schemas.microsoft.com/office/drawing/2014/main" id="{2E1A4B62-E9D1-6245-E872-EAFDAB7968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47" name="Rectangle 26">
                <a:extLst>
                  <a:ext uri="{FF2B5EF4-FFF2-40B4-BE49-F238E27FC236}">
                    <a16:creationId xmlns:a16="http://schemas.microsoft.com/office/drawing/2014/main" id="{F0893334-9299-62B4-3D00-425858D0FD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48" name="Rectangle 27">
                <a:extLst>
                  <a:ext uri="{FF2B5EF4-FFF2-40B4-BE49-F238E27FC236}">
                    <a16:creationId xmlns:a16="http://schemas.microsoft.com/office/drawing/2014/main" id="{5167DF5E-540C-91BC-52E1-1DBA6D89F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49" name="Rectangle 28">
                <a:extLst>
                  <a:ext uri="{FF2B5EF4-FFF2-40B4-BE49-F238E27FC236}">
                    <a16:creationId xmlns:a16="http://schemas.microsoft.com/office/drawing/2014/main" id="{85BE354C-1012-4BC2-77A9-F7208279D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50" name="Rectangle 29">
                <a:extLst>
                  <a:ext uri="{FF2B5EF4-FFF2-40B4-BE49-F238E27FC236}">
                    <a16:creationId xmlns:a16="http://schemas.microsoft.com/office/drawing/2014/main" id="{63CAEEA7-E0AD-4189-020B-9FBCF979F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51" name="Rectangle 30">
                <a:extLst>
                  <a:ext uri="{FF2B5EF4-FFF2-40B4-BE49-F238E27FC236}">
                    <a16:creationId xmlns:a16="http://schemas.microsoft.com/office/drawing/2014/main" id="{D47DA14D-49B5-3E26-BAD5-9E479CCAFB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52" name="Rectangle 32">
                <a:extLst>
                  <a:ext uri="{FF2B5EF4-FFF2-40B4-BE49-F238E27FC236}">
                    <a16:creationId xmlns:a16="http://schemas.microsoft.com/office/drawing/2014/main" id="{E683B9EB-B623-D8CF-6219-AEF906D346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53" name="Rectangle 34">
                <a:extLst>
                  <a:ext uri="{FF2B5EF4-FFF2-40B4-BE49-F238E27FC236}">
                    <a16:creationId xmlns:a16="http://schemas.microsoft.com/office/drawing/2014/main" id="{2C62ED99-7E67-69CB-4F82-2B4638DA2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54" name="Rectangle 36">
                <a:extLst>
                  <a:ext uri="{FF2B5EF4-FFF2-40B4-BE49-F238E27FC236}">
                    <a16:creationId xmlns:a16="http://schemas.microsoft.com/office/drawing/2014/main" id="{98075FDD-014E-82A7-BC58-AA87C2B6BA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55" name="Rectangle 37">
                <a:extLst>
                  <a:ext uri="{FF2B5EF4-FFF2-40B4-BE49-F238E27FC236}">
                    <a16:creationId xmlns:a16="http://schemas.microsoft.com/office/drawing/2014/main" id="{C2D2B4C8-0B5E-8063-29F1-4250BA8FD9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56" name="Rectangle 38">
                <a:extLst>
                  <a:ext uri="{FF2B5EF4-FFF2-40B4-BE49-F238E27FC236}">
                    <a16:creationId xmlns:a16="http://schemas.microsoft.com/office/drawing/2014/main" id="{FE16351C-F93A-89E9-5689-C0F2EBCB36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57" name="Rectangle 39">
                <a:extLst>
                  <a:ext uri="{FF2B5EF4-FFF2-40B4-BE49-F238E27FC236}">
                    <a16:creationId xmlns:a16="http://schemas.microsoft.com/office/drawing/2014/main" id="{99A6D6D2-AC85-998C-A7F7-A23A8D95FB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58" name="Rectangle 41">
                <a:extLst>
                  <a:ext uri="{FF2B5EF4-FFF2-40B4-BE49-F238E27FC236}">
                    <a16:creationId xmlns:a16="http://schemas.microsoft.com/office/drawing/2014/main" id="{FAE3526B-E0DF-4E4B-E369-301D10F586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59" name="Rectangle 43">
                <a:extLst>
                  <a:ext uri="{FF2B5EF4-FFF2-40B4-BE49-F238E27FC236}">
                    <a16:creationId xmlns:a16="http://schemas.microsoft.com/office/drawing/2014/main" id="{D5F55B54-B18F-5E7E-64AC-37BC6235B4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60" name="Rectangle 45">
                <a:extLst>
                  <a:ext uri="{FF2B5EF4-FFF2-40B4-BE49-F238E27FC236}">
                    <a16:creationId xmlns:a16="http://schemas.microsoft.com/office/drawing/2014/main" id="{2D2CF11E-DF85-147F-AC46-CBAF02722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61" name="Rectangle 46">
                <a:extLst>
                  <a:ext uri="{FF2B5EF4-FFF2-40B4-BE49-F238E27FC236}">
                    <a16:creationId xmlns:a16="http://schemas.microsoft.com/office/drawing/2014/main" id="{93C596A6-FCAB-0594-1924-60F43E718F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62" name="Rectangle 47">
                <a:extLst>
                  <a:ext uri="{FF2B5EF4-FFF2-40B4-BE49-F238E27FC236}">
                    <a16:creationId xmlns:a16="http://schemas.microsoft.com/office/drawing/2014/main" id="{E4D87529-8F25-A9B6-AB32-6BE6CD834C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63" name="Rectangle 48">
                <a:extLst>
                  <a:ext uri="{FF2B5EF4-FFF2-40B4-BE49-F238E27FC236}">
                    <a16:creationId xmlns:a16="http://schemas.microsoft.com/office/drawing/2014/main" id="{5B6CEDE2-997C-E7F1-DD23-8D43A7BCF9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64" name="Rectangle 49">
                <a:extLst>
                  <a:ext uri="{FF2B5EF4-FFF2-40B4-BE49-F238E27FC236}">
                    <a16:creationId xmlns:a16="http://schemas.microsoft.com/office/drawing/2014/main" id="{DB533964-0307-F91B-ADD2-0804F14797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65" name="Rectangle 51">
                <a:extLst>
                  <a:ext uri="{FF2B5EF4-FFF2-40B4-BE49-F238E27FC236}">
                    <a16:creationId xmlns:a16="http://schemas.microsoft.com/office/drawing/2014/main" id="{E949E743-F7B6-0C0D-452B-61109ECC5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66" name="Rectangle 52">
                <a:extLst>
                  <a:ext uri="{FF2B5EF4-FFF2-40B4-BE49-F238E27FC236}">
                    <a16:creationId xmlns:a16="http://schemas.microsoft.com/office/drawing/2014/main" id="{CF461C28-348C-8FF2-DAF6-30BCFB62DF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67" name="Rectangle 53">
                <a:extLst>
                  <a:ext uri="{FF2B5EF4-FFF2-40B4-BE49-F238E27FC236}">
                    <a16:creationId xmlns:a16="http://schemas.microsoft.com/office/drawing/2014/main" id="{935B7CCB-D3DC-0451-E71C-5A384DB74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68" name="Rectangle 55">
                <a:extLst>
                  <a:ext uri="{FF2B5EF4-FFF2-40B4-BE49-F238E27FC236}">
                    <a16:creationId xmlns:a16="http://schemas.microsoft.com/office/drawing/2014/main" id="{CEE37107-0FCB-0987-10FE-A88068B924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69" name="Rectangle 56">
                <a:extLst>
                  <a:ext uri="{FF2B5EF4-FFF2-40B4-BE49-F238E27FC236}">
                    <a16:creationId xmlns:a16="http://schemas.microsoft.com/office/drawing/2014/main" id="{62C477F3-372D-036C-30F7-C9B2D12D7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70" name="Rectangle 57">
                <a:extLst>
                  <a:ext uri="{FF2B5EF4-FFF2-40B4-BE49-F238E27FC236}">
                    <a16:creationId xmlns:a16="http://schemas.microsoft.com/office/drawing/2014/main" id="{4E437DF1-2393-70C3-15DD-DAA9DC65C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71" name="Rectangle 60">
                <a:extLst>
                  <a:ext uri="{FF2B5EF4-FFF2-40B4-BE49-F238E27FC236}">
                    <a16:creationId xmlns:a16="http://schemas.microsoft.com/office/drawing/2014/main" id="{7F9C3564-9020-DB10-CD6C-14326832B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72" name="Rectangle 63">
                <a:extLst>
                  <a:ext uri="{FF2B5EF4-FFF2-40B4-BE49-F238E27FC236}">
                    <a16:creationId xmlns:a16="http://schemas.microsoft.com/office/drawing/2014/main" id="{98453F77-7D7C-CDF3-75C9-515FB8F06E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73" name="Rectangle 65">
                <a:extLst>
                  <a:ext uri="{FF2B5EF4-FFF2-40B4-BE49-F238E27FC236}">
                    <a16:creationId xmlns:a16="http://schemas.microsoft.com/office/drawing/2014/main" id="{3EADEB9A-DF14-59DD-71FC-7E4D9B5BD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74" name="Rectangle 66">
                <a:extLst>
                  <a:ext uri="{FF2B5EF4-FFF2-40B4-BE49-F238E27FC236}">
                    <a16:creationId xmlns:a16="http://schemas.microsoft.com/office/drawing/2014/main" id="{5583B93E-1B12-33B7-68D9-4207B2433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75" name="Rectangle 67">
                <a:extLst>
                  <a:ext uri="{FF2B5EF4-FFF2-40B4-BE49-F238E27FC236}">
                    <a16:creationId xmlns:a16="http://schemas.microsoft.com/office/drawing/2014/main" id="{96EF46F5-0691-D246-B4CC-4765DF4D99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76" name="Rectangle 68">
                <a:extLst>
                  <a:ext uri="{FF2B5EF4-FFF2-40B4-BE49-F238E27FC236}">
                    <a16:creationId xmlns:a16="http://schemas.microsoft.com/office/drawing/2014/main" id="{72F55E48-BDC0-9D6D-098B-62CF698B3D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77" name="Rectangle 70">
                <a:extLst>
                  <a:ext uri="{FF2B5EF4-FFF2-40B4-BE49-F238E27FC236}">
                    <a16:creationId xmlns:a16="http://schemas.microsoft.com/office/drawing/2014/main" id="{97A5FD06-198C-0DC2-7759-CA50BEB97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78" name="Rectangle 71">
                <a:extLst>
                  <a:ext uri="{FF2B5EF4-FFF2-40B4-BE49-F238E27FC236}">
                    <a16:creationId xmlns:a16="http://schemas.microsoft.com/office/drawing/2014/main" id="{85DD0CD4-7DE1-EC34-94A0-ED9FB40D1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79" name="Rectangle 72">
                <a:extLst>
                  <a:ext uri="{FF2B5EF4-FFF2-40B4-BE49-F238E27FC236}">
                    <a16:creationId xmlns:a16="http://schemas.microsoft.com/office/drawing/2014/main" id="{E1E25E6A-2054-E7AF-2D4B-ED533E8F7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80" name="Rectangle 75">
                <a:extLst>
                  <a:ext uri="{FF2B5EF4-FFF2-40B4-BE49-F238E27FC236}">
                    <a16:creationId xmlns:a16="http://schemas.microsoft.com/office/drawing/2014/main" id="{D1632B6C-BAF7-80F4-B9B5-B126776B0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81" name="Rectangle 76">
                <a:extLst>
                  <a:ext uri="{FF2B5EF4-FFF2-40B4-BE49-F238E27FC236}">
                    <a16:creationId xmlns:a16="http://schemas.microsoft.com/office/drawing/2014/main" id="{3AC58CDD-7A5D-4D5C-BCE7-C3FA5941CB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82" name="Rectangle 77">
                <a:extLst>
                  <a:ext uri="{FF2B5EF4-FFF2-40B4-BE49-F238E27FC236}">
                    <a16:creationId xmlns:a16="http://schemas.microsoft.com/office/drawing/2014/main" id="{F2FE7118-56F6-F390-4E62-1BC83D1B24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83" name="Rectangle 79">
                <a:extLst>
                  <a:ext uri="{FF2B5EF4-FFF2-40B4-BE49-F238E27FC236}">
                    <a16:creationId xmlns:a16="http://schemas.microsoft.com/office/drawing/2014/main" id="{F455E522-DFC1-C4CC-41B6-7E584DE44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84" name="Rectangle 80">
                <a:extLst>
                  <a:ext uri="{FF2B5EF4-FFF2-40B4-BE49-F238E27FC236}">
                    <a16:creationId xmlns:a16="http://schemas.microsoft.com/office/drawing/2014/main" id="{5BB31844-6626-73B5-0A95-871196F1C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85" name="Rectangle 81">
                <a:extLst>
                  <a:ext uri="{FF2B5EF4-FFF2-40B4-BE49-F238E27FC236}">
                    <a16:creationId xmlns:a16="http://schemas.microsoft.com/office/drawing/2014/main" id="{D166C944-9950-B31E-0166-40C69D1897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86" name="Rectangle 82">
                <a:extLst>
                  <a:ext uri="{FF2B5EF4-FFF2-40B4-BE49-F238E27FC236}">
                    <a16:creationId xmlns:a16="http://schemas.microsoft.com/office/drawing/2014/main" id="{7EAFB519-4141-D1A6-3188-69E1225AE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87" name="Rectangle 83">
                <a:extLst>
                  <a:ext uri="{FF2B5EF4-FFF2-40B4-BE49-F238E27FC236}">
                    <a16:creationId xmlns:a16="http://schemas.microsoft.com/office/drawing/2014/main" id="{BA2410C1-28DE-A59D-B0D9-387E62ECE7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88" name="Rectangle 85">
                <a:extLst>
                  <a:ext uri="{FF2B5EF4-FFF2-40B4-BE49-F238E27FC236}">
                    <a16:creationId xmlns:a16="http://schemas.microsoft.com/office/drawing/2014/main" id="{58A928E9-F5EF-5B0C-20D4-F29FAC05B9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89" name="Rectangle 86">
                <a:extLst>
                  <a:ext uri="{FF2B5EF4-FFF2-40B4-BE49-F238E27FC236}">
                    <a16:creationId xmlns:a16="http://schemas.microsoft.com/office/drawing/2014/main" id="{C13F2BF5-F971-8E0A-40A5-B64F4F8016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90" name="Rectangle 87">
                <a:extLst>
                  <a:ext uri="{FF2B5EF4-FFF2-40B4-BE49-F238E27FC236}">
                    <a16:creationId xmlns:a16="http://schemas.microsoft.com/office/drawing/2014/main" id="{8E91B764-A1F2-B1C3-656A-3FD3048113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91" name="Rectangle 89">
                <a:extLst>
                  <a:ext uri="{FF2B5EF4-FFF2-40B4-BE49-F238E27FC236}">
                    <a16:creationId xmlns:a16="http://schemas.microsoft.com/office/drawing/2014/main" id="{15321F7D-5D17-61AF-78D0-4C19172AA2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92" name="Rectangle 91">
                <a:extLst>
                  <a:ext uri="{FF2B5EF4-FFF2-40B4-BE49-F238E27FC236}">
                    <a16:creationId xmlns:a16="http://schemas.microsoft.com/office/drawing/2014/main" id="{935EE352-BEF9-8031-082A-ABD5FCF9D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93" name="Rectangle 92">
                <a:extLst>
                  <a:ext uri="{FF2B5EF4-FFF2-40B4-BE49-F238E27FC236}">
                    <a16:creationId xmlns:a16="http://schemas.microsoft.com/office/drawing/2014/main" id="{CCE10FE7-0102-47AB-8C4E-E4947E301C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94" name="Rectangle 93">
                <a:extLst>
                  <a:ext uri="{FF2B5EF4-FFF2-40B4-BE49-F238E27FC236}">
                    <a16:creationId xmlns:a16="http://schemas.microsoft.com/office/drawing/2014/main" id="{0A0E2F40-4232-DA84-9660-137C04526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95" name="Rectangle 94">
                <a:extLst>
                  <a:ext uri="{FF2B5EF4-FFF2-40B4-BE49-F238E27FC236}">
                    <a16:creationId xmlns:a16="http://schemas.microsoft.com/office/drawing/2014/main" id="{EB1A8E24-B7F1-E72C-62FB-A8410225CE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96" name="Rectangle 97">
                <a:extLst>
                  <a:ext uri="{FF2B5EF4-FFF2-40B4-BE49-F238E27FC236}">
                    <a16:creationId xmlns:a16="http://schemas.microsoft.com/office/drawing/2014/main" id="{D1558D2E-DBF6-23CF-78A7-FD6809E639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97" name="Rectangle 99">
                <a:extLst>
                  <a:ext uri="{FF2B5EF4-FFF2-40B4-BE49-F238E27FC236}">
                    <a16:creationId xmlns:a16="http://schemas.microsoft.com/office/drawing/2014/main" id="{1D8069EC-0C21-2B1B-9191-3CB21453AB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98" name="Rectangle 101">
                <a:extLst>
                  <a:ext uri="{FF2B5EF4-FFF2-40B4-BE49-F238E27FC236}">
                    <a16:creationId xmlns:a16="http://schemas.microsoft.com/office/drawing/2014/main" id="{DEC3A7FA-0F6B-03BA-24DE-B5A020B578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99" name="Rectangle 102">
                <a:extLst>
                  <a:ext uri="{FF2B5EF4-FFF2-40B4-BE49-F238E27FC236}">
                    <a16:creationId xmlns:a16="http://schemas.microsoft.com/office/drawing/2014/main" id="{4806FB33-1E04-0569-75CD-767C9E2A18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00" name="Rectangle 103">
                <a:extLst>
                  <a:ext uri="{FF2B5EF4-FFF2-40B4-BE49-F238E27FC236}">
                    <a16:creationId xmlns:a16="http://schemas.microsoft.com/office/drawing/2014/main" id="{EF55ED53-1345-3D96-8DAC-AE540221C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01" name="Rectangle 104">
                <a:extLst>
                  <a:ext uri="{FF2B5EF4-FFF2-40B4-BE49-F238E27FC236}">
                    <a16:creationId xmlns:a16="http://schemas.microsoft.com/office/drawing/2014/main" id="{FB1D4A6A-5BE8-3F8F-F33D-622D40ACE3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02" name="Rectangle 106">
                <a:extLst>
                  <a:ext uri="{FF2B5EF4-FFF2-40B4-BE49-F238E27FC236}">
                    <a16:creationId xmlns:a16="http://schemas.microsoft.com/office/drawing/2014/main" id="{DCC7C507-67E6-AFB5-2DC4-8A8D0CFB5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03" name="Rectangle 107">
                <a:extLst>
                  <a:ext uri="{FF2B5EF4-FFF2-40B4-BE49-F238E27FC236}">
                    <a16:creationId xmlns:a16="http://schemas.microsoft.com/office/drawing/2014/main" id="{A140298F-42A0-5BFC-1F5E-63802EB275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04" name="Rectangle 111">
                <a:extLst>
                  <a:ext uri="{FF2B5EF4-FFF2-40B4-BE49-F238E27FC236}">
                    <a16:creationId xmlns:a16="http://schemas.microsoft.com/office/drawing/2014/main" id="{C5C00176-94CD-1422-8B64-85BCCF0F00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05" name="Rectangle 112">
                <a:extLst>
                  <a:ext uri="{FF2B5EF4-FFF2-40B4-BE49-F238E27FC236}">
                    <a16:creationId xmlns:a16="http://schemas.microsoft.com/office/drawing/2014/main" id="{59189393-5DFA-646E-BC3E-C46A72594C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06" name="Rectangle 115">
                <a:extLst>
                  <a:ext uri="{FF2B5EF4-FFF2-40B4-BE49-F238E27FC236}">
                    <a16:creationId xmlns:a16="http://schemas.microsoft.com/office/drawing/2014/main" id="{A7822407-9A58-EEE5-FF31-4CAB53B340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07" name="Rectangle 116">
                <a:extLst>
                  <a:ext uri="{FF2B5EF4-FFF2-40B4-BE49-F238E27FC236}">
                    <a16:creationId xmlns:a16="http://schemas.microsoft.com/office/drawing/2014/main" id="{C798A5E4-FC95-4838-2D02-581617C591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08" name="Rectangle 117">
                <a:extLst>
                  <a:ext uri="{FF2B5EF4-FFF2-40B4-BE49-F238E27FC236}">
                    <a16:creationId xmlns:a16="http://schemas.microsoft.com/office/drawing/2014/main" id="{FD410A7C-E428-18FE-FF18-96CAE2E3B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09" name="Rectangle 118">
                <a:extLst>
                  <a:ext uri="{FF2B5EF4-FFF2-40B4-BE49-F238E27FC236}">
                    <a16:creationId xmlns:a16="http://schemas.microsoft.com/office/drawing/2014/main" id="{635D9B28-20AD-1E76-4DE1-48D6522FA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10" name="Rectangle 119">
                <a:extLst>
                  <a:ext uri="{FF2B5EF4-FFF2-40B4-BE49-F238E27FC236}">
                    <a16:creationId xmlns:a16="http://schemas.microsoft.com/office/drawing/2014/main" id="{3E48D447-B511-BE29-A1D9-EAC942C704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11" name="Rectangle 121">
                <a:extLst>
                  <a:ext uri="{FF2B5EF4-FFF2-40B4-BE49-F238E27FC236}">
                    <a16:creationId xmlns:a16="http://schemas.microsoft.com/office/drawing/2014/main" id="{7BFE147F-4858-4AB9-EEFE-32FC6B8943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12" name="Rectangle 122">
                <a:extLst>
                  <a:ext uri="{FF2B5EF4-FFF2-40B4-BE49-F238E27FC236}">
                    <a16:creationId xmlns:a16="http://schemas.microsoft.com/office/drawing/2014/main" id="{08DC5868-BD04-4544-1D23-9BFE8C903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13" name="Rectangle 123">
                <a:extLst>
                  <a:ext uri="{FF2B5EF4-FFF2-40B4-BE49-F238E27FC236}">
                    <a16:creationId xmlns:a16="http://schemas.microsoft.com/office/drawing/2014/main" id="{67CABD04-E34C-EC6F-A417-5F3EAC62F9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14" name="Rectangle 124">
                <a:extLst>
                  <a:ext uri="{FF2B5EF4-FFF2-40B4-BE49-F238E27FC236}">
                    <a16:creationId xmlns:a16="http://schemas.microsoft.com/office/drawing/2014/main" id="{A903DAFB-58A2-B188-F527-BE2DE2A5F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15" name="Rectangle 126">
                <a:extLst>
                  <a:ext uri="{FF2B5EF4-FFF2-40B4-BE49-F238E27FC236}">
                    <a16:creationId xmlns:a16="http://schemas.microsoft.com/office/drawing/2014/main" id="{F687631A-6F54-2630-E060-3A68C0D287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16" name="Rectangle 127">
                <a:extLst>
                  <a:ext uri="{FF2B5EF4-FFF2-40B4-BE49-F238E27FC236}">
                    <a16:creationId xmlns:a16="http://schemas.microsoft.com/office/drawing/2014/main" id="{E0176C8D-4DC9-A1D5-737D-BA5A134C68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17" name="Rectangle 130">
                <a:extLst>
                  <a:ext uri="{FF2B5EF4-FFF2-40B4-BE49-F238E27FC236}">
                    <a16:creationId xmlns:a16="http://schemas.microsoft.com/office/drawing/2014/main" id="{2D53BF62-7011-7EDE-D816-B005DA0B2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18" name="Rectangle 131">
                <a:extLst>
                  <a:ext uri="{FF2B5EF4-FFF2-40B4-BE49-F238E27FC236}">
                    <a16:creationId xmlns:a16="http://schemas.microsoft.com/office/drawing/2014/main" id="{32BC15F8-E0CF-4C20-027A-0997038D9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19" name="Rectangle 132">
                <a:extLst>
                  <a:ext uri="{FF2B5EF4-FFF2-40B4-BE49-F238E27FC236}">
                    <a16:creationId xmlns:a16="http://schemas.microsoft.com/office/drawing/2014/main" id="{3AD8A2FD-B61C-DF47-256E-884EE97607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20" name="Rectangle 133">
                <a:extLst>
                  <a:ext uri="{FF2B5EF4-FFF2-40B4-BE49-F238E27FC236}">
                    <a16:creationId xmlns:a16="http://schemas.microsoft.com/office/drawing/2014/main" id="{FFC19A2A-85FA-D84A-12A3-FA02E556DB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21" name="Rectangle 135">
                <a:extLst>
                  <a:ext uri="{FF2B5EF4-FFF2-40B4-BE49-F238E27FC236}">
                    <a16:creationId xmlns:a16="http://schemas.microsoft.com/office/drawing/2014/main" id="{1A235CB6-51AA-42FD-32BF-0E4D1B43A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22" name="Rectangle 136">
                <a:extLst>
                  <a:ext uri="{FF2B5EF4-FFF2-40B4-BE49-F238E27FC236}">
                    <a16:creationId xmlns:a16="http://schemas.microsoft.com/office/drawing/2014/main" id="{78B7528E-4DC9-3465-3410-400AF29A78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23" name="Rectangle 137">
                <a:extLst>
                  <a:ext uri="{FF2B5EF4-FFF2-40B4-BE49-F238E27FC236}">
                    <a16:creationId xmlns:a16="http://schemas.microsoft.com/office/drawing/2014/main" id="{9BC598B5-81CF-C35D-0FFC-5BC3A17A14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24" name="Rectangle 138">
                <a:extLst>
                  <a:ext uri="{FF2B5EF4-FFF2-40B4-BE49-F238E27FC236}">
                    <a16:creationId xmlns:a16="http://schemas.microsoft.com/office/drawing/2014/main" id="{D55CA55A-9E7D-94DA-7093-EF0BF73DED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25" name="Rectangle 141">
                <a:extLst>
                  <a:ext uri="{FF2B5EF4-FFF2-40B4-BE49-F238E27FC236}">
                    <a16:creationId xmlns:a16="http://schemas.microsoft.com/office/drawing/2014/main" id="{5CA5A7D7-37CC-B220-B848-9E0607CE44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26" name="Rectangle 142">
                <a:extLst>
                  <a:ext uri="{FF2B5EF4-FFF2-40B4-BE49-F238E27FC236}">
                    <a16:creationId xmlns:a16="http://schemas.microsoft.com/office/drawing/2014/main" id="{18C241B2-B440-433C-6871-50F73BBC8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27" name="Rectangle 143">
                <a:extLst>
                  <a:ext uri="{FF2B5EF4-FFF2-40B4-BE49-F238E27FC236}">
                    <a16:creationId xmlns:a16="http://schemas.microsoft.com/office/drawing/2014/main" id="{75D9156D-4B12-AF0D-500E-DF92A7E8E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28" name="Rectangle 144">
                <a:extLst>
                  <a:ext uri="{FF2B5EF4-FFF2-40B4-BE49-F238E27FC236}">
                    <a16:creationId xmlns:a16="http://schemas.microsoft.com/office/drawing/2014/main" id="{D6BBE671-0AAA-88E4-A2A6-C8CDC7241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29" name="Rectangle 146">
                <a:extLst>
                  <a:ext uri="{FF2B5EF4-FFF2-40B4-BE49-F238E27FC236}">
                    <a16:creationId xmlns:a16="http://schemas.microsoft.com/office/drawing/2014/main" id="{B4073A5B-575D-2E24-F3B9-8D1FF2C7B6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30" name="Rectangle 147">
                <a:extLst>
                  <a:ext uri="{FF2B5EF4-FFF2-40B4-BE49-F238E27FC236}">
                    <a16:creationId xmlns:a16="http://schemas.microsoft.com/office/drawing/2014/main" id="{2BCA3A87-D619-DDD6-8B59-F763A1F328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31" name="Rectangle 148">
                <a:extLst>
                  <a:ext uri="{FF2B5EF4-FFF2-40B4-BE49-F238E27FC236}">
                    <a16:creationId xmlns:a16="http://schemas.microsoft.com/office/drawing/2014/main" id="{741BB610-BF1C-8F59-BA9B-7F0987220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32" name="Rectangle 149">
                <a:extLst>
                  <a:ext uri="{FF2B5EF4-FFF2-40B4-BE49-F238E27FC236}">
                    <a16:creationId xmlns:a16="http://schemas.microsoft.com/office/drawing/2014/main" id="{4A7277A0-DC13-5764-1F30-1EF6DA715D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33" name="Rectangle 150">
                <a:extLst>
                  <a:ext uri="{FF2B5EF4-FFF2-40B4-BE49-F238E27FC236}">
                    <a16:creationId xmlns:a16="http://schemas.microsoft.com/office/drawing/2014/main" id="{68B370F4-2876-B935-8E16-960F0D1B5B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</p:grpSp>
        <p:grpSp>
          <p:nvGrpSpPr>
            <p:cNvPr id="328" name="Group 327">
              <a:extLst>
                <a:ext uri="{FF2B5EF4-FFF2-40B4-BE49-F238E27FC236}">
                  <a16:creationId xmlns:a16="http://schemas.microsoft.com/office/drawing/2014/main" id="{0DD9AE91-6527-183A-3CB2-FB05F0EAE505}"/>
                </a:ext>
              </a:extLst>
            </p:cNvPr>
            <p:cNvGrpSpPr/>
            <p:nvPr/>
          </p:nvGrpSpPr>
          <p:grpSpPr>
            <a:xfrm>
              <a:off x="-116540" y="4482605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329" name="Rectangle 5">
                <a:extLst>
                  <a:ext uri="{FF2B5EF4-FFF2-40B4-BE49-F238E27FC236}">
                    <a16:creationId xmlns:a16="http://schemas.microsoft.com/office/drawing/2014/main" id="{E12F99E9-AACA-22AB-D756-6BC72CAD44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30" name="Rectangle 6">
                <a:extLst>
                  <a:ext uri="{FF2B5EF4-FFF2-40B4-BE49-F238E27FC236}">
                    <a16:creationId xmlns:a16="http://schemas.microsoft.com/office/drawing/2014/main" id="{10F155DE-DACC-BA00-2052-1E965AB67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31" name="Rectangle 7">
                <a:extLst>
                  <a:ext uri="{FF2B5EF4-FFF2-40B4-BE49-F238E27FC236}">
                    <a16:creationId xmlns:a16="http://schemas.microsoft.com/office/drawing/2014/main" id="{E75ACB39-CCA4-AA28-58FF-E83B34BD5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32" name="Rectangle 10">
                <a:extLst>
                  <a:ext uri="{FF2B5EF4-FFF2-40B4-BE49-F238E27FC236}">
                    <a16:creationId xmlns:a16="http://schemas.microsoft.com/office/drawing/2014/main" id="{C2830FB1-AB33-8275-5059-EC5EC2ED7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33" name="Rectangle 11">
                <a:extLst>
                  <a:ext uri="{FF2B5EF4-FFF2-40B4-BE49-F238E27FC236}">
                    <a16:creationId xmlns:a16="http://schemas.microsoft.com/office/drawing/2014/main" id="{1D8C3504-6E81-CDFB-94EA-16C42558A4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34" name="Rectangle 12">
                <a:extLst>
                  <a:ext uri="{FF2B5EF4-FFF2-40B4-BE49-F238E27FC236}">
                    <a16:creationId xmlns:a16="http://schemas.microsoft.com/office/drawing/2014/main" id="{677CA4CB-0855-C1A4-0B08-0C713A2CDC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35" name="Rectangle 13">
                <a:extLst>
                  <a:ext uri="{FF2B5EF4-FFF2-40B4-BE49-F238E27FC236}">
                    <a16:creationId xmlns:a16="http://schemas.microsoft.com/office/drawing/2014/main" id="{8FE3D7B1-1139-6CD7-320E-0E19B3FEE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36" name="Rectangle 14">
                <a:extLst>
                  <a:ext uri="{FF2B5EF4-FFF2-40B4-BE49-F238E27FC236}">
                    <a16:creationId xmlns:a16="http://schemas.microsoft.com/office/drawing/2014/main" id="{3444D314-353C-2770-78CC-9E75EEB195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37" name="Rectangle 16">
                <a:extLst>
                  <a:ext uri="{FF2B5EF4-FFF2-40B4-BE49-F238E27FC236}">
                    <a16:creationId xmlns:a16="http://schemas.microsoft.com/office/drawing/2014/main" id="{DA083C6D-B03B-0367-2932-EB86B8EF5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38" name="Rectangle 17">
                <a:extLst>
                  <a:ext uri="{FF2B5EF4-FFF2-40B4-BE49-F238E27FC236}">
                    <a16:creationId xmlns:a16="http://schemas.microsoft.com/office/drawing/2014/main" id="{E1AF4690-AF58-B14F-BB14-063BFC59E4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39" name="Rectangle 18">
                <a:extLst>
                  <a:ext uri="{FF2B5EF4-FFF2-40B4-BE49-F238E27FC236}">
                    <a16:creationId xmlns:a16="http://schemas.microsoft.com/office/drawing/2014/main" id="{B0885C43-350D-FED8-CBF0-DF5195466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40" name="Rectangle 19">
                <a:extLst>
                  <a:ext uri="{FF2B5EF4-FFF2-40B4-BE49-F238E27FC236}">
                    <a16:creationId xmlns:a16="http://schemas.microsoft.com/office/drawing/2014/main" id="{BBEF8BBB-1DA7-6838-7E67-19416AF28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41" name="Rectangle 20">
                <a:extLst>
                  <a:ext uri="{FF2B5EF4-FFF2-40B4-BE49-F238E27FC236}">
                    <a16:creationId xmlns:a16="http://schemas.microsoft.com/office/drawing/2014/main" id="{317964F7-E2E8-4398-1CCD-AF2C18614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42" name="Rectangle 22">
                <a:extLst>
                  <a:ext uri="{FF2B5EF4-FFF2-40B4-BE49-F238E27FC236}">
                    <a16:creationId xmlns:a16="http://schemas.microsoft.com/office/drawing/2014/main" id="{B3933336-3D37-6350-751E-3EAEDAC2B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43" name="Rectangle 26">
                <a:extLst>
                  <a:ext uri="{FF2B5EF4-FFF2-40B4-BE49-F238E27FC236}">
                    <a16:creationId xmlns:a16="http://schemas.microsoft.com/office/drawing/2014/main" id="{DCACC125-4112-A3A5-4095-6643AA258D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44" name="Rectangle 27">
                <a:extLst>
                  <a:ext uri="{FF2B5EF4-FFF2-40B4-BE49-F238E27FC236}">
                    <a16:creationId xmlns:a16="http://schemas.microsoft.com/office/drawing/2014/main" id="{220608D8-F646-AFD6-A54F-89D65905FA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45" name="Rectangle 28">
                <a:extLst>
                  <a:ext uri="{FF2B5EF4-FFF2-40B4-BE49-F238E27FC236}">
                    <a16:creationId xmlns:a16="http://schemas.microsoft.com/office/drawing/2014/main" id="{47C263D2-3EC3-D1C2-A079-1FB34AF95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46" name="Rectangle 29">
                <a:extLst>
                  <a:ext uri="{FF2B5EF4-FFF2-40B4-BE49-F238E27FC236}">
                    <a16:creationId xmlns:a16="http://schemas.microsoft.com/office/drawing/2014/main" id="{46E8A59E-3320-9594-EC4B-FFD2B1C1F2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47" name="Rectangle 30">
                <a:extLst>
                  <a:ext uri="{FF2B5EF4-FFF2-40B4-BE49-F238E27FC236}">
                    <a16:creationId xmlns:a16="http://schemas.microsoft.com/office/drawing/2014/main" id="{1E41F359-3959-2A47-E1FD-A60AA45A9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48" name="Rectangle 32">
                <a:extLst>
                  <a:ext uri="{FF2B5EF4-FFF2-40B4-BE49-F238E27FC236}">
                    <a16:creationId xmlns:a16="http://schemas.microsoft.com/office/drawing/2014/main" id="{259F7014-C4CE-C70A-E0E0-71E0BBA99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49" name="Rectangle 33">
                <a:extLst>
                  <a:ext uri="{FF2B5EF4-FFF2-40B4-BE49-F238E27FC236}">
                    <a16:creationId xmlns:a16="http://schemas.microsoft.com/office/drawing/2014/main" id="{36B1EF24-5275-C31F-9B36-917FE15B3C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50" name="Rectangle 34">
                <a:extLst>
                  <a:ext uri="{FF2B5EF4-FFF2-40B4-BE49-F238E27FC236}">
                    <a16:creationId xmlns:a16="http://schemas.microsoft.com/office/drawing/2014/main" id="{10EF3DAD-86E9-FD7F-373C-187A116219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51" name="Rectangle 36">
                <a:extLst>
                  <a:ext uri="{FF2B5EF4-FFF2-40B4-BE49-F238E27FC236}">
                    <a16:creationId xmlns:a16="http://schemas.microsoft.com/office/drawing/2014/main" id="{6D80D2D2-25BA-9ACF-9573-AF4D39CADA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52" name="Rectangle 37">
                <a:extLst>
                  <a:ext uri="{FF2B5EF4-FFF2-40B4-BE49-F238E27FC236}">
                    <a16:creationId xmlns:a16="http://schemas.microsoft.com/office/drawing/2014/main" id="{18FF8824-B4E6-004C-0019-1EDCC4F712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53" name="Rectangle 38">
                <a:extLst>
                  <a:ext uri="{FF2B5EF4-FFF2-40B4-BE49-F238E27FC236}">
                    <a16:creationId xmlns:a16="http://schemas.microsoft.com/office/drawing/2014/main" id="{90FB7B93-4363-776C-0078-B6E652C8E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54" name="Rectangle 39">
                <a:extLst>
                  <a:ext uri="{FF2B5EF4-FFF2-40B4-BE49-F238E27FC236}">
                    <a16:creationId xmlns:a16="http://schemas.microsoft.com/office/drawing/2014/main" id="{DF2E3C93-8900-F06B-11CE-10B8203D63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55" name="Rectangle 43">
                <a:extLst>
                  <a:ext uri="{FF2B5EF4-FFF2-40B4-BE49-F238E27FC236}">
                    <a16:creationId xmlns:a16="http://schemas.microsoft.com/office/drawing/2014/main" id="{3A7B28F2-873F-E4FC-29CE-43F03227C6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56" name="Rectangle 45">
                <a:extLst>
                  <a:ext uri="{FF2B5EF4-FFF2-40B4-BE49-F238E27FC236}">
                    <a16:creationId xmlns:a16="http://schemas.microsoft.com/office/drawing/2014/main" id="{779A72E5-AAEB-A595-9408-1D424D7AA3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57" name="Rectangle 46">
                <a:extLst>
                  <a:ext uri="{FF2B5EF4-FFF2-40B4-BE49-F238E27FC236}">
                    <a16:creationId xmlns:a16="http://schemas.microsoft.com/office/drawing/2014/main" id="{D303C7EB-99D5-65B6-F445-75580A9765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58" name="Rectangle 47">
                <a:extLst>
                  <a:ext uri="{FF2B5EF4-FFF2-40B4-BE49-F238E27FC236}">
                    <a16:creationId xmlns:a16="http://schemas.microsoft.com/office/drawing/2014/main" id="{F5B5CF7F-079B-C8FF-62C9-CFEDCF77E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59" name="Rectangle 48">
                <a:extLst>
                  <a:ext uri="{FF2B5EF4-FFF2-40B4-BE49-F238E27FC236}">
                    <a16:creationId xmlns:a16="http://schemas.microsoft.com/office/drawing/2014/main" id="{6297A991-44E0-8D72-2483-3CF0BF4CC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60" name="Rectangle 49">
                <a:extLst>
                  <a:ext uri="{FF2B5EF4-FFF2-40B4-BE49-F238E27FC236}">
                    <a16:creationId xmlns:a16="http://schemas.microsoft.com/office/drawing/2014/main" id="{04C72849-1AB9-98CB-7C21-1E6001C626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61" name="Rectangle 51">
                <a:extLst>
                  <a:ext uri="{FF2B5EF4-FFF2-40B4-BE49-F238E27FC236}">
                    <a16:creationId xmlns:a16="http://schemas.microsoft.com/office/drawing/2014/main" id="{2E4EA11F-F2E8-B7E0-E48D-7364BAADC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62" name="Rectangle 52">
                <a:extLst>
                  <a:ext uri="{FF2B5EF4-FFF2-40B4-BE49-F238E27FC236}">
                    <a16:creationId xmlns:a16="http://schemas.microsoft.com/office/drawing/2014/main" id="{35D054F2-17D0-788E-257A-09B20FF19B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63" name="Rectangle 53">
                <a:extLst>
                  <a:ext uri="{FF2B5EF4-FFF2-40B4-BE49-F238E27FC236}">
                    <a16:creationId xmlns:a16="http://schemas.microsoft.com/office/drawing/2014/main" id="{A1A58E05-E23F-BE25-0F9F-4C096CDE6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64" name="Rectangle 55">
                <a:extLst>
                  <a:ext uri="{FF2B5EF4-FFF2-40B4-BE49-F238E27FC236}">
                    <a16:creationId xmlns:a16="http://schemas.microsoft.com/office/drawing/2014/main" id="{BFDF1252-0037-49DE-6E1E-1C4E21134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65" name="Rectangle 56">
                <a:extLst>
                  <a:ext uri="{FF2B5EF4-FFF2-40B4-BE49-F238E27FC236}">
                    <a16:creationId xmlns:a16="http://schemas.microsoft.com/office/drawing/2014/main" id="{5B803389-2CA5-AB95-AF87-2DB9CABE0A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66" name="Rectangle 57">
                <a:extLst>
                  <a:ext uri="{FF2B5EF4-FFF2-40B4-BE49-F238E27FC236}">
                    <a16:creationId xmlns:a16="http://schemas.microsoft.com/office/drawing/2014/main" id="{5C6C12DD-AF79-2E89-D7DE-404216B43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67" name="Rectangle 60">
                <a:extLst>
                  <a:ext uri="{FF2B5EF4-FFF2-40B4-BE49-F238E27FC236}">
                    <a16:creationId xmlns:a16="http://schemas.microsoft.com/office/drawing/2014/main" id="{B80A8459-2F62-5EBF-1569-C5027988F6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68" name="Rectangle 62">
                <a:extLst>
                  <a:ext uri="{FF2B5EF4-FFF2-40B4-BE49-F238E27FC236}">
                    <a16:creationId xmlns:a16="http://schemas.microsoft.com/office/drawing/2014/main" id="{2B12AC9F-E624-5642-3FAF-F4BAE533C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69" name="Rectangle 63">
                <a:extLst>
                  <a:ext uri="{FF2B5EF4-FFF2-40B4-BE49-F238E27FC236}">
                    <a16:creationId xmlns:a16="http://schemas.microsoft.com/office/drawing/2014/main" id="{A3D29A69-068F-7174-7901-E7F60D264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70" name="Rectangle 65">
                <a:extLst>
                  <a:ext uri="{FF2B5EF4-FFF2-40B4-BE49-F238E27FC236}">
                    <a16:creationId xmlns:a16="http://schemas.microsoft.com/office/drawing/2014/main" id="{4D95AC78-0252-A32F-C1BF-9D8D273D82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71" name="Rectangle 66">
                <a:extLst>
                  <a:ext uri="{FF2B5EF4-FFF2-40B4-BE49-F238E27FC236}">
                    <a16:creationId xmlns:a16="http://schemas.microsoft.com/office/drawing/2014/main" id="{52F99967-7A8B-3AA9-4C3D-971099960B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72" name="Rectangle 67">
                <a:extLst>
                  <a:ext uri="{FF2B5EF4-FFF2-40B4-BE49-F238E27FC236}">
                    <a16:creationId xmlns:a16="http://schemas.microsoft.com/office/drawing/2014/main" id="{5A27619E-50FC-2519-0099-E9DCF3D2F5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73" name="Rectangle 68">
                <a:extLst>
                  <a:ext uri="{FF2B5EF4-FFF2-40B4-BE49-F238E27FC236}">
                    <a16:creationId xmlns:a16="http://schemas.microsoft.com/office/drawing/2014/main" id="{A933F4F3-8A30-67FE-DAAE-184CB3A997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74" name="Rectangle 70">
                <a:extLst>
                  <a:ext uri="{FF2B5EF4-FFF2-40B4-BE49-F238E27FC236}">
                    <a16:creationId xmlns:a16="http://schemas.microsoft.com/office/drawing/2014/main" id="{B043D085-9E80-F246-620F-08D9C6A5D5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75" name="Rectangle 71">
                <a:extLst>
                  <a:ext uri="{FF2B5EF4-FFF2-40B4-BE49-F238E27FC236}">
                    <a16:creationId xmlns:a16="http://schemas.microsoft.com/office/drawing/2014/main" id="{DC8C0F95-786A-C737-6C86-51AC3489F4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76" name="Rectangle 72">
                <a:extLst>
                  <a:ext uri="{FF2B5EF4-FFF2-40B4-BE49-F238E27FC236}">
                    <a16:creationId xmlns:a16="http://schemas.microsoft.com/office/drawing/2014/main" id="{60187871-A41F-A839-6A4F-292C5E9BDB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77" name="Rectangle 75">
                <a:extLst>
                  <a:ext uri="{FF2B5EF4-FFF2-40B4-BE49-F238E27FC236}">
                    <a16:creationId xmlns:a16="http://schemas.microsoft.com/office/drawing/2014/main" id="{B38A86C7-963A-4465-F80B-CA3F35D727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78" name="Rectangle 76">
                <a:extLst>
                  <a:ext uri="{FF2B5EF4-FFF2-40B4-BE49-F238E27FC236}">
                    <a16:creationId xmlns:a16="http://schemas.microsoft.com/office/drawing/2014/main" id="{3A5FFA2B-CE99-F0D0-B267-4AEA9CF6B0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79" name="Rectangle 77">
                <a:extLst>
                  <a:ext uri="{FF2B5EF4-FFF2-40B4-BE49-F238E27FC236}">
                    <a16:creationId xmlns:a16="http://schemas.microsoft.com/office/drawing/2014/main" id="{E062D89F-8CD8-95B3-3C50-AAEA5EE4F3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80" name="Rectangle 79">
                <a:extLst>
                  <a:ext uri="{FF2B5EF4-FFF2-40B4-BE49-F238E27FC236}">
                    <a16:creationId xmlns:a16="http://schemas.microsoft.com/office/drawing/2014/main" id="{B9FF62C6-0BAE-13EC-ABAD-4632C07C57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81" name="Rectangle 80">
                <a:extLst>
                  <a:ext uri="{FF2B5EF4-FFF2-40B4-BE49-F238E27FC236}">
                    <a16:creationId xmlns:a16="http://schemas.microsoft.com/office/drawing/2014/main" id="{2D293C91-F279-254E-1738-88DF5E3A76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82" name="Rectangle 81">
                <a:extLst>
                  <a:ext uri="{FF2B5EF4-FFF2-40B4-BE49-F238E27FC236}">
                    <a16:creationId xmlns:a16="http://schemas.microsoft.com/office/drawing/2014/main" id="{D4409602-47AD-D1E8-4EFE-073623871C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83" name="Rectangle 82">
                <a:extLst>
                  <a:ext uri="{FF2B5EF4-FFF2-40B4-BE49-F238E27FC236}">
                    <a16:creationId xmlns:a16="http://schemas.microsoft.com/office/drawing/2014/main" id="{2446A7C6-807E-2756-AB77-3CE11B328A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84" name="Rectangle 83">
                <a:extLst>
                  <a:ext uri="{FF2B5EF4-FFF2-40B4-BE49-F238E27FC236}">
                    <a16:creationId xmlns:a16="http://schemas.microsoft.com/office/drawing/2014/main" id="{74EBD172-F1B1-969C-6EF5-14E38F9D9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85" name="Rectangle 85">
                <a:extLst>
                  <a:ext uri="{FF2B5EF4-FFF2-40B4-BE49-F238E27FC236}">
                    <a16:creationId xmlns:a16="http://schemas.microsoft.com/office/drawing/2014/main" id="{F1BAD86F-D9EB-3FB5-C0DF-7A46C2D6E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86" name="Rectangle 86">
                <a:extLst>
                  <a:ext uri="{FF2B5EF4-FFF2-40B4-BE49-F238E27FC236}">
                    <a16:creationId xmlns:a16="http://schemas.microsoft.com/office/drawing/2014/main" id="{BA0A0B1E-598C-3B27-5C77-00772BA4FA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87" name="Rectangle 87">
                <a:extLst>
                  <a:ext uri="{FF2B5EF4-FFF2-40B4-BE49-F238E27FC236}">
                    <a16:creationId xmlns:a16="http://schemas.microsoft.com/office/drawing/2014/main" id="{ECB21579-ACAD-3987-8A2A-7464C77F5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88" name="Rectangle 88">
                <a:extLst>
                  <a:ext uri="{FF2B5EF4-FFF2-40B4-BE49-F238E27FC236}">
                    <a16:creationId xmlns:a16="http://schemas.microsoft.com/office/drawing/2014/main" id="{AE31C790-FA24-EB6B-0183-935C987B5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89" name="Rectangle 89">
                <a:extLst>
                  <a:ext uri="{FF2B5EF4-FFF2-40B4-BE49-F238E27FC236}">
                    <a16:creationId xmlns:a16="http://schemas.microsoft.com/office/drawing/2014/main" id="{7BE43697-7650-259B-9496-317033F8B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90" name="Rectangle 91">
                <a:extLst>
                  <a:ext uri="{FF2B5EF4-FFF2-40B4-BE49-F238E27FC236}">
                    <a16:creationId xmlns:a16="http://schemas.microsoft.com/office/drawing/2014/main" id="{64D6F9EA-F515-645D-200F-59F12687C2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91" name="Rectangle 92">
                <a:extLst>
                  <a:ext uri="{FF2B5EF4-FFF2-40B4-BE49-F238E27FC236}">
                    <a16:creationId xmlns:a16="http://schemas.microsoft.com/office/drawing/2014/main" id="{A6C5378E-144D-0DA1-2CC2-B1029CE94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92" name="Rectangle 93">
                <a:extLst>
                  <a:ext uri="{FF2B5EF4-FFF2-40B4-BE49-F238E27FC236}">
                    <a16:creationId xmlns:a16="http://schemas.microsoft.com/office/drawing/2014/main" id="{EC5104CF-4756-8FF0-5069-F78932FC44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93" name="Rectangle 94">
                <a:extLst>
                  <a:ext uri="{FF2B5EF4-FFF2-40B4-BE49-F238E27FC236}">
                    <a16:creationId xmlns:a16="http://schemas.microsoft.com/office/drawing/2014/main" id="{73B43568-F794-1689-BE48-04F4A68B0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94" name="Rectangle 97">
                <a:extLst>
                  <a:ext uri="{FF2B5EF4-FFF2-40B4-BE49-F238E27FC236}">
                    <a16:creationId xmlns:a16="http://schemas.microsoft.com/office/drawing/2014/main" id="{07FFB749-E41C-56F0-CEE9-CCFA60212D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95" name="Rectangle 99">
                <a:extLst>
                  <a:ext uri="{FF2B5EF4-FFF2-40B4-BE49-F238E27FC236}">
                    <a16:creationId xmlns:a16="http://schemas.microsoft.com/office/drawing/2014/main" id="{CF77BA85-365A-C087-FC10-DAC6CAA7F7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96" name="Rectangle 101">
                <a:extLst>
                  <a:ext uri="{FF2B5EF4-FFF2-40B4-BE49-F238E27FC236}">
                    <a16:creationId xmlns:a16="http://schemas.microsoft.com/office/drawing/2014/main" id="{286261F8-AAAB-2475-0EF1-55C9F1090A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97" name="Rectangle 102">
                <a:extLst>
                  <a:ext uri="{FF2B5EF4-FFF2-40B4-BE49-F238E27FC236}">
                    <a16:creationId xmlns:a16="http://schemas.microsoft.com/office/drawing/2014/main" id="{093238CC-ED80-46CE-8F50-9FC882D3C2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98" name="Rectangle 103">
                <a:extLst>
                  <a:ext uri="{FF2B5EF4-FFF2-40B4-BE49-F238E27FC236}">
                    <a16:creationId xmlns:a16="http://schemas.microsoft.com/office/drawing/2014/main" id="{AACC9556-F3E5-F74F-45D2-BBA6AE8332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399" name="Rectangle 104">
                <a:extLst>
                  <a:ext uri="{FF2B5EF4-FFF2-40B4-BE49-F238E27FC236}">
                    <a16:creationId xmlns:a16="http://schemas.microsoft.com/office/drawing/2014/main" id="{CCFC8327-4D2D-26EE-F4B9-DB5C4EB6E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00" name="Rectangle 106">
                <a:extLst>
                  <a:ext uri="{FF2B5EF4-FFF2-40B4-BE49-F238E27FC236}">
                    <a16:creationId xmlns:a16="http://schemas.microsoft.com/office/drawing/2014/main" id="{49320007-C7A1-14E0-6B06-C50D91347F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01" name="Rectangle 107">
                <a:extLst>
                  <a:ext uri="{FF2B5EF4-FFF2-40B4-BE49-F238E27FC236}">
                    <a16:creationId xmlns:a16="http://schemas.microsoft.com/office/drawing/2014/main" id="{79687901-66A1-CBBB-D0EE-1DCE0FBE8C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02" name="Rectangle 108">
                <a:extLst>
                  <a:ext uri="{FF2B5EF4-FFF2-40B4-BE49-F238E27FC236}">
                    <a16:creationId xmlns:a16="http://schemas.microsoft.com/office/drawing/2014/main" id="{EBBD0C6F-0C21-BD4E-CEFA-43ECABF7A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03" name="Rectangle 111">
                <a:extLst>
                  <a:ext uri="{FF2B5EF4-FFF2-40B4-BE49-F238E27FC236}">
                    <a16:creationId xmlns:a16="http://schemas.microsoft.com/office/drawing/2014/main" id="{6F37B325-8F34-8AB8-6611-175A99DBA0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04" name="Rectangle 112">
                <a:extLst>
                  <a:ext uri="{FF2B5EF4-FFF2-40B4-BE49-F238E27FC236}">
                    <a16:creationId xmlns:a16="http://schemas.microsoft.com/office/drawing/2014/main" id="{90955E09-AAD7-1A16-718C-8105685E87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05" name="Rectangle 115">
                <a:extLst>
                  <a:ext uri="{FF2B5EF4-FFF2-40B4-BE49-F238E27FC236}">
                    <a16:creationId xmlns:a16="http://schemas.microsoft.com/office/drawing/2014/main" id="{EE0D5F89-9D59-439B-DCCA-330E40FAE7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06" name="Rectangle 116">
                <a:extLst>
                  <a:ext uri="{FF2B5EF4-FFF2-40B4-BE49-F238E27FC236}">
                    <a16:creationId xmlns:a16="http://schemas.microsoft.com/office/drawing/2014/main" id="{D7F9B247-C905-88B1-E11A-55B176D2D8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07" name="Rectangle 117">
                <a:extLst>
                  <a:ext uri="{FF2B5EF4-FFF2-40B4-BE49-F238E27FC236}">
                    <a16:creationId xmlns:a16="http://schemas.microsoft.com/office/drawing/2014/main" id="{D7B0BF0F-8991-2CD6-B9D3-F05D2B426C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08" name="Rectangle 118">
                <a:extLst>
                  <a:ext uri="{FF2B5EF4-FFF2-40B4-BE49-F238E27FC236}">
                    <a16:creationId xmlns:a16="http://schemas.microsoft.com/office/drawing/2014/main" id="{820D63CA-A4FB-2B7E-1FD0-8A62DDFA0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09" name="Rectangle 119">
                <a:extLst>
                  <a:ext uri="{FF2B5EF4-FFF2-40B4-BE49-F238E27FC236}">
                    <a16:creationId xmlns:a16="http://schemas.microsoft.com/office/drawing/2014/main" id="{B93C7BB6-3E7D-A56C-0699-C5BE3F021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10" name="Rectangle 121">
                <a:extLst>
                  <a:ext uri="{FF2B5EF4-FFF2-40B4-BE49-F238E27FC236}">
                    <a16:creationId xmlns:a16="http://schemas.microsoft.com/office/drawing/2014/main" id="{3042DDAA-D725-45AE-0421-4F95E3A657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11" name="Rectangle 122">
                <a:extLst>
                  <a:ext uri="{FF2B5EF4-FFF2-40B4-BE49-F238E27FC236}">
                    <a16:creationId xmlns:a16="http://schemas.microsoft.com/office/drawing/2014/main" id="{EE9D40AB-9862-63A4-5B46-77B296DE4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12" name="Rectangle 123">
                <a:extLst>
                  <a:ext uri="{FF2B5EF4-FFF2-40B4-BE49-F238E27FC236}">
                    <a16:creationId xmlns:a16="http://schemas.microsoft.com/office/drawing/2014/main" id="{7D69706B-74CE-ACB7-117F-C88A8DC2A9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13" name="Rectangle 124">
                <a:extLst>
                  <a:ext uri="{FF2B5EF4-FFF2-40B4-BE49-F238E27FC236}">
                    <a16:creationId xmlns:a16="http://schemas.microsoft.com/office/drawing/2014/main" id="{6EF41CDD-1936-4736-EB45-21D293AA82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14" name="Rectangle 126">
                <a:extLst>
                  <a:ext uri="{FF2B5EF4-FFF2-40B4-BE49-F238E27FC236}">
                    <a16:creationId xmlns:a16="http://schemas.microsoft.com/office/drawing/2014/main" id="{A4148D61-E30A-F933-5B6B-37D34BCDBC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15" name="Rectangle 127">
                <a:extLst>
                  <a:ext uri="{FF2B5EF4-FFF2-40B4-BE49-F238E27FC236}">
                    <a16:creationId xmlns:a16="http://schemas.microsoft.com/office/drawing/2014/main" id="{2DA68E1A-E7CB-EC1C-24EF-D711448323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16" name="Rectangle 130">
                <a:extLst>
                  <a:ext uri="{FF2B5EF4-FFF2-40B4-BE49-F238E27FC236}">
                    <a16:creationId xmlns:a16="http://schemas.microsoft.com/office/drawing/2014/main" id="{FDD0D256-4B4E-F041-80D1-B1A78A830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17" name="Rectangle 131">
                <a:extLst>
                  <a:ext uri="{FF2B5EF4-FFF2-40B4-BE49-F238E27FC236}">
                    <a16:creationId xmlns:a16="http://schemas.microsoft.com/office/drawing/2014/main" id="{2C6BE5D5-3781-7C06-BC8A-5AA7A38AC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18" name="Rectangle 132">
                <a:extLst>
                  <a:ext uri="{FF2B5EF4-FFF2-40B4-BE49-F238E27FC236}">
                    <a16:creationId xmlns:a16="http://schemas.microsoft.com/office/drawing/2014/main" id="{ADD5B960-AC88-E8D2-9F21-CAAE197E2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19" name="Rectangle 133">
                <a:extLst>
                  <a:ext uri="{FF2B5EF4-FFF2-40B4-BE49-F238E27FC236}">
                    <a16:creationId xmlns:a16="http://schemas.microsoft.com/office/drawing/2014/main" id="{9396DA39-3F19-0E35-437C-97AA30E5B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20" name="Rectangle 135">
                <a:extLst>
                  <a:ext uri="{FF2B5EF4-FFF2-40B4-BE49-F238E27FC236}">
                    <a16:creationId xmlns:a16="http://schemas.microsoft.com/office/drawing/2014/main" id="{C8472838-E60A-F6B1-66C0-44CA6DA14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21" name="Rectangle 137">
                <a:extLst>
                  <a:ext uri="{FF2B5EF4-FFF2-40B4-BE49-F238E27FC236}">
                    <a16:creationId xmlns:a16="http://schemas.microsoft.com/office/drawing/2014/main" id="{FF59D2F1-478D-F6C6-8F0C-36686FB5A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22" name="Rectangle 138">
                <a:extLst>
                  <a:ext uri="{FF2B5EF4-FFF2-40B4-BE49-F238E27FC236}">
                    <a16:creationId xmlns:a16="http://schemas.microsoft.com/office/drawing/2014/main" id="{E43AF660-FEAF-273E-BFC9-4B9FD74681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23" name="Rectangle 141">
                <a:extLst>
                  <a:ext uri="{FF2B5EF4-FFF2-40B4-BE49-F238E27FC236}">
                    <a16:creationId xmlns:a16="http://schemas.microsoft.com/office/drawing/2014/main" id="{20A17B12-2AF4-7D16-EB6B-49CA2DA4D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24" name="Rectangle 142">
                <a:extLst>
                  <a:ext uri="{FF2B5EF4-FFF2-40B4-BE49-F238E27FC236}">
                    <a16:creationId xmlns:a16="http://schemas.microsoft.com/office/drawing/2014/main" id="{70BD6254-61D8-60BE-F5AF-301F26687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25" name="Rectangle 143">
                <a:extLst>
                  <a:ext uri="{FF2B5EF4-FFF2-40B4-BE49-F238E27FC236}">
                    <a16:creationId xmlns:a16="http://schemas.microsoft.com/office/drawing/2014/main" id="{873B370C-A290-8814-9540-3F0A221D9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26" name="Rectangle 144">
                <a:extLst>
                  <a:ext uri="{FF2B5EF4-FFF2-40B4-BE49-F238E27FC236}">
                    <a16:creationId xmlns:a16="http://schemas.microsoft.com/office/drawing/2014/main" id="{38FFD17A-47F3-A86E-4202-C094F3871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27" name="Rectangle 146">
                <a:extLst>
                  <a:ext uri="{FF2B5EF4-FFF2-40B4-BE49-F238E27FC236}">
                    <a16:creationId xmlns:a16="http://schemas.microsoft.com/office/drawing/2014/main" id="{688D971A-625C-7CB1-9129-0B201A66C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28" name="Rectangle 147">
                <a:extLst>
                  <a:ext uri="{FF2B5EF4-FFF2-40B4-BE49-F238E27FC236}">
                    <a16:creationId xmlns:a16="http://schemas.microsoft.com/office/drawing/2014/main" id="{5EEE5827-932D-214B-AB17-FCD97AEA8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29" name="Rectangle 148">
                <a:extLst>
                  <a:ext uri="{FF2B5EF4-FFF2-40B4-BE49-F238E27FC236}">
                    <a16:creationId xmlns:a16="http://schemas.microsoft.com/office/drawing/2014/main" id="{BB15FB1F-EC3F-0A80-F6F9-9C11B6F9C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30" name="Rectangle 149">
                <a:extLst>
                  <a:ext uri="{FF2B5EF4-FFF2-40B4-BE49-F238E27FC236}">
                    <a16:creationId xmlns:a16="http://schemas.microsoft.com/office/drawing/2014/main" id="{0D263231-E6C6-1C37-3BCD-F17747EFF9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31" name="Rectangle 150">
                <a:extLst>
                  <a:ext uri="{FF2B5EF4-FFF2-40B4-BE49-F238E27FC236}">
                    <a16:creationId xmlns:a16="http://schemas.microsoft.com/office/drawing/2014/main" id="{6E878D45-9647-A581-88F0-900FF6F303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</p:grpSp>
      </p:grpSp>
      <p:grpSp>
        <p:nvGrpSpPr>
          <p:cNvPr id="80899" name="Group 2">
            <a:extLst>
              <a:ext uri="{FF2B5EF4-FFF2-40B4-BE49-F238E27FC236}">
                <a16:creationId xmlns:a16="http://schemas.microsoft.com/office/drawing/2014/main" id="{40D3CB1F-1DA8-82F9-6822-85BB559846DE}"/>
              </a:ext>
            </a:extLst>
          </p:cNvPr>
          <p:cNvGrpSpPr>
            <a:grpSpLocks/>
          </p:cNvGrpSpPr>
          <p:nvPr/>
        </p:nvGrpSpPr>
        <p:grpSpPr bwMode="auto">
          <a:xfrm>
            <a:off x="11376025" y="388938"/>
            <a:ext cx="360363" cy="466725"/>
            <a:chOff x="11376383" y="389144"/>
            <a:chExt cx="360002" cy="465737"/>
          </a:xfrm>
        </p:grpSpPr>
        <p:sp>
          <p:nvSpPr>
            <p:cNvPr id="638" name="Pentagon 637">
              <a:extLst>
                <a:ext uri="{FF2B5EF4-FFF2-40B4-BE49-F238E27FC236}">
                  <a16:creationId xmlns:a16="http://schemas.microsoft.com/office/drawing/2014/main" id="{C1EEA42E-1000-B7C5-F7F9-C5B4869D69D9}"/>
                </a:ext>
              </a:extLst>
            </p:cNvPr>
            <p:cNvSpPr/>
            <p:nvPr/>
          </p:nvSpPr>
          <p:spPr>
            <a:xfrm rot="5400000">
              <a:off x="11354407" y="411120"/>
              <a:ext cx="403955" cy="360002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04D56DBE-DEFA-1902-D930-D12A2595DF78}"/>
                </a:ext>
              </a:extLst>
            </p:cNvPr>
            <p:cNvCxnSpPr/>
            <p:nvPr/>
          </p:nvCxnSpPr>
          <p:spPr>
            <a:xfrm>
              <a:off x="11550833" y="726565"/>
              <a:ext cx="0" cy="128316"/>
            </a:xfrm>
            <a:prstGeom prst="line">
              <a:avLst/>
            </a:prstGeom>
            <a:ln>
              <a:solidFill>
                <a:schemeClr val="accent2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900" name="TextBox 638">
            <a:extLst>
              <a:ext uri="{FF2B5EF4-FFF2-40B4-BE49-F238E27FC236}">
                <a16:creationId xmlns:a16="http://schemas.microsoft.com/office/drawing/2014/main" id="{3ECC2E44-3EB9-EDA8-A8FD-3C7EDF734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90300" y="387350"/>
            <a:ext cx="5572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fld id="{F42F2751-6F8C-42C3-A6E2-889466CF39D2}" type="slidenum">
              <a:rPr lang="en-US" altLang="LID4096" sz="1200">
                <a:solidFill>
                  <a:schemeClr val="bg1"/>
                </a:solidFill>
              </a:rPr>
              <a:pPr algn="ctr" eaLnBrk="1" hangingPunct="1"/>
              <a:t>4</a:t>
            </a:fld>
            <a:endParaRPr lang="en-US" altLang="LID4096" sz="1200">
              <a:solidFill>
                <a:schemeClr val="bg1"/>
              </a:solidFill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45F3DBC3-D6C4-28A9-A716-CC930822B2EE}"/>
              </a:ext>
            </a:extLst>
          </p:cNvPr>
          <p:cNvSpPr txBox="1"/>
          <p:nvPr/>
        </p:nvSpPr>
        <p:spPr>
          <a:xfrm>
            <a:off x="217488" y="387350"/>
            <a:ext cx="31934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>
                <a:solidFill>
                  <a:schemeClr val="tx2"/>
                </a:solidFill>
                <a:latin typeface="Source Sans Pro" panose="020B0503030403020204" pitchFamily="34" charset="0"/>
              </a:rPr>
              <a:t>Why This </a:t>
            </a:r>
            <a:r>
              <a:rPr lang="en-GB" sz="2800" b="1" dirty="0">
                <a:solidFill>
                  <a:srgbClr val="FC0073"/>
                </a:solidFill>
                <a:latin typeface="Source Sans Pro" panose="020B0503030403020204" pitchFamily="34" charset="0"/>
              </a:rPr>
              <a:t>Design?</a:t>
            </a:r>
            <a:endParaRPr lang="en-US" sz="2800" b="1" dirty="0">
              <a:solidFill>
                <a:srgbClr val="FC0073"/>
              </a:solidFill>
              <a:latin typeface="Source Sans Pro" panose="020B0503030403020204" pitchFamily="34" charset="0"/>
            </a:endParaRPr>
          </a:p>
        </p:txBody>
      </p:sp>
      <p:sp>
        <p:nvSpPr>
          <p:cNvPr id="80902" name="Freeform 6">
            <a:extLst>
              <a:ext uri="{FF2B5EF4-FFF2-40B4-BE49-F238E27FC236}">
                <a16:creationId xmlns:a16="http://schemas.microsoft.com/office/drawing/2014/main" id="{C327A3DB-410E-68F8-84A6-F73CCE973211}"/>
              </a:ext>
            </a:extLst>
          </p:cNvPr>
          <p:cNvSpPr>
            <a:spLocks/>
          </p:cNvSpPr>
          <p:nvPr/>
        </p:nvSpPr>
        <p:spPr bwMode="auto">
          <a:xfrm>
            <a:off x="-228600" y="3071813"/>
            <a:ext cx="3754438" cy="3806825"/>
          </a:xfrm>
          <a:custGeom>
            <a:avLst/>
            <a:gdLst>
              <a:gd name="T0" fmla="*/ 947524 w 1129"/>
              <a:gd name="T1" fmla="*/ 3805541 h 1144"/>
              <a:gd name="T2" fmla="*/ 1349807 w 1129"/>
              <a:gd name="T3" fmla="*/ 3399705 h 1144"/>
              <a:gd name="T4" fmla="*/ 2310629 w 1129"/>
              <a:gd name="T5" fmla="*/ 2351851 h 1144"/>
              <a:gd name="T6" fmla="*/ 2483511 w 1129"/>
              <a:gd name="T7" fmla="*/ 1936036 h 1144"/>
              <a:gd name="T8" fmla="*/ 2643094 w 1129"/>
              <a:gd name="T9" fmla="*/ 2009219 h 1144"/>
              <a:gd name="T10" fmla="*/ 2799352 w 1129"/>
              <a:gd name="T11" fmla="*/ 1759730 h 1144"/>
              <a:gd name="T12" fmla="*/ 3005481 w 1129"/>
              <a:gd name="T13" fmla="*/ 1743097 h 1144"/>
              <a:gd name="T14" fmla="*/ 3081947 w 1129"/>
              <a:gd name="T15" fmla="*/ 1360547 h 1144"/>
              <a:gd name="T16" fmla="*/ 3384490 w 1129"/>
              <a:gd name="T17" fmla="*/ 1104405 h 1144"/>
              <a:gd name="T18" fmla="*/ 3567346 w 1129"/>
              <a:gd name="T19" fmla="*/ 891508 h 1144"/>
              <a:gd name="T20" fmla="*/ 3750201 w 1129"/>
              <a:gd name="T21" fmla="*/ 765100 h 1144"/>
              <a:gd name="T22" fmla="*/ 3487554 w 1129"/>
              <a:gd name="T23" fmla="*/ 472366 h 1144"/>
              <a:gd name="T24" fmla="*/ 3052026 w 1129"/>
              <a:gd name="T25" fmla="*/ 216224 h 1144"/>
              <a:gd name="T26" fmla="*/ 2573276 w 1129"/>
              <a:gd name="T27" fmla="*/ 13306 h 1144"/>
              <a:gd name="T28" fmla="*/ 1988139 w 1129"/>
              <a:gd name="T29" fmla="*/ 172979 h 1144"/>
              <a:gd name="T30" fmla="*/ 1260041 w 1129"/>
              <a:gd name="T31" fmla="*/ 389203 h 1144"/>
              <a:gd name="T32" fmla="*/ 1077185 w 1129"/>
              <a:gd name="T33" fmla="*/ 785059 h 1144"/>
              <a:gd name="T34" fmla="*/ 771318 w 1129"/>
              <a:gd name="T35" fmla="*/ 2225443 h 1144"/>
              <a:gd name="T36" fmla="*/ 0 w 1129"/>
              <a:gd name="T37" fmla="*/ 3469562 h 1144"/>
              <a:gd name="T38" fmla="*/ 106389 w 1129"/>
              <a:gd name="T39" fmla="*/ 3805541 h 1144"/>
              <a:gd name="T40" fmla="*/ 947524 w 1129"/>
              <a:gd name="T41" fmla="*/ 3805541 h 1144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129" h="1144">
                <a:moveTo>
                  <a:pt x="285" y="1144"/>
                </a:moveTo>
                <a:cubicBezTo>
                  <a:pt x="334" y="1103"/>
                  <a:pt x="375" y="1064"/>
                  <a:pt x="406" y="1022"/>
                </a:cubicBezTo>
                <a:cubicBezTo>
                  <a:pt x="505" y="888"/>
                  <a:pt x="587" y="832"/>
                  <a:pt x="695" y="707"/>
                </a:cubicBezTo>
                <a:cubicBezTo>
                  <a:pt x="724" y="674"/>
                  <a:pt x="747" y="582"/>
                  <a:pt x="747" y="582"/>
                </a:cubicBezTo>
                <a:cubicBezTo>
                  <a:pt x="747" y="582"/>
                  <a:pt x="760" y="622"/>
                  <a:pt x="795" y="604"/>
                </a:cubicBezTo>
                <a:cubicBezTo>
                  <a:pt x="829" y="585"/>
                  <a:pt x="842" y="529"/>
                  <a:pt x="842" y="529"/>
                </a:cubicBezTo>
                <a:cubicBezTo>
                  <a:pt x="842" y="529"/>
                  <a:pt x="884" y="555"/>
                  <a:pt x="904" y="524"/>
                </a:cubicBezTo>
                <a:cubicBezTo>
                  <a:pt x="924" y="493"/>
                  <a:pt x="927" y="409"/>
                  <a:pt x="927" y="409"/>
                </a:cubicBezTo>
                <a:cubicBezTo>
                  <a:pt x="927" y="409"/>
                  <a:pt x="977" y="370"/>
                  <a:pt x="1018" y="332"/>
                </a:cubicBezTo>
                <a:cubicBezTo>
                  <a:pt x="1059" y="293"/>
                  <a:pt x="1073" y="268"/>
                  <a:pt x="1073" y="268"/>
                </a:cubicBezTo>
                <a:cubicBezTo>
                  <a:pt x="1073" y="268"/>
                  <a:pt x="1129" y="260"/>
                  <a:pt x="1128" y="230"/>
                </a:cubicBezTo>
                <a:cubicBezTo>
                  <a:pt x="1127" y="201"/>
                  <a:pt x="1075" y="168"/>
                  <a:pt x="1049" y="142"/>
                </a:cubicBezTo>
                <a:cubicBezTo>
                  <a:pt x="1024" y="116"/>
                  <a:pt x="977" y="87"/>
                  <a:pt x="918" y="65"/>
                </a:cubicBezTo>
                <a:cubicBezTo>
                  <a:pt x="859" y="44"/>
                  <a:pt x="803" y="0"/>
                  <a:pt x="774" y="4"/>
                </a:cubicBezTo>
                <a:cubicBezTo>
                  <a:pt x="744" y="7"/>
                  <a:pt x="646" y="37"/>
                  <a:pt x="598" y="52"/>
                </a:cubicBezTo>
                <a:cubicBezTo>
                  <a:pt x="551" y="67"/>
                  <a:pt x="403" y="87"/>
                  <a:pt x="379" y="117"/>
                </a:cubicBezTo>
                <a:cubicBezTo>
                  <a:pt x="354" y="147"/>
                  <a:pt x="336" y="158"/>
                  <a:pt x="324" y="236"/>
                </a:cubicBezTo>
                <a:cubicBezTo>
                  <a:pt x="312" y="313"/>
                  <a:pt x="272" y="565"/>
                  <a:pt x="232" y="669"/>
                </a:cubicBezTo>
                <a:cubicBezTo>
                  <a:pt x="192" y="772"/>
                  <a:pt x="107" y="889"/>
                  <a:pt x="0" y="1043"/>
                </a:cubicBezTo>
                <a:cubicBezTo>
                  <a:pt x="32" y="1144"/>
                  <a:pt x="32" y="1144"/>
                  <a:pt x="32" y="1144"/>
                </a:cubicBezTo>
                <a:lnTo>
                  <a:pt x="285" y="1144"/>
                </a:lnTo>
                <a:close/>
              </a:path>
            </a:pathLst>
          </a:custGeom>
          <a:solidFill>
            <a:srgbClr val="BC907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80903" name="Freeform 8">
            <a:extLst>
              <a:ext uri="{FF2B5EF4-FFF2-40B4-BE49-F238E27FC236}">
                <a16:creationId xmlns:a16="http://schemas.microsoft.com/office/drawing/2014/main" id="{E9CD5803-A956-09D0-ADD2-0985501EFC6A}"/>
              </a:ext>
            </a:extLst>
          </p:cNvPr>
          <p:cNvSpPr>
            <a:spLocks/>
          </p:cNvSpPr>
          <p:nvPr/>
        </p:nvSpPr>
        <p:spPr bwMode="auto">
          <a:xfrm>
            <a:off x="1230313" y="3335338"/>
            <a:ext cx="2028825" cy="1177925"/>
          </a:xfrm>
          <a:custGeom>
            <a:avLst/>
            <a:gdLst>
              <a:gd name="T0" fmla="*/ 558694 w 610"/>
              <a:gd name="T1" fmla="*/ 1178073 h 354"/>
              <a:gd name="T2" fmla="*/ 419020 w 610"/>
              <a:gd name="T3" fmla="*/ 1064925 h 354"/>
              <a:gd name="T4" fmla="*/ 405718 w 610"/>
              <a:gd name="T5" fmla="*/ 998367 h 354"/>
              <a:gd name="T6" fmla="*/ 608577 w 610"/>
              <a:gd name="T7" fmla="*/ 981728 h 354"/>
              <a:gd name="T8" fmla="*/ 146325 w 610"/>
              <a:gd name="T9" fmla="*/ 562413 h 354"/>
              <a:gd name="T10" fmla="*/ 538741 w 610"/>
              <a:gd name="T11" fmla="*/ 672234 h 354"/>
              <a:gd name="T12" fmla="*/ 485532 w 610"/>
              <a:gd name="T13" fmla="*/ 346101 h 354"/>
              <a:gd name="T14" fmla="*/ 578647 w 610"/>
              <a:gd name="T15" fmla="*/ 332789 h 354"/>
              <a:gd name="T16" fmla="*/ 1004319 w 610"/>
              <a:gd name="T17" fmla="*/ 289526 h 354"/>
              <a:gd name="T18" fmla="*/ 1120713 w 610"/>
              <a:gd name="T19" fmla="*/ 63230 h 354"/>
              <a:gd name="T20" fmla="*/ 1227131 w 610"/>
              <a:gd name="T21" fmla="*/ 229624 h 354"/>
              <a:gd name="T22" fmla="*/ 1526432 w 610"/>
              <a:gd name="T23" fmla="*/ 302838 h 354"/>
              <a:gd name="T24" fmla="*/ 1649477 w 610"/>
              <a:gd name="T25" fmla="*/ 222969 h 354"/>
              <a:gd name="T26" fmla="*/ 1696035 w 610"/>
              <a:gd name="T27" fmla="*/ 289526 h 354"/>
              <a:gd name="T28" fmla="*/ 2028591 w 610"/>
              <a:gd name="T29" fmla="*/ 209657 h 354"/>
              <a:gd name="T30" fmla="*/ 1360154 w 610"/>
              <a:gd name="T31" fmla="*/ 582381 h 354"/>
              <a:gd name="T32" fmla="*/ 971063 w 610"/>
              <a:gd name="T33" fmla="*/ 901858 h 354"/>
              <a:gd name="T34" fmla="*/ 558694 w 610"/>
              <a:gd name="T35" fmla="*/ 1178073 h 354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610" h="354">
                <a:moveTo>
                  <a:pt x="168" y="354"/>
                </a:moveTo>
                <a:cubicBezTo>
                  <a:pt x="181" y="329"/>
                  <a:pt x="165" y="316"/>
                  <a:pt x="126" y="320"/>
                </a:cubicBezTo>
                <a:cubicBezTo>
                  <a:pt x="86" y="323"/>
                  <a:pt x="87" y="310"/>
                  <a:pt x="122" y="300"/>
                </a:cubicBezTo>
                <a:cubicBezTo>
                  <a:pt x="158" y="291"/>
                  <a:pt x="221" y="327"/>
                  <a:pt x="183" y="295"/>
                </a:cubicBezTo>
                <a:cubicBezTo>
                  <a:pt x="146" y="263"/>
                  <a:pt x="0" y="148"/>
                  <a:pt x="44" y="169"/>
                </a:cubicBezTo>
                <a:cubicBezTo>
                  <a:pt x="88" y="191"/>
                  <a:pt x="124" y="238"/>
                  <a:pt x="162" y="202"/>
                </a:cubicBezTo>
                <a:cubicBezTo>
                  <a:pt x="200" y="166"/>
                  <a:pt x="176" y="127"/>
                  <a:pt x="146" y="104"/>
                </a:cubicBezTo>
                <a:cubicBezTo>
                  <a:pt x="116" y="81"/>
                  <a:pt x="137" y="86"/>
                  <a:pt x="174" y="100"/>
                </a:cubicBezTo>
                <a:cubicBezTo>
                  <a:pt x="211" y="114"/>
                  <a:pt x="274" y="99"/>
                  <a:pt x="302" y="87"/>
                </a:cubicBezTo>
                <a:cubicBezTo>
                  <a:pt x="330" y="74"/>
                  <a:pt x="327" y="0"/>
                  <a:pt x="337" y="19"/>
                </a:cubicBezTo>
                <a:cubicBezTo>
                  <a:pt x="348" y="38"/>
                  <a:pt x="344" y="57"/>
                  <a:pt x="369" y="69"/>
                </a:cubicBezTo>
                <a:cubicBezTo>
                  <a:pt x="394" y="81"/>
                  <a:pt x="437" y="91"/>
                  <a:pt x="459" y="91"/>
                </a:cubicBezTo>
                <a:cubicBezTo>
                  <a:pt x="480" y="91"/>
                  <a:pt x="480" y="89"/>
                  <a:pt x="496" y="67"/>
                </a:cubicBezTo>
                <a:cubicBezTo>
                  <a:pt x="512" y="44"/>
                  <a:pt x="483" y="99"/>
                  <a:pt x="510" y="87"/>
                </a:cubicBezTo>
                <a:cubicBezTo>
                  <a:pt x="538" y="74"/>
                  <a:pt x="585" y="65"/>
                  <a:pt x="610" y="63"/>
                </a:cubicBezTo>
                <a:cubicBezTo>
                  <a:pt x="571" y="79"/>
                  <a:pt x="535" y="81"/>
                  <a:pt x="409" y="175"/>
                </a:cubicBezTo>
                <a:cubicBezTo>
                  <a:pt x="359" y="213"/>
                  <a:pt x="323" y="250"/>
                  <a:pt x="292" y="271"/>
                </a:cubicBezTo>
                <a:cubicBezTo>
                  <a:pt x="241" y="306"/>
                  <a:pt x="207" y="319"/>
                  <a:pt x="168" y="354"/>
                </a:cubicBezTo>
                <a:close/>
              </a:path>
            </a:pathLst>
          </a:custGeom>
          <a:solidFill>
            <a:srgbClr val="8C6A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80904" name="Freeform 12">
            <a:extLst>
              <a:ext uri="{FF2B5EF4-FFF2-40B4-BE49-F238E27FC236}">
                <a16:creationId xmlns:a16="http://schemas.microsoft.com/office/drawing/2014/main" id="{D0E4413B-60E5-082F-5160-B27F90F82718}"/>
              </a:ext>
            </a:extLst>
          </p:cNvPr>
          <p:cNvSpPr>
            <a:spLocks/>
          </p:cNvSpPr>
          <p:nvPr/>
        </p:nvSpPr>
        <p:spPr bwMode="auto">
          <a:xfrm>
            <a:off x="-171450" y="3141663"/>
            <a:ext cx="3241675" cy="3736975"/>
          </a:xfrm>
          <a:custGeom>
            <a:avLst/>
            <a:gdLst>
              <a:gd name="T0" fmla="*/ 738135 w 975"/>
              <a:gd name="T1" fmla="*/ 3736656 h 1123"/>
              <a:gd name="T2" fmla="*/ 1117177 w 975"/>
              <a:gd name="T3" fmla="*/ 3310750 h 1123"/>
              <a:gd name="T4" fmla="*/ 2028209 w 975"/>
              <a:gd name="T5" fmla="*/ 2189421 h 1123"/>
              <a:gd name="T6" fmla="*/ 2643321 w 975"/>
              <a:gd name="T7" fmla="*/ 1400830 h 1123"/>
              <a:gd name="T8" fmla="*/ 2802918 w 975"/>
              <a:gd name="T9" fmla="*/ 1137966 h 1123"/>
              <a:gd name="T10" fmla="*/ 2457125 w 975"/>
              <a:gd name="T11" fmla="*/ 1154603 h 1123"/>
              <a:gd name="T12" fmla="*/ 1905186 w 975"/>
              <a:gd name="T13" fmla="*/ 1394175 h 1123"/>
              <a:gd name="T14" fmla="*/ 1682416 w 975"/>
              <a:gd name="T15" fmla="*/ 1284372 h 1123"/>
              <a:gd name="T16" fmla="*/ 1695715 w 975"/>
              <a:gd name="T17" fmla="*/ 1058109 h 1123"/>
              <a:gd name="T18" fmla="*/ 1492895 w 975"/>
              <a:gd name="T19" fmla="*/ 638858 h 1123"/>
              <a:gd name="T20" fmla="*/ 1798788 w 975"/>
              <a:gd name="T21" fmla="*/ 715388 h 1123"/>
              <a:gd name="T22" fmla="*/ 1838688 w 975"/>
              <a:gd name="T23" fmla="*/ 405941 h 1123"/>
              <a:gd name="T24" fmla="*/ 2207755 w 975"/>
              <a:gd name="T25" fmla="*/ 422578 h 1123"/>
              <a:gd name="T26" fmla="*/ 2536923 w 975"/>
              <a:gd name="T27" fmla="*/ 192988 h 1123"/>
              <a:gd name="T28" fmla="*/ 2759694 w 975"/>
              <a:gd name="T29" fmla="*/ 329411 h 1123"/>
              <a:gd name="T30" fmla="*/ 2979139 w 975"/>
              <a:gd name="T31" fmla="*/ 319429 h 1123"/>
              <a:gd name="T32" fmla="*/ 3168660 w 975"/>
              <a:gd name="T33" fmla="*/ 372667 h 1123"/>
              <a:gd name="T34" fmla="*/ 2842817 w 975"/>
              <a:gd name="T35" fmla="*/ 159715 h 1123"/>
              <a:gd name="T36" fmla="*/ 2181156 w 975"/>
              <a:gd name="T37" fmla="*/ 109804 h 1123"/>
              <a:gd name="T38" fmla="*/ 1200301 w 975"/>
              <a:gd name="T39" fmla="*/ 519072 h 1123"/>
              <a:gd name="T40" fmla="*/ 1050679 w 975"/>
              <a:gd name="T41" fmla="*/ 1367556 h 1123"/>
              <a:gd name="T42" fmla="*/ 811283 w 975"/>
              <a:gd name="T43" fmla="*/ 2206058 h 1123"/>
              <a:gd name="T44" fmla="*/ 0 w 975"/>
              <a:gd name="T45" fmla="*/ 3580269 h 1123"/>
              <a:gd name="T46" fmla="*/ 49874 w 975"/>
              <a:gd name="T47" fmla="*/ 3736656 h 1123"/>
              <a:gd name="T48" fmla="*/ 738135 w 975"/>
              <a:gd name="T49" fmla="*/ 3736656 h 1123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975" h="1123">
                <a:moveTo>
                  <a:pt x="222" y="1123"/>
                </a:moveTo>
                <a:cubicBezTo>
                  <a:pt x="266" y="1078"/>
                  <a:pt x="303" y="1035"/>
                  <a:pt x="336" y="995"/>
                </a:cubicBezTo>
                <a:cubicBezTo>
                  <a:pt x="403" y="911"/>
                  <a:pt x="544" y="788"/>
                  <a:pt x="610" y="658"/>
                </a:cubicBezTo>
                <a:cubicBezTo>
                  <a:pt x="676" y="529"/>
                  <a:pt x="714" y="471"/>
                  <a:pt x="795" y="421"/>
                </a:cubicBezTo>
                <a:cubicBezTo>
                  <a:pt x="876" y="370"/>
                  <a:pt x="863" y="365"/>
                  <a:pt x="843" y="342"/>
                </a:cubicBezTo>
                <a:cubicBezTo>
                  <a:pt x="823" y="319"/>
                  <a:pt x="795" y="296"/>
                  <a:pt x="739" y="347"/>
                </a:cubicBezTo>
                <a:cubicBezTo>
                  <a:pt x="682" y="398"/>
                  <a:pt x="599" y="445"/>
                  <a:pt x="573" y="419"/>
                </a:cubicBezTo>
                <a:cubicBezTo>
                  <a:pt x="546" y="392"/>
                  <a:pt x="550" y="386"/>
                  <a:pt x="506" y="386"/>
                </a:cubicBezTo>
                <a:cubicBezTo>
                  <a:pt x="461" y="387"/>
                  <a:pt x="534" y="345"/>
                  <a:pt x="510" y="318"/>
                </a:cubicBezTo>
                <a:cubicBezTo>
                  <a:pt x="486" y="291"/>
                  <a:pt x="394" y="175"/>
                  <a:pt x="449" y="192"/>
                </a:cubicBezTo>
                <a:cubicBezTo>
                  <a:pt x="503" y="208"/>
                  <a:pt x="517" y="238"/>
                  <a:pt x="541" y="215"/>
                </a:cubicBezTo>
                <a:cubicBezTo>
                  <a:pt x="566" y="191"/>
                  <a:pt x="505" y="109"/>
                  <a:pt x="553" y="122"/>
                </a:cubicBezTo>
                <a:cubicBezTo>
                  <a:pt x="601" y="135"/>
                  <a:pt x="609" y="144"/>
                  <a:pt x="664" y="127"/>
                </a:cubicBezTo>
                <a:cubicBezTo>
                  <a:pt x="718" y="109"/>
                  <a:pt x="741" y="39"/>
                  <a:pt x="763" y="58"/>
                </a:cubicBezTo>
                <a:cubicBezTo>
                  <a:pt x="785" y="78"/>
                  <a:pt x="797" y="80"/>
                  <a:pt x="830" y="99"/>
                </a:cubicBezTo>
                <a:cubicBezTo>
                  <a:pt x="863" y="119"/>
                  <a:pt x="875" y="102"/>
                  <a:pt x="896" y="96"/>
                </a:cubicBezTo>
                <a:cubicBezTo>
                  <a:pt x="917" y="91"/>
                  <a:pt x="931" y="123"/>
                  <a:pt x="953" y="112"/>
                </a:cubicBezTo>
                <a:cubicBezTo>
                  <a:pt x="975" y="100"/>
                  <a:pt x="889" y="70"/>
                  <a:pt x="855" y="48"/>
                </a:cubicBezTo>
                <a:cubicBezTo>
                  <a:pt x="822" y="26"/>
                  <a:pt x="773" y="0"/>
                  <a:pt x="656" y="33"/>
                </a:cubicBezTo>
                <a:cubicBezTo>
                  <a:pt x="539" y="67"/>
                  <a:pt x="356" y="104"/>
                  <a:pt x="361" y="156"/>
                </a:cubicBezTo>
                <a:cubicBezTo>
                  <a:pt x="366" y="208"/>
                  <a:pt x="346" y="322"/>
                  <a:pt x="316" y="411"/>
                </a:cubicBezTo>
                <a:cubicBezTo>
                  <a:pt x="287" y="500"/>
                  <a:pt x="265" y="620"/>
                  <a:pt x="244" y="663"/>
                </a:cubicBezTo>
                <a:cubicBezTo>
                  <a:pt x="222" y="706"/>
                  <a:pt x="115" y="887"/>
                  <a:pt x="0" y="1076"/>
                </a:cubicBezTo>
                <a:cubicBezTo>
                  <a:pt x="15" y="1123"/>
                  <a:pt x="15" y="1123"/>
                  <a:pt x="15" y="1123"/>
                </a:cubicBezTo>
                <a:lnTo>
                  <a:pt x="222" y="1123"/>
                </a:lnTo>
                <a:close/>
              </a:path>
            </a:pathLst>
          </a:custGeom>
          <a:solidFill>
            <a:srgbClr val="C89E8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80905" name="Freeform 16">
            <a:extLst>
              <a:ext uri="{FF2B5EF4-FFF2-40B4-BE49-F238E27FC236}">
                <a16:creationId xmlns:a16="http://schemas.microsoft.com/office/drawing/2014/main" id="{460902C4-5B0B-4CF7-E7A5-641B66031DBA}"/>
              </a:ext>
            </a:extLst>
          </p:cNvPr>
          <p:cNvSpPr>
            <a:spLocks/>
          </p:cNvSpPr>
          <p:nvPr/>
        </p:nvSpPr>
        <p:spPr bwMode="auto">
          <a:xfrm>
            <a:off x="266700" y="5589588"/>
            <a:ext cx="1044575" cy="1006475"/>
          </a:xfrm>
          <a:custGeom>
            <a:avLst/>
            <a:gdLst>
              <a:gd name="T0" fmla="*/ 1044520 w 314"/>
              <a:gd name="T1" fmla="*/ 452654 h 302"/>
              <a:gd name="T2" fmla="*/ 169651 w 314"/>
              <a:gd name="T3" fmla="*/ 89865 h 302"/>
              <a:gd name="T4" fmla="*/ 33265 w 314"/>
              <a:gd name="T5" fmla="*/ 349475 h 302"/>
              <a:gd name="T6" fmla="*/ 1044520 w 314"/>
              <a:gd name="T7" fmla="*/ 452654 h 30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14" h="302">
                <a:moveTo>
                  <a:pt x="314" y="136"/>
                </a:moveTo>
                <a:cubicBezTo>
                  <a:pt x="271" y="182"/>
                  <a:pt x="36" y="52"/>
                  <a:pt x="51" y="27"/>
                </a:cubicBezTo>
                <a:cubicBezTo>
                  <a:pt x="67" y="0"/>
                  <a:pt x="0" y="22"/>
                  <a:pt x="10" y="105"/>
                </a:cubicBezTo>
                <a:cubicBezTo>
                  <a:pt x="19" y="188"/>
                  <a:pt x="274" y="302"/>
                  <a:pt x="314" y="136"/>
                </a:cubicBezTo>
                <a:close/>
              </a:path>
            </a:pathLst>
          </a:custGeom>
          <a:solidFill>
            <a:srgbClr val="BC907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650" name="Freeform 17">
            <a:extLst>
              <a:ext uri="{FF2B5EF4-FFF2-40B4-BE49-F238E27FC236}">
                <a16:creationId xmlns:a16="http://schemas.microsoft.com/office/drawing/2014/main" id="{FDB8FAA8-D069-D4AA-1EAA-99B41AC5E079}"/>
              </a:ext>
            </a:extLst>
          </p:cNvPr>
          <p:cNvSpPr>
            <a:spLocks/>
          </p:cNvSpPr>
          <p:nvPr/>
        </p:nvSpPr>
        <p:spPr bwMode="auto">
          <a:xfrm>
            <a:off x="-188913" y="5611813"/>
            <a:ext cx="1558926" cy="1103312"/>
          </a:xfrm>
          <a:custGeom>
            <a:avLst/>
            <a:gdLst>
              <a:gd name="T0" fmla="*/ 448 w 469"/>
              <a:gd name="T1" fmla="*/ 263 h 332"/>
              <a:gd name="T2" fmla="*/ 469 w 469"/>
              <a:gd name="T3" fmla="*/ 214 h 332"/>
              <a:gd name="T4" fmla="*/ 27 w 469"/>
              <a:gd name="T5" fmla="*/ 0 h 332"/>
              <a:gd name="T6" fmla="*/ 21 w 469"/>
              <a:gd name="T7" fmla="*/ 88 h 332"/>
              <a:gd name="T8" fmla="*/ 448 w 469"/>
              <a:gd name="T9" fmla="*/ 263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9" h="332">
                <a:moveTo>
                  <a:pt x="448" y="263"/>
                </a:moveTo>
                <a:cubicBezTo>
                  <a:pt x="463" y="256"/>
                  <a:pt x="469" y="214"/>
                  <a:pt x="469" y="214"/>
                </a:cubicBezTo>
                <a:cubicBezTo>
                  <a:pt x="423" y="170"/>
                  <a:pt x="149" y="35"/>
                  <a:pt x="27" y="0"/>
                </a:cubicBezTo>
                <a:cubicBezTo>
                  <a:pt x="27" y="0"/>
                  <a:pt x="0" y="31"/>
                  <a:pt x="21" y="88"/>
                </a:cubicBezTo>
                <a:cubicBezTo>
                  <a:pt x="42" y="145"/>
                  <a:pt x="358" y="332"/>
                  <a:pt x="448" y="26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651" name="Freeform 18">
            <a:extLst>
              <a:ext uri="{FF2B5EF4-FFF2-40B4-BE49-F238E27FC236}">
                <a16:creationId xmlns:a16="http://schemas.microsoft.com/office/drawing/2014/main" id="{785FEA35-8934-7B41-7F64-A02520239326}"/>
              </a:ext>
            </a:extLst>
          </p:cNvPr>
          <p:cNvSpPr>
            <a:spLocks/>
          </p:cNvSpPr>
          <p:nvPr/>
        </p:nvSpPr>
        <p:spPr bwMode="auto">
          <a:xfrm>
            <a:off x="-357188" y="5661025"/>
            <a:ext cx="1758951" cy="1217613"/>
          </a:xfrm>
          <a:custGeom>
            <a:avLst/>
            <a:gdLst>
              <a:gd name="T0" fmla="*/ 466 w 529"/>
              <a:gd name="T1" fmla="*/ 366 h 366"/>
              <a:gd name="T2" fmla="*/ 516 w 529"/>
              <a:gd name="T3" fmla="*/ 252 h 366"/>
              <a:gd name="T4" fmla="*/ 411 w 529"/>
              <a:gd name="T5" fmla="*/ 164 h 366"/>
              <a:gd name="T6" fmla="*/ 64 w 529"/>
              <a:gd name="T7" fmla="*/ 0 h 366"/>
              <a:gd name="T8" fmla="*/ 0 w 529"/>
              <a:gd name="T9" fmla="*/ 113 h 366"/>
              <a:gd name="T10" fmla="*/ 0 w 529"/>
              <a:gd name="T11" fmla="*/ 366 h 366"/>
              <a:gd name="T12" fmla="*/ 466 w 529"/>
              <a:gd name="T13" fmla="*/ 366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9" h="366">
                <a:moveTo>
                  <a:pt x="466" y="366"/>
                </a:moveTo>
                <a:cubicBezTo>
                  <a:pt x="491" y="312"/>
                  <a:pt x="508" y="266"/>
                  <a:pt x="516" y="252"/>
                </a:cubicBezTo>
                <a:cubicBezTo>
                  <a:pt x="529" y="226"/>
                  <a:pt x="485" y="206"/>
                  <a:pt x="411" y="164"/>
                </a:cubicBezTo>
                <a:cubicBezTo>
                  <a:pt x="336" y="121"/>
                  <a:pt x="91" y="7"/>
                  <a:pt x="64" y="0"/>
                </a:cubicBezTo>
                <a:cubicBezTo>
                  <a:pt x="54" y="18"/>
                  <a:pt x="30" y="60"/>
                  <a:pt x="0" y="113"/>
                </a:cubicBezTo>
                <a:cubicBezTo>
                  <a:pt x="0" y="366"/>
                  <a:pt x="0" y="366"/>
                  <a:pt x="0" y="366"/>
                </a:cubicBezTo>
                <a:lnTo>
                  <a:pt x="466" y="36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652" name="Freeform 19">
            <a:extLst>
              <a:ext uri="{FF2B5EF4-FFF2-40B4-BE49-F238E27FC236}">
                <a16:creationId xmlns:a16="http://schemas.microsoft.com/office/drawing/2014/main" id="{A2110613-D8E2-ABE3-C476-695B1B463593}"/>
              </a:ext>
            </a:extLst>
          </p:cNvPr>
          <p:cNvSpPr>
            <a:spLocks/>
          </p:cNvSpPr>
          <p:nvPr/>
        </p:nvSpPr>
        <p:spPr bwMode="auto">
          <a:xfrm>
            <a:off x="-357188" y="5721350"/>
            <a:ext cx="1704976" cy="1157288"/>
          </a:xfrm>
          <a:custGeom>
            <a:avLst/>
            <a:gdLst>
              <a:gd name="T0" fmla="*/ 451 w 513"/>
              <a:gd name="T1" fmla="*/ 348 h 348"/>
              <a:gd name="T2" fmla="*/ 500 w 513"/>
              <a:gd name="T3" fmla="*/ 239 h 348"/>
              <a:gd name="T4" fmla="*/ 401 w 513"/>
              <a:gd name="T5" fmla="*/ 155 h 348"/>
              <a:gd name="T6" fmla="*/ 73 w 513"/>
              <a:gd name="T7" fmla="*/ 0 h 348"/>
              <a:gd name="T8" fmla="*/ 0 w 513"/>
              <a:gd name="T9" fmla="*/ 131 h 348"/>
              <a:gd name="T10" fmla="*/ 0 w 513"/>
              <a:gd name="T11" fmla="*/ 348 h 348"/>
              <a:gd name="T12" fmla="*/ 451 w 513"/>
              <a:gd name="T13" fmla="*/ 348 h 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13" h="348">
                <a:moveTo>
                  <a:pt x="451" y="348"/>
                </a:moveTo>
                <a:cubicBezTo>
                  <a:pt x="471" y="305"/>
                  <a:pt x="492" y="254"/>
                  <a:pt x="500" y="239"/>
                </a:cubicBezTo>
                <a:cubicBezTo>
                  <a:pt x="513" y="215"/>
                  <a:pt x="472" y="196"/>
                  <a:pt x="401" y="155"/>
                </a:cubicBezTo>
                <a:cubicBezTo>
                  <a:pt x="330" y="115"/>
                  <a:pt x="98" y="7"/>
                  <a:pt x="73" y="0"/>
                </a:cubicBezTo>
                <a:cubicBezTo>
                  <a:pt x="69" y="11"/>
                  <a:pt x="38" y="66"/>
                  <a:pt x="0" y="131"/>
                </a:cubicBezTo>
                <a:cubicBezTo>
                  <a:pt x="0" y="348"/>
                  <a:pt x="0" y="348"/>
                  <a:pt x="0" y="348"/>
                </a:cubicBezTo>
                <a:lnTo>
                  <a:pt x="451" y="34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0909" name="Freeform 20">
            <a:extLst>
              <a:ext uri="{FF2B5EF4-FFF2-40B4-BE49-F238E27FC236}">
                <a16:creationId xmlns:a16="http://schemas.microsoft.com/office/drawing/2014/main" id="{FF2198B2-4F53-C569-CD5C-AE8FFE026BE4}"/>
              </a:ext>
            </a:extLst>
          </p:cNvPr>
          <p:cNvSpPr>
            <a:spLocks/>
          </p:cNvSpPr>
          <p:nvPr/>
        </p:nvSpPr>
        <p:spPr bwMode="auto">
          <a:xfrm>
            <a:off x="-71438" y="6037263"/>
            <a:ext cx="430213" cy="841375"/>
          </a:xfrm>
          <a:custGeom>
            <a:avLst/>
            <a:gdLst>
              <a:gd name="T0" fmla="*/ 431585 w 130"/>
              <a:gd name="T1" fmla="*/ 0 h 253"/>
              <a:gd name="T2" fmla="*/ 23239 w 130"/>
              <a:gd name="T3" fmla="*/ 840677 h 253"/>
              <a:gd name="T4" fmla="*/ 0 w 130"/>
              <a:gd name="T5" fmla="*/ 840677 h 253"/>
              <a:gd name="T6" fmla="*/ 431585 w 130"/>
              <a:gd name="T7" fmla="*/ 0 h 25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0" h="253">
                <a:moveTo>
                  <a:pt x="130" y="0"/>
                </a:moveTo>
                <a:cubicBezTo>
                  <a:pt x="95" y="87"/>
                  <a:pt x="46" y="182"/>
                  <a:pt x="7" y="253"/>
                </a:cubicBezTo>
                <a:cubicBezTo>
                  <a:pt x="0" y="253"/>
                  <a:pt x="0" y="253"/>
                  <a:pt x="0" y="253"/>
                </a:cubicBezTo>
                <a:cubicBezTo>
                  <a:pt x="31" y="180"/>
                  <a:pt x="83" y="84"/>
                  <a:pt x="130" y="0"/>
                </a:cubicBezTo>
                <a:close/>
              </a:path>
            </a:pathLst>
          </a:custGeom>
          <a:solidFill>
            <a:srgbClr val="0C22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80910" name="Freeform 21">
            <a:extLst>
              <a:ext uri="{FF2B5EF4-FFF2-40B4-BE49-F238E27FC236}">
                <a16:creationId xmlns:a16="http://schemas.microsoft.com/office/drawing/2014/main" id="{70D07E13-DFE7-23FB-7EAE-8CE048C92A2D}"/>
              </a:ext>
            </a:extLst>
          </p:cNvPr>
          <p:cNvSpPr>
            <a:spLocks noEditPoints="1"/>
          </p:cNvSpPr>
          <p:nvPr/>
        </p:nvSpPr>
        <p:spPr bwMode="auto">
          <a:xfrm>
            <a:off x="147638" y="6459538"/>
            <a:ext cx="279400" cy="246062"/>
          </a:xfrm>
          <a:custGeom>
            <a:avLst/>
            <a:gdLst>
              <a:gd name="T0" fmla="*/ 209818 w 84"/>
              <a:gd name="T1" fmla="*/ 226071 h 74"/>
              <a:gd name="T2" fmla="*/ 243122 w 84"/>
              <a:gd name="T3" fmla="*/ 56518 h 74"/>
              <a:gd name="T4" fmla="*/ 139879 w 84"/>
              <a:gd name="T5" fmla="*/ 0 h 74"/>
              <a:gd name="T6" fmla="*/ 139879 w 84"/>
              <a:gd name="T7" fmla="*/ 29921 h 74"/>
              <a:gd name="T8" fmla="*/ 219809 w 84"/>
              <a:gd name="T9" fmla="*/ 73140 h 74"/>
              <a:gd name="T10" fmla="*/ 193166 w 84"/>
              <a:gd name="T11" fmla="*/ 202799 h 74"/>
              <a:gd name="T12" fmla="*/ 139879 w 84"/>
              <a:gd name="T13" fmla="*/ 219421 h 74"/>
              <a:gd name="T14" fmla="*/ 139879 w 84"/>
              <a:gd name="T15" fmla="*/ 246018 h 74"/>
              <a:gd name="T16" fmla="*/ 209818 w 84"/>
              <a:gd name="T17" fmla="*/ 226071 h 74"/>
              <a:gd name="T18" fmla="*/ 139879 w 84"/>
              <a:gd name="T19" fmla="*/ 0 h 74"/>
              <a:gd name="T20" fmla="*/ 73270 w 84"/>
              <a:gd name="T21" fmla="*/ 23272 h 74"/>
              <a:gd name="T22" fmla="*/ 36635 w 84"/>
              <a:gd name="T23" fmla="*/ 192825 h 74"/>
              <a:gd name="T24" fmla="*/ 139879 w 84"/>
              <a:gd name="T25" fmla="*/ 246018 h 74"/>
              <a:gd name="T26" fmla="*/ 139879 w 84"/>
              <a:gd name="T27" fmla="*/ 219421 h 74"/>
              <a:gd name="T28" fmla="*/ 63278 w 84"/>
              <a:gd name="T29" fmla="*/ 176202 h 74"/>
              <a:gd name="T30" fmla="*/ 86591 w 84"/>
              <a:gd name="T31" fmla="*/ 46544 h 74"/>
              <a:gd name="T32" fmla="*/ 139879 w 84"/>
              <a:gd name="T33" fmla="*/ 29921 h 74"/>
              <a:gd name="T34" fmla="*/ 139879 w 84"/>
              <a:gd name="T35" fmla="*/ 0 h 74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84" h="74">
                <a:moveTo>
                  <a:pt x="63" y="68"/>
                </a:moveTo>
                <a:cubicBezTo>
                  <a:pt x="80" y="57"/>
                  <a:pt x="84" y="34"/>
                  <a:pt x="73" y="17"/>
                </a:cubicBezTo>
                <a:cubicBezTo>
                  <a:pt x="66" y="6"/>
                  <a:pt x="54" y="0"/>
                  <a:pt x="42" y="0"/>
                </a:cubicBezTo>
                <a:cubicBezTo>
                  <a:pt x="42" y="9"/>
                  <a:pt x="42" y="9"/>
                  <a:pt x="42" y="9"/>
                </a:cubicBezTo>
                <a:cubicBezTo>
                  <a:pt x="51" y="9"/>
                  <a:pt x="60" y="13"/>
                  <a:pt x="66" y="22"/>
                </a:cubicBezTo>
                <a:cubicBezTo>
                  <a:pt x="74" y="35"/>
                  <a:pt x="71" y="52"/>
                  <a:pt x="58" y="61"/>
                </a:cubicBezTo>
                <a:cubicBezTo>
                  <a:pt x="53" y="64"/>
                  <a:pt x="48" y="66"/>
                  <a:pt x="42" y="66"/>
                </a:cubicBezTo>
                <a:cubicBezTo>
                  <a:pt x="42" y="74"/>
                  <a:pt x="42" y="74"/>
                  <a:pt x="42" y="74"/>
                </a:cubicBezTo>
                <a:cubicBezTo>
                  <a:pt x="49" y="74"/>
                  <a:pt x="56" y="72"/>
                  <a:pt x="63" y="68"/>
                </a:cubicBezTo>
                <a:close/>
                <a:moveTo>
                  <a:pt x="42" y="0"/>
                </a:moveTo>
                <a:cubicBezTo>
                  <a:pt x="35" y="0"/>
                  <a:pt x="28" y="2"/>
                  <a:pt x="22" y="7"/>
                </a:cubicBezTo>
                <a:cubicBezTo>
                  <a:pt x="5" y="18"/>
                  <a:pt x="0" y="41"/>
                  <a:pt x="11" y="58"/>
                </a:cubicBezTo>
                <a:cubicBezTo>
                  <a:pt x="19" y="69"/>
                  <a:pt x="30" y="74"/>
                  <a:pt x="42" y="74"/>
                </a:cubicBezTo>
                <a:cubicBezTo>
                  <a:pt x="42" y="66"/>
                  <a:pt x="42" y="66"/>
                  <a:pt x="42" y="66"/>
                </a:cubicBezTo>
                <a:cubicBezTo>
                  <a:pt x="33" y="66"/>
                  <a:pt x="24" y="61"/>
                  <a:pt x="19" y="53"/>
                </a:cubicBezTo>
                <a:cubicBezTo>
                  <a:pt x="10" y="40"/>
                  <a:pt x="13" y="23"/>
                  <a:pt x="26" y="14"/>
                </a:cubicBezTo>
                <a:cubicBezTo>
                  <a:pt x="31" y="11"/>
                  <a:pt x="37" y="9"/>
                  <a:pt x="42" y="9"/>
                </a:cubicBezTo>
                <a:lnTo>
                  <a:pt x="42" y="0"/>
                </a:lnTo>
                <a:close/>
              </a:path>
            </a:pathLst>
          </a:custGeom>
          <a:solidFill>
            <a:srgbClr val="0C22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80911" name="Freeform 22">
            <a:extLst>
              <a:ext uri="{FF2B5EF4-FFF2-40B4-BE49-F238E27FC236}">
                <a16:creationId xmlns:a16="http://schemas.microsoft.com/office/drawing/2014/main" id="{BB4A79D2-C12E-98AF-981A-33BDC50C1139}"/>
              </a:ext>
            </a:extLst>
          </p:cNvPr>
          <p:cNvSpPr>
            <a:spLocks/>
          </p:cNvSpPr>
          <p:nvPr/>
        </p:nvSpPr>
        <p:spPr bwMode="auto">
          <a:xfrm>
            <a:off x="280988" y="6589713"/>
            <a:ext cx="55562" cy="52387"/>
          </a:xfrm>
          <a:custGeom>
            <a:avLst/>
            <a:gdLst>
              <a:gd name="T0" fmla="*/ 39694 w 17"/>
              <a:gd name="T1" fmla="*/ 45513 h 16"/>
              <a:gd name="T2" fmla="*/ 46310 w 17"/>
              <a:gd name="T3" fmla="*/ 13004 h 16"/>
              <a:gd name="T4" fmla="*/ 13231 w 17"/>
              <a:gd name="T5" fmla="*/ 6502 h 16"/>
              <a:gd name="T6" fmla="*/ 9923 w 17"/>
              <a:gd name="T7" fmla="*/ 39011 h 16"/>
              <a:gd name="T8" fmla="*/ 39694 w 17"/>
              <a:gd name="T9" fmla="*/ 45513 h 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" h="16">
                <a:moveTo>
                  <a:pt x="12" y="14"/>
                </a:moveTo>
                <a:cubicBezTo>
                  <a:pt x="16" y="11"/>
                  <a:pt x="17" y="7"/>
                  <a:pt x="14" y="4"/>
                </a:cubicBezTo>
                <a:cubicBezTo>
                  <a:pt x="12" y="0"/>
                  <a:pt x="8" y="0"/>
                  <a:pt x="4" y="2"/>
                </a:cubicBezTo>
                <a:cubicBezTo>
                  <a:pt x="1" y="4"/>
                  <a:pt x="0" y="8"/>
                  <a:pt x="3" y="12"/>
                </a:cubicBezTo>
                <a:cubicBezTo>
                  <a:pt x="5" y="15"/>
                  <a:pt x="9" y="16"/>
                  <a:pt x="12" y="14"/>
                </a:cubicBezTo>
                <a:close/>
              </a:path>
            </a:pathLst>
          </a:custGeom>
          <a:solidFill>
            <a:srgbClr val="0C22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80912" name="Freeform 23">
            <a:extLst>
              <a:ext uri="{FF2B5EF4-FFF2-40B4-BE49-F238E27FC236}">
                <a16:creationId xmlns:a16="http://schemas.microsoft.com/office/drawing/2014/main" id="{51F70707-289C-A0B3-91F2-7133D7D0843F}"/>
              </a:ext>
            </a:extLst>
          </p:cNvPr>
          <p:cNvSpPr>
            <a:spLocks/>
          </p:cNvSpPr>
          <p:nvPr/>
        </p:nvSpPr>
        <p:spPr bwMode="auto">
          <a:xfrm>
            <a:off x="239713" y="6526213"/>
            <a:ext cx="53975" cy="52387"/>
          </a:xfrm>
          <a:custGeom>
            <a:avLst/>
            <a:gdLst>
              <a:gd name="T0" fmla="*/ 40066 w 16"/>
              <a:gd name="T1" fmla="*/ 45513 h 16"/>
              <a:gd name="T2" fmla="*/ 46743 w 16"/>
              <a:gd name="T3" fmla="*/ 13004 h 16"/>
              <a:gd name="T4" fmla="*/ 13355 w 16"/>
              <a:gd name="T5" fmla="*/ 6502 h 16"/>
              <a:gd name="T6" fmla="*/ 6678 w 16"/>
              <a:gd name="T7" fmla="*/ 39011 h 16"/>
              <a:gd name="T8" fmla="*/ 40066 w 16"/>
              <a:gd name="T9" fmla="*/ 45513 h 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6">
                <a:moveTo>
                  <a:pt x="12" y="14"/>
                </a:moveTo>
                <a:cubicBezTo>
                  <a:pt x="15" y="12"/>
                  <a:pt x="16" y="7"/>
                  <a:pt x="14" y="4"/>
                </a:cubicBezTo>
                <a:cubicBezTo>
                  <a:pt x="12" y="1"/>
                  <a:pt x="7" y="0"/>
                  <a:pt x="4" y="2"/>
                </a:cubicBezTo>
                <a:cubicBezTo>
                  <a:pt x="1" y="4"/>
                  <a:pt x="0" y="9"/>
                  <a:pt x="2" y="12"/>
                </a:cubicBezTo>
                <a:cubicBezTo>
                  <a:pt x="4" y="15"/>
                  <a:pt x="9" y="16"/>
                  <a:pt x="12" y="14"/>
                </a:cubicBezTo>
                <a:close/>
              </a:path>
            </a:pathLst>
          </a:custGeom>
          <a:solidFill>
            <a:srgbClr val="0C22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80913" name="Freeform 24">
            <a:extLst>
              <a:ext uri="{FF2B5EF4-FFF2-40B4-BE49-F238E27FC236}">
                <a16:creationId xmlns:a16="http://schemas.microsoft.com/office/drawing/2014/main" id="{749C0ABC-7A95-9EB7-4A84-0A405A130CF4}"/>
              </a:ext>
            </a:extLst>
          </p:cNvPr>
          <p:cNvSpPr>
            <a:spLocks/>
          </p:cNvSpPr>
          <p:nvPr/>
        </p:nvSpPr>
        <p:spPr bwMode="auto">
          <a:xfrm>
            <a:off x="30163" y="6708775"/>
            <a:ext cx="260350" cy="169863"/>
          </a:xfrm>
          <a:custGeom>
            <a:avLst/>
            <a:gdLst>
              <a:gd name="T0" fmla="*/ 246739 w 78"/>
              <a:gd name="T1" fmla="*/ 168698 h 51"/>
              <a:gd name="T2" fmla="*/ 176718 w 78"/>
              <a:gd name="T3" fmla="*/ 26462 h 51"/>
              <a:gd name="T4" fmla="*/ 13337 w 78"/>
              <a:gd name="T5" fmla="*/ 86003 h 51"/>
              <a:gd name="T6" fmla="*/ 6669 w 78"/>
              <a:gd name="T7" fmla="*/ 168698 h 51"/>
              <a:gd name="T8" fmla="*/ 36677 w 78"/>
              <a:gd name="T9" fmla="*/ 168698 h 51"/>
              <a:gd name="T10" fmla="*/ 40012 w 78"/>
              <a:gd name="T11" fmla="*/ 99234 h 51"/>
              <a:gd name="T12" fmla="*/ 166715 w 78"/>
              <a:gd name="T13" fmla="*/ 52925 h 51"/>
              <a:gd name="T14" fmla="*/ 216730 w 78"/>
              <a:gd name="T15" fmla="*/ 168698 h 51"/>
              <a:gd name="T16" fmla="*/ 246739 w 78"/>
              <a:gd name="T17" fmla="*/ 168698 h 5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78" h="51">
                <a:moveTo>
                  <a:pt x="74" y="51"/>
                </a:moveTo>
                <a:cubicBezTo>
                  <a:pt x="78" y="34"/>
                  <a:pt x="70" y="16"/>
                  <a:pt x="53" y="8"/>
                </a:cubicBezTo>
                <a:cubicBezTo>
                  <a:pt x="35" y="0"/>
                  <a:pt x="13" y="8"/>
                  <a:pt x="4" y="26"/>
                </a:cubicBezTo>
                <a:cubicBezTo>
                  <a:pt x="1" y="34"/>
                  <a:pt x="0" y="43"/>
                  <a:pt x="2" y="51"/>
                </a:cubicBezTo>
                <a:cubicBezTo>
                  <a:pt x="11" y="51"/>
                  <a:pt x="11" y="51"/>
                  <a:pt x="11" y="51"/>
                </a:cubicBezTo>
                <a:cubicBezTo>
                  <a:pt x="9" y="44"/>
                  <a:pt x="9" y="37"/>
                  <a:pt x="12" y="30"/>
                </a:cubicBezTo>
                <a:cubicBezTo>
                  <a:pt x="19" y="16"/>
                  <a:pt x="36" y="10"/>
                  <a:pt x="50" y="16"/>
                </a:cubicBezTo>
                <a:cubicBezTo>
                  <a:pt x="63" y="22"/>
                  <a:pt x="69" y="37"/>
                  <a:pt x="65" y="51"/>
                </a:cubicBezTo>
                <a:lnTo>
                  <a:pt x="74" y="51"/>
                </a:lnTo>
                <a:close/>
              </a:path>
            </a:pathLst>
          </a:custGeom>
          <a:solidFill>
            <a:srgbClr val="0C22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80914" name="Freeform 25">
            <a:extLst>
              <a:ext uri="{FF2B5EF4-FFF2-40B4-BE49-F238E27FC236}">
                <a16:creationId xmlns:a16="http://schemas.microsoft.com/office/drawing/2014/main" id="{D7D7FB83-6109-4048-B452-6BEE01B90A1F}"/>
              </a:ext>
            </a:extLst>
          </p:cNvPr>
          <p:cNvSpPr>
            <a:spLocks/>
          </p:cNvSpPr>
          <p:nvPr/>
        </p:nvSpPr>
        <p:spPr bwMode="auto">
          <a:xfrm>
            <a:off x="117475" y="6854825"/>
            <a:ext cx="46038" cy="23813"/>
          </a:xfrm>
          <a:custGeom>
            <a:avLst/>
            <a:gdLst>
              <a:gd name="T0" fmla="*/ 46392 w 14"/>
              <a:gd name="T1" fmla="*/ 22493 h 7"/>
              <a:gd name="T2" fmla="*/ 33137 w 14"/>
              <a:gd name="T3" fmla="*/ 6427 h 7"/>
              <a:gd name="T4" fmla="*/ 3314 w 14"/>
              <a:gd name="T5" fmla="*/ 16066 h 7"/>
              <a:gd name="T6" fmla="*/ 0 w 14"/>
              <a:gd name="T7" fmla="*/ 22493 h 7"/>
              <a:gd name="T8" fmla="*/ 46392 w 14"/>
              <a:gd name="T9" fmla="*/ 22493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" h="7">
                <a:moveTo>
                  <a:pt x="14" y="7"/>
                </a:moveTo>
                <a:cubicBezTo>
                  <a:pt x="14" y="5"/>
                  <a:pt x="12" y="3"/>
                  <a:pt x="10" y="2"/>
                </a:cubicBezTo>
                <a:cubicBezTo>
                  <a:pt x="7" y="0"/>
                  <a:pt x="2" y="2"/>
                  <a:pt x="1" y="5"/>
                </a:cubicBezTo>
                <a:cubicBezTo>
                  <a:pt x="1" y="6"/>
                  <a:pt x="0" y="6"/>
                  <a:pt x="0" y="7"/>
                </a:cubicBezTo>
                <a:lnTo>
                  <a:pt x="14" y="7"/>
                </a:lnTo>
                <a:close/>
              </a:path>
            </a:pathLst>
          </a:custGeom>
          <a:solidFill>
            <a:srgbClr val="0C22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80915" name="Freeform 26">
            <a:extLst>
              <a:ext uri="{FF2B5EF4-FFF2-40B4-BE49-F238E27FC236}">
                <a16:creationId xmlns:a16="http://schemas.microsoft.com/office/drawing/2014/main" id="{BC2AEFC9-D3BC-69B2-EF2D-950FD2276F99}"/>
              </a:ext>
            </a:extLst>
          </p:cNvPr>
          <p:cNvSpPr>
            <a:spLocks/>
          </p:cNvSpPr>
          <p:nvPr/>
        </p:nvSpPr>
        <p:spPr bwMode="auto">
          <a:xfrm>
            <a:off x="147638" y="6789738"/>
            <a:ext cx="52387" cy="50800"/>
          </a:xfrm>
          <a:custGeom>
            <a:avLst/>
            <a:gdLst>
              <a:gd name="T0" fmla="*/ 16694 w 16"/>
              <a:gd name="T1" fmla="*/ 45513 h 16"/>
              <a:gd name="T2" fmla="*/ 46743 w 16"/>
              <a:gd name="T3" fmla="*/ 35760 h 16"/>
              <a:gd name="T4" fmla="*/ 36727 w 16"/>
              <a:gd name="T5" fmla="*/ 3251 h 16"/>
              <a:gd name="T6" fmla="*/ 3339 w 16"/>
              <a:gd name="T7" fmla="*/ 16255 h 16"/>
              <a:gd name="T8" fmla="*/ 16694 w 16"/>
              <a:gd name="T9" fmla="*/ 45513 h 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6">
                <a:moveTo>
                  <a:pt x="5" y="14"/>
                </a:moveTo>
                <a:cubicBezTo>
                  <a:pt x="8" y="16"/>
                  <a:pt x="12" y="14"/>
                  <a:pt x="14" y="11"/>
                </a:cubicBezTo>
                <a:cubicBezTo>
                  <a:pt x="16" y="7"/>
                  <a:pt x="14" y="3"/>
                  <a:pt x="11" y="1"/>
                </a:cubicBezTo>
                <a:cubicBezTo>
                  <a:pt x="7" y="0"/>
                  <a:pt x="3" y="1"/>
                  <a:pt x="1" y="5"/>
                </a:cubicBezTo>
                <a:cubicBezTo>
                  <a:pt x="0" y="8"/>
                  <a:pt x="1" y="12"/>
                  <a:pt x="5" y="14"/>
                </a:cubicBezTo>
                <a:close/>
              </a:path>
            </a:pathLst>
          </a:custGeom>
          <a:solidFill>
            <a:srgbClr val="0C22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80916" name="Freeform 27">
            <a:extLst>
              <a:ext uri="{FF2B5EF4-FFF2-40B4-BE49-F238E27FC236}">
                <a16:creationId xmlns:a16="http://schemas.microsoft.com/office/drawing/2014/main" id="{1CC6E91C-BF59-8D72-4911-CEF5291865BC}"/>
              </a:ext>
            </a:extLst>
          </p:cNvPr>
          <p:cNvSpPr>
            <a:spLocks noEditPoints="1"/>
          </p:cNvSpPr>
          <p:nvPr/>
        </p:nvSpPr>
        <p:spPr bwMode="auto">
          <a:xfrm>
            <a:off x="307975" y="6178550"/>
            <a:ext cx="277813" cy="247650"/>
          </a:xfrm>
          <a:custGeom>
            <a:avLst/>
            <a:gdLst>
              <a:gd name="T0" fmla="*/ 139176 w 84"/>
              <a:gd name="T1" fmla="*/ 247423 h 74"/>
              <a:gd name="T2" fmla="*/ 238587 w 84"/>
              <a:gd name="T3" fmla="*/ 193926 h 74"/>
              <a:gd name="T4" fmla="*/ 212077 w 84"/>
              <a:gd name="T5" fmla="*/ 23405 h 74"/>
              <a:gd name="T6" fmla="*/ 139176 w 84"/>
              <a:gd name="T7" fmla="*/ 0 h 74"/>
              <a:gd name="T8" fmla="*/ 139176 w 84"/>
              <a:gd name="T9" fmla="*/ 30092 h 74"/>
              <a:gd name="T10" fmla="*/ 195508 w 84"/>
              <a:gd name="T11" fmla="*/ 46810 h 74"/>
              <a:gd name="T12" fmla="*/ 215391 w 84"/>
              <a:gd name="T13" fmla="*/ 177208 h 74"/>
              <a:gd name="T14" fmla="*/ 139176 w 84"/>
              <a:gd name="T15" fmla="*/ 217331 h 74"/>
              <a:gd name="T16" fmla="*/ 139176 w 84"/>
              <a:gd name="T17" fmla="*/ 247423 h 74"/>
              <a:gd name="T18" fmla="*/ 69588 w 84"/>
              <a:gd name="T19" fmla="*/ 224018 h 74"/>
              <a:gd name="T20" fmla="*/ 139176 w 84"/>
              <a:gd name="T21" fmla="*/ 247423 h 74"/>
              <a:gd name="T22" fmla="*/ 139176 w 84"/>
              <a:gd name="T23" fmla="*/ 217331 h 74"/>
              <a:gd name="T24" fmla="*/ 86156 w 84"/>
              <a:gd name="T25" fmla="*/ 200613 h 74"/>
              <a:gd name="T26" fmla="*/ 62960 w 84"/>
              <a:gd name="T27" fmla="*/ 66871 h 74"/>
              <a:gd name="T28" fmla="*/ 139176 w 84"/>
              <a:gd name="T29" fmla="*/ 30092 h 74"/>
              <a:gd name="T30" fmla="*/ 139176 w 84"/>
              <a:gd name="T31" fmla="*/ 0 h 74"/>
              <a:gd name="T32" fmla="*/ 39764 w 84"/>
              <a:gd name="T33" fmla="*/ 50153 h 74"/>
              <a:gd name="T34" fmla="*/ 69588 w 84"/>
              <a:gd name="T35" fmla="*/ 224018 h 74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84" h="74">
                <a:moveTo>
                  <a:pt x="42" y="74"/>
                </a:moveTo>
                <a:cubicBezTo>
                  <a:pt x="54" y="74"/>
                  <a:pt x="65" y="68"/>
                  <a:pt x="72" y="58"/>
                </a:cubicBezTo>
                <a:cubicBezTo>
                  <a:pt x="84" y="42"/>
                  <a:pt x="80" y="19"/>
                  <a:pt x="64" y="7"/>
                </a:cubicBezTo>
                <a:cubicBezTo>
                  <a:pt x="57" y="2"/>
                  <a:pt x="50" y="0"/>
                  <a:pt x="42" y="0"/>
                </a:cubicBezTo>
                <a:cubicBezTo>
                  <a:pt x="42" y="9"/>
                  <a:pt x="42" y="9"/>
                  <a:pt x="42" y="9"/>
                </a:cubicBezTo>
                <a:cubicBezTo>
                  <a:pt x="48" y="9"/>
                  <a:pt x="54" y="10"/>
                  <a:pt x="59" y="14"/>
                </a:cubicBezTo>
                <a:cubicBezTo>
                  <a:pt x="71" y="23"/>
                  <a:pt x="74" y="41"/>
                  <a:pt x="65" y="53"/>
                </a:cubicBezTo>
                <a:cubicBezTo>
                  <a:pt x="60" y="61"/>
                  <a:pt x="51" y="65"/>
                  <a:pt x="42" y="65"/>
                </a:cubicBezTo>
                <a:lnTo>
                  <a:pt x="42" y="74"/>
                </a:lnTo>
                <a:close/>
                <a:moveTo>
                  <a:pt x="21" y="67"/>
                </a:moveTo>
                <a:cubicBezTo>
                  <a:pt x="27" y="72"/>
                  <a:pt x="35" y="74"/>
                  <a:pt x="42" y="74"/>
                </a:cubicBezTo>
                <a:cubicBezTo>
                  <a:pt x="42" y="65"/>
                  <a:pt x="42" y="65"/>
                  <a:pt x="42" y="65"/>
                </a:cubicBezTo>
                <a:cubicBezTo>
                  <a:pt x="36" y="65"/>
                  <a:pt x="31" y="63"/>
                  <a:pt x="26" y="60"/>
                </a:cubicBezTo>
                <a:cubicBezTo>
                  <a:pt x="13" y="51"/>
                  <a:pt x="10" y="33"/>
                  <a:pt x="19" y="20"/>
                </a:cubicBezTo>
                <a:cubicBezTo>
                  <a:pt x="25" y="13"/>
                  <a:pt x="33" y="9"/>
                  <a:pt x="42" y="9"/>
                </a:cubicBezTo>
                <a:cubicBezTo>
                  <a:pt x="42" y="0"/>
                  <a:pt x="42" y="0"/>
                  <a:pt x="42" y="0"/>
                </a:cubicBezTo>
                <a:cubicBezTo>
                  <a:pt x="31" y="0"/>
                  <a:pt x="19" y="5"/>
                  <a:pt x="12" y="15"/>
                </a:cubicBezTo>
                <a:cubicBezTo>
                  <a:pt x="0" y="32"/>
                  <a:pt x="4" y="55"/>
                  <a:pt x="21" y="67"/>
                </a:cubicBezTo>
                <a:close/>
              </a:path>
            </a:pathLst>
          </a:custGeom>
          <a:solidFill>
            <a:srgbClr val="0C22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80917" name="Freeform 28">
            <a:extLst>
              <a:ext uri="{FF2B5EF4-FFF2-40B4-BE49-F238E27FC236}">
                <a16:creationId xmlns:a16="http://schemas.microsoft.com/office/drawing/2014/main" id="{B989C385-60E6-A6DB-D4DB-7A48B62B74E9}"/>
              </a:ext>
            </a:extLst>
          </p:cNvPr>
          <p:cNvSpPr>
            <a:spLocks/>
          </p:cNvSpPr>
          <p:nvPr/>
        </p:nvSpPr>
        <p:spPr bwMode="auto">
          <a:xfrm>
            <a:off x="400050" y="6305550"/>
            <a:ext cx="53975" cy="53975"/>
          </a:xfrm>
          <a:custGeom>
            <a:avLst/>
            <a:gdLst>
              <a:gd name="T0" fmla="*/ 10016 w 16"/>
              <a:gd name="T1" fmla="*/ 46743 h 16"/>
              <a:gd name="T2" fmla="*/ 43405 w 16"/>
              <a:gd name="T3" fmla="*/ 40066 h 16"/>
              <a:gd name="T4" fmla="*/ 40066 w 16"/>
              <a:gd name="T5" fmla="*/ 6678 h 16"/>
              <a:gd name="T6" fmla="*/ 6678 w 16"/>
              <a:gd name="T7" fmla="*/ 13355 h 16"/>
              <a:gd name="T8" fmla="*/ 10016 w 16"/>
              <a:gd name="T9" fmla="*/ 46743 h 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6">
                <a:moveTo>
                  <a:pt x="3" y="14"/>
                </a:moveTo>
                <a:cubicBezTo>
                  <a:pt x="7" y="16"/>
                  <a:pt x="11" y="15"/>
                  <a:pt x="13" y="12"/>
                </a:cubicBezTo>
                <a:cubicBezTo>
                  <a:pt x="16" y="9"/>
                  <a:pt x="15" y="5"/>
                  <a:pt x="12" y="2"/>
                </a:cubicBezTo>
                <a:cubicBezTo>
                  <a:pt x="9" y="0"/>
                  <a:pt x="4" y="1"/>
                  <a:pt x="2" y="4"/>
                </a:cubicBezTo>
                <a:cubicBezTo>
                  <a:pt x="0" y="7"/>
                  <a:pt x="0" y="12"/>
                  <a:pt x="3" y="14"/>
                </a:cubicBezTo>
                <a:close/>
              </a:path>
            </a:pathLst>
          </a:custGeom>
          <a:solidFill>
            <a:srgbClr val="0C22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80918" name="Freeform 29">
            <a:extLst>
              <a:ext uri="{FF2B5EF4-FFF2-40B4-BE49-F238E27FC236}">
                <a16:creationId xmlns:a16="http://schemas.microsoft.com/office/drawing/2014/main" id="{BCC55D57-BCB5-73D2-D060-90701C7FD151}"/>
              </a:ext>
            </a:extLst>
          </p:cNvPr>
          <p:cNvSpPr>
            <a:spLocks/>
          </p:cNvSpPr>
          <p:nvPr/>
        </p:nvSpPr>
        <p:spPr bwMode="auto">
          <a:xfrm>
            <a:off x="444500" y="6246813"/>
            <a:ext cx="50800" cy="53975"/>
          </a:xfrm>
          <a:custGeom>
            <a:avLst/>
            <a:gdLst>
              <a:gd name="T0" fmla="*/ 13004 w 16"/>
              <a:gd name="T1" fmla="*/ 43405 h 16"/>
              <a:gd name="T2" fmla="*/ 42262 w 16"/>
              <a:gd name="T3" fmla="*/ 40066 h 16"/>
              <a:gd name="T4" fmla="*/ 39011 w 16"/>
              <a:gd name="T5" fmla="*/ 6678 h 16"/>
              <a:gd name="T6" fmla="*/ 6502 w 16"/>
              <a:gd name="T7" fmla="*/ 13355 h 16"/>
              <a:gd name="T8" fmla="*/ 13004 w 16"/>
              <a:gd name="T9" fmla="*/ 43405 h 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" h="16">
                <a:moveTo>
                  <a:pt x="4" y="13"/>
                </a:moveTo>
                <a:cubicBezTo>
                  <a:pt x="7" y="16"/>
                  <a:pt x="11" y="15"/>
                  <a:pt x="13" y="12"/>
                </a:cubicBezTo>
                <a:cubicBezTo>
                  <a:pt x="16" y="9"/>
                  <a:pt x="15" y="4"/>
                  <a:pt x="12" y="2"/>
                </a:cubicBezTo>
                <a:cubicBezTo>
                  <a:pt x="9" y="0"/>
                  <a:pt x="4" y="0"/>
                  <a:pt x="2" y="4"/>
                </a:cubicBezTo>
                <a:cubicBezTo>
                  <a:pt x="0" y="7"/>
                  <a:pt x="0" y="11"/>
                  <a:pt x="4" y="13"/>
                </a:cubicBezTo>
                <a:close/>
              </a:path>
            </a:pathLst>
          </a:custGeom>
          <a:solidFill>
            <a:srgbClr val="0C22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80919" name="Freeform 30">
            <a:extLst>
              <a:ext uri="{FF2B5EF4-FFF2-40B4-BE49-F238E27FC236}">
                <a16:creationId xmlns:a16="http://schemas.microsoft.com/office/drawing/2014/main" id="{D4BB39F5-185E-00EB-EFFB-C91A5A52F89B}"/>
              </a:ext>
            </a:extLst>
          </p:cNvPr>
          <p:cNvSpPr>
            <a:spLocks/>
          </p:cNvSpPr>
          <p:nvPr/>
        </p:nvSpPr>
        <p:spPr bwMode="auto">
          <a:xfrm>
            <a:off x="2189163" y="1304925"/>
            <a:ext cx="5541962" cy="4292600"/>
          </a:xfrm>
          <a:custGeom>
            <a:avLst/>
            <a:gdLst>
              <a:gd name="T0" fmla="*/ 0 w 1667"/>
              <a:gd name="T1" fmla="*/ 4095654 h 1290"/>
              <a:gd name="T2" fmla="*/ 0 w 1667"/>
              <a:gd name="T3" fmla="*/ 192972 h 1290"/>
              <a:gd name="T4" fmla="*/ 196187 w 1667"/>
              <a:gd name="T5" fmla="*/ 0 h 1290"/>
              <a:gd name="T6" fmla="*/ 5350266 w 1667"/>
              <a:gd name="T7" fmla="*/ 0 h 1290"/>
              <a:gd name="T8" fmla="*/ 5543128 w 1667"/>
              <a:gd name="T9" fmla="*/ 192972 h 1290"/>
              <a:gd name="T10" fmla="*/ 5543128 w 1667"/>
              <a:gd name="T11" fmla="*/ 4095654 h 1290"/>
              <a:gd name="T12" fmla="*/ 5350266 w 1667"/>
              <a:gd name="T13" fmla="*/ 4291953 h 1290"/>
              <a:gd name="T14" fmla="*/ 196187 w 1667"/>
              <a:gd name="T15" fmla="*/ 4291953 h 1290"/>
              <a:gd name="T16" fmla="*/ 0 w 1667"/>
              <a:gd name="T17" fmla="*/ 4095654 h 129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667" h="1290">
                <a:moveTo>
                  <a:pt x="0" y="1231"/>
                </a:moveTo>
                <a:cubicBezTo>
                  <a:pt x="0" y="58"/>
                  <a:pt x="0" y="58"/>
                  <a:pt x="0" y="58"/>
                </a:cubicBezTo>
                <a:cubicBezTo>
                  <a:pt x="0" y="26"/>
                  <a:pt x="27" y="0"/>
                  <a:pt x="59" y="0"/>
                </a:cubicBezTo>
                <a:cubicBezTo>
                  <a:pt x="1609" y="0"/>
                  <a:pt x="1609" y="0"/>
                  <a:pt x="1609" y="0"/>
                </a:cubicBezTo>
                <a:cubicBezTo>
                  <a:pt x="1641" y="0"/>
                  <a:pt x="1667" y="26"/>
                  <a:pt x="1667" y="58"/>
                </a:cubicBezTo>
                <a:cubicBezTo>
                  <a:pt x="1667" y="1231"/>
                  <a:pt x="1667" y="1231"/>
                  <a:pt x="1667" y="1231"/>
                </a:cubicBezTo>
                <a:cubicBezTo>
                  <a:pt x="1667" y="1264"/>
                  <a:pt x="1641" y="1290"/>
                  <a:pt x="1609" y="1290"/>
                </a:cubicBezTo>
                <a:cubicBezTo>
                  <a:pt x="59" y="1290"/>
                  <a:pt x="59" y="1290"/>
                  <a:pt x="59" y="1290"/>
                </a:cubicBezTo>
                <a:cubicBezTo>
                  <a:pt x="27" y="1290"/>
                  <a:pt x="0" y="1264"/>
                  <a:pt x="0" y="1231"/>
                </a:cubicBezTo>
                <a:close/>
              </a:path>
            </a:pathLst>
          </a:custGeom>
          <a:solidFill>
            <a:srgbClr val="C0BFC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80920" name="Freeform 31">
            <a:extLst>
              <a:ext uri="{FF2B5EF4-FFF2-40B4-BE49-F238E27FC236}">
                <a16:creationId xmlns:a16="http://schemas.microsoft.com/office/drawing/2014/main" id="{86370D42-15D5-3706-BD49-EBE9A6A51384}"/>
              </a:ext>
            </a:extLst>
          </p:cNvPr>
          <p:cNvSpPr>
            <a:spLocks/>
          </p:cNvSpPr>
          <p:nvPr/>
        </p:nvSpPr>
        <p:spPr bwMode="auto">
          <a:xfrm>
            <a:off x="2225675" y="1338263"/>
            <a:ext cx="5472113" cy="4222750"/>
          </a:xfrm>
          <a:custGeom>
            <a:avLst/>
            <a:gdLst>
              <a:gd name="T0" fmla="*/ 0 w 1646"/>
              <a:gd name="T1" fmla="*/ 4061977 h 1269"/>
              <a:gd name="T2" fmla="*/ 0 w 1646"/>
              <a:gd name="T3" fmla="*/ 159685 h 1269"/>
              <a:gd name="T4" fmla="*/ 159597 w 1646"/>
              <a:gd name="T5" fmla="*/ 0 h 1269"/>
              <a:gd name="T6" fmla="*/ 5313240 w 1646"/>
              <a:gd name="T7" fmla="*/ 0 h 1269"/>
              <a:gd name="T8" fmla="*/ 5472837 w 1646"/>
              <a:gd name="T9" fmla="*/ 159685 h 1269"/>
              <a:gd name="T10" fmla="*/ 5472837 w 1646"/>
              <a:gd name="T11" fmla="*/ 4061977 h 1269"/>
              <a:gd name="T12" fmla="*/ 5313240 w 1646"/>
              <a:gd name="T13" fmla="*/ 4221662 h 1269"/>
              <a:gd name="T14" fmla="*/ 159597 w 1646"/>
              <a:gd name="T15" fmla="*/ 4221662 h 1269"/>
              <a:gd name="T16" fmla="*/ 0 w 1646"/>
              <a:gd name="T17" fmla="*/ 4061977 h 126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646" h="1269">
                <a:moveTo>
                  <a:pt x="0" y="1221"/>
                </a:move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2" y="0"/>
                  <a:pt x="48" y="0"/>
                </a:cubicBezTo>
                <a:cubicBezTo>
                  <a:pt x="1598" y="0"/>
                  <a:pt x="1598" y="0"/>
                  <a:pt x="1598" y="0"/>
                </a:cubicBezTo>
                <a:cubicBezTo>
                  <a:pt x="1624" y="0"/>
                  <a:pt x="1646" y="22"/>
                  <a:pt x="1646" y="48"/>
                </a:cubicBezTo>
                <a:cubicBezTo>
                  <a:pt x="1646" y="1221"/>
                  <a:pt x="1646" y="1221"/>
                  <a:pt x="1646" y="1221"/>
                </a:cubicBezTo>
                <a:cubicBezTo>
                  <a:pt x="1646" y="1248"/>
                  <a:pt x="1624" y="1269"/>
                  <a:pt x="1598" y="1269"/>
                </a:cubicBezTo>
                <a:cubicBezTo>
                  <a:pt x="48" y="1269"/>
                  <a:pt x="48" y="1269"/>
                  <a:pt x="48" y="1269"/>
                </a:cubicBezTo>
                <a:cubicBezTo>
                  <a:pt x="22" y="1269"/>
                  <a:pt x="0" y="1248"/>
                  <a:pt x="0" y="1221"/>
                </a:cubicBezTo>
                <a:close/>
              </a:path>
            </a:pathLst>
          </a:custGeom>
          <a:solidFill>
            <a:srgbClr val="716F7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80921" name="Freeform 32">
            <a:extLst>
              <a:ext uri="{FF2B5EF4-FFF2-40B4-BE49-F238E27FC236}">
                <a16:creationId xmlns:a16="http://schemas.microsoft.com/office/drawing/2014/main" id="{32AED48E-275F-1D6F-9788-6FF7A6772909}"/>
              </a:ext>
            </a:extLst>
          </p:cNvPr>
          <p:cNvSpPr>
            <a:spLocks/>
          </p:cNvSpPr>
          <p:nvPr/>
        </p:nvSpPr>
        <p:spPr bwMode="auto">
          <a:xfrm>
            <a:off x="2225675" y="1338263"/>
            <a:ext cx="4710113" cy="2401887"/>
          </a:xfrm>
          <a:custGeom>
            <a:avLst/>
            <a:gdLst>
              <a:gd name="T0" fmla="*/ 0 w 1417"/>
              <a:gd name="T1" fmla="*/ 2401132 h 722"/>
              <a:gd name="T2" fmla="*/ 0 w 1417"/>
              <a:gd name="T3" fmla="*/ 159632 h 722"/>
              <a:gd name="T4" fmla="*/ 159578 w 1417"/>
              <a:gd name="T5" fmla="*/ 0 h 722"/>
              <a:gd name="T6" fmla="*/ 4710886 w 1417"/>
              <a:gd name="T7" fmla="*/ 0 h 722"/>
              <a:gd name="T8" fmla="*/ 0 w 1417"/>
              <a:gd name="T9" fmla="*/ 2401132 h 7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17" h="722">
                <a:moveTo>
                  <a:pt x="0" y="722"/>
                </a:move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2" y="0"/>
                  <a:pt x="48" y="0"/>
                </a:cubicBezTo>
                <a:cubicBezTo>
                  <a:pt x="1417" y="0"/>
                  <a:pt x="1417" y="0"/>
                  <a:pt x="1417" y="0"/>
                </a:cubicBezTo>
                <a:lnTo>
                  <a:pt x="0" y="722"/>
                </a:lnTo>
                <a:close/>
              </a:path>
            </a:pathLst>
          </a:custGeom>
          <a:solidFill>
            <a:srgbClr val="C0BFC7">
              <a:alpha val="6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80922" name="Rectangle 33">
            <a:extLst>
              <a:ext uri="{FF2B5EF4-FFF2-40B4-BE49-F238E27FC236}">
                <a16:creationId xmlns:a16="http://schemas.microsoft.com/office/drawing/2014/main" id="{0F225A0B-73CF-D648-9A7C-FDBBF7129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1733550"/>
            <a:ext cx="4508500" cy="3435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LID4096" altLang="LID4096" dirty="0"/>
          </a:p>
        </p:txBody>
      </p:sp>
      <p:grpSp>
        <p:nvGrpSpPr>
          <p:cNvPr id="80924" name="Group 1">
            <a:extLst>
              <a:ext uri="{FF2B5EF4-FFF2-40B4-BE49-F238E27FC236}">
                <a16:creationId xmlns:a16="http://schemas.microsoft.com/office/drawing/2014/main" id="{B9255686-D930-2BE5-6F7D-8EACF7DD0F04}"/>
              </a:ext>
            </a:extLst>
          </p:cNvPr>
          <p:cNvGrpSpPr>
            <a:grpSpLocks/>
          </p:cNvGrpSpPr>
          <p:nvPr/>
        </p:nvGrpSpPr>
        <p:grpSpPr bwMode="auto">
          <a:xfrm>
            <a:off x="7901644" y="998136"/>
            <a:ext cx="3960813" cy="2854973"/>
            <a:chOff x="8093505" y="1724547"/>
            <a:chExt cx="3960309" cy="1698149"/>
          </a:xfrm>
        </p:grpSpPr>
        <p:grpSp>
          <p:nvGrpSpPr>
            <p:cNvPr id="721" name="Group 720">
              <a:extLst>
                <a:ext uri="{FF2B5EF4-FFF2-40B4-BE49-F238E27FC236}">
                  <a16:creationId xmlns:a16="http://schemas.microsoft.com/office/drawing/2014/main" id="{B8C751A2-4835-5CFA-18C3-BEE3FC2D24CF}"/>
                </a:ext>
              </a:extLst>
            </p:cNvPr>
            <p:cNvGrpSpPr/>
            <p:nvPr/>
          </p:nvGrpSpPr>
          <p:grpSpPr>
            <a:xfrm>
              <a:off x="9165476" y="1878213"/>
              <a:ext cx="2873824" cy="145143"/>
              <a:chOff x="5805714" y="2264228"/>
              <a:chExt cx="2873824" cy="145143"/>
            </a:xfrm>
            <a:noFill/>
          </p:grpSpPr>
          <p:sp>
            <p:nvSpPr>
              <p:cNvPr id="722" name="Rounded Rectangle 721">
                <a:extLst>
                  <a:ext uri="{FF2B5EF4-FFF2-40B4-BE49-F238E27FC236}">
                    <a16:creationId xmlns:a16="http://schemas.microsoft.com/office/drawing/2014/main" id="{E3941A1E-9CEE-4953-81C4-57E59DC698BF}"/>
                  </a:ext>
                </a:extLst>
              </p:cNvPr>
              <p:cNvSpPr/>
              <p:nvPr/>
            </p:nvSpPr>
            <p:spPr>
              <a:xfrm>
                <a:off x="5805714" y="2264229"/>
                <a:ext cx="551543" cy="145142"/>
              </a:xfrm>
              <a:prstGeom prst="roundRect">
                <a:avLst/>
              </a:prstGeom>
              <a:solidFill>
                <a:srgbClr val="FC0073"/>
              </a:solidFill>
              <a:ln>
                <a:solidFill>
                  <a:srgbClr val="FC00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723" name="Rounded Rectangle 722">
                <a:extLst>
                  <a:ext uri="{FF2B5EF4-FFF2-40B4-BE49-F238E27FC236}">
                    <a16:creationId xmlns:a16="http://schemas.microsoft.com/office/drawing/2014/main" id="{C0251B16-3703-68D3-B02E-28DDD842C3AE}"/>
                  </a:ext>
                </a:extLst>
              </p:cNvPr>
              <p:cNvSpPr/>
              <p:nvPr/>
            </p:nvSpPr>
            <p:spPr>
              <a:xfrm>
                <a:off x="6386285" y="2264229"/>
                <a:ext cx="551543" cy="145142"/>
              </a:xfrm>
              <a:prstGeom prst="roundRect">
                <a:avLst/>
              </a:prstGeom>
              <a:solidFill>
                <a:srgbClr val="FC0073"/>
              </a:solidFill>
              <a:ln>
                <a:solidFill>
                  <a:srgbClr val="FC00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724" name="Rounded Rectangle 723">
                <a:extLst>
                  <a:ext uri="{FF2B5EF4-FFF2-40B4-BE49-F238E27FC236}">
                    <a16:creationId xmlns:a16="http://schemas.microsoft.com/office/drawing/2014/main" id="{D5CE0A42-824C-DC14-1216-95E9A6968EAC}"/>
                  </a:ext>
                </a:extLst>
              </p:cNvPr>
              <p:cNvSpPr/>
              <p:nvPr/>
            </p:nvSpPr>
            <p:spPr>
              <a:xfrm>
                <a:off x="6966855" y="2264229"/>
                <a:ext cx="551543" cy="145142"/>
              </a:xfrm>
              <a:prstGeom prst="roundRect">
                <a:avLst/>
              </a:prstGeom>
              <a:solidFill>
                <a:srgbClr val="FC0073"/>
              </a:solidFill>
              <a:ln>
                <a:solidFill>
                  <a:srgbClr val="FC00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725" name="Rounded Rectangle 724">
                <a:extLst>
                  <a:ext uri="{FF2B5EF4-FFF2-40B4-BE49-F238E27FC236}">
                    <a16:creationId xmlns:a16="http://schemas.microsoft.com/office/drawing/2014/main" id="{42E06DBA-F8D3-D4B1-75DE-34C9DEF8AF4A}"/>
                  </a:ext>
                </a:extLst>
              </p:cNvPr>
              <p:cNvSpPr/>
              <p:nvPr/>
            </p:nvSpPr>
            <p:spPr>
              <a:xfrm>
                <a:off x="7547425" y="2264228"/>
                <a:ext cx="551543" cy="145142"/>
              </a:xfrm>
              <a:prstGeom prst="roundRect">
                <a:avLst/>
              </a:prstGeom>
              <a:solidFill>
                <a:srgbClr val="FC0073"/>
              </a:solidFill>
              <a:ln>
                <a:solidFill>
                  <a:srgbClr val="FC00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726" name="Rounded Rectangle 725">
                <a:extLst>
                  <a:ext uri="{FF2B5EF4-FFF2-40B4-BE49-F238E27FC236}">
                    <a16:creationId xmlns:a16="http://schemas.microsoft.com/office/drawing/2014/main" id="{F12F04B3-A251-D82D-D8FD-187F0EC35E05}"/>
                  </a:ext>
                </a:extLst>
              </p:cNvPr>
              <p:cNvSpPr/>
              <p:nvPr/>
            </p:nvSpPr>
            <p:spPr>
              <a:xfrm>
                <a:off x="8127995" y="2264228"/>
                <a:ext cx="551543" cy="145142"/>
              </a:xfrm>
              <a:prstGeom prst="roundRect">
                <a:avLst/>
              </a:prstGeom>
              <a:grpFill/>
              <a:ln>
                <a:solidFill>
                  <a:srgbClr val="FC00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</p:grpSp>
        <p:sp>
          <p:nvSpPr>
            <p:cNvPr id="727" name="Title 13">
              <a:extLst>
                <a:ext uri="{FF2B5EF4-FFF2-40B4-BE49-F238E27FC236}">
                  <a16:creationId xmlns:a16="http://schemas.microsoft.com/office/drawing/2014/main" id="{64C10D3D-A142-43C6-6432-52CC55EACAD8}"/>
                </a:ext>
              </a:extLst>
            </p:cNvPr>
            <p:cNvSpPr txBox="1">
              <a:spLocks/>
            </p:cNvSpPr>
            <p:nvPr/>
          </p:nvSpPr>
          <p:spPr>
            <a:xfrm>
              <a:off x="8093505" y="1724547"/>
              <a:ext cx="942855" cy="430871"/>
            </a:xfrm>
            <a:prstGeom prst="rect">
              <a:avLst/>
            </a:prstGeom>
          </p:spPr>
          <p:txBody>
            <a:bodyPr anchor="ctr">
              <a:sp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id-ID" sz="1100" dirty="0">
                  <a:solidFill>
                    <a:schemeClr val="bg1">
                      <a:lumMod val="65000"/>
                    </a:schemeClr>
                  </a:solidFill>
                  <a:latin typeface="+mn-lt"/>
                  <a:ea typeface="Roboto" panose="02000000000000000000" pitchFamily="2" charset="0"/>
                </a:rPr>
                <a:t>User-Centric Approach</a:t>
              </a:r>
              <a:endParaRPr lang="en-US" sz="1100" dirty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endParaRPr>
            </a:p>
          </p:txBody>
        </p:sp>
        <p:grpSp>
          <p:nvGrpSpPr>
            <p:cNvPr id="728" name="Group 727">
              <a:extLst>
                <a:ext uri="{FF2B5EF4-FFF2-40B4-BE49-F238E27FC236}">
                  <a16:creationId xmlns:a16="http://schemas.microsoft.com/office/drawing/2014/main" id="{B7279F0E-9C30-4D26-94F0-0A92F0DA82DA}"/>
                </a:ext>
              </a:extLst>
            </p:cNvPr>
            <p:cNvGrpSpPr/>
            <p:nvPr/>
          </p:nvGrpSpPr>
          <p:grpSpPr>
            <a:xfrm>
              <a:off x="9176694" y="2268993"/>
              <a:ext cx="2873824" cy="145143"/>
              <a:chOff x="5805714" y="2264228"/>
              <a:chExt cx="2873824" cy="145143"/>
            </a:xfrm>
            <a:noFill/>
          </p:grpSpPr>
          <p:sp>
            <p:nvSpPr>
              <p:cNvPr id="729" name="Rounded Rectangle 728">
                <a:extLst>
                  <a:ext uri="{FF2B5EF4-FFF2-40B4-BE49-F238E27FC236}">
                    <a16:creationId xmlns:a16="http://schemas.microsoft.com/office/drawing/2014/main" id="{ABFB6003-FDB5-B6AC-1537-6116B6787997}"/>
                  </a:ext>
                </a:extLst>
              </p:cNvPr>
              <p:cNvSpPr/>
              <p:nvPr/>
            </p:nvSpPr>
            <p:spPr>
              <a:xfrm>
                <a:off x="5805714" y="2264229"/>
                <a:ext cx="551543" cy="145142"/>
              </a:xfrm>
              <a:prstGeom prst="roundRect">
                <a:avLst/>
              </a:prstGeom>
              <a:solidFill>
                <a:srgbClr val="FFBC42"/>
              </a:solidFill>
              <a:ln>
                <a:solidFill>
                  <a:srgbClr val="FFBC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730" name="Rounded Rectangle 729">
                <a:extLst>
                  <a:ext uri="{FF2B5EF4-FFF2-40B4-BE49-F238E27FC236}">
                    <a16:creationId xmlns:a16="http://schemas.microsoft.com/office/drawing/2014/main" id="{F8A97B69-187F-F20C-8AF1-FB5966030206}"/>
                  </a:ext>
                </a:extLst>
              </p:cNvPr>
              <p:cNvSpPr/>
              <p:nvPr/>
            </p:nvSpPr>
            <p:spPr>
              <a:xfrm>
                <a:off x="6386285" y="2264229"/>
                <a:ext cx="551543" cy="145142"/>
              </a:xfrm>
              <a:prstGeom prst="roundRect">
                <a:avLst/>
              </a:prstGeom>
              <a:solidFill>
                <a:srgbClr val="FFBC42"/>
              </a:solidFill>
              <a:ln>
                <a:solidFill>
                  <a:srgbClr val="FFBC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731" name="Rounded Rectangle 730">
                <a:extLst>
                  <a:ext uri="{FF2B5EF4-FFF2-40B4-BE49-F238E27FC236}">
                    <a16:creationId xmlns:a16="http://schemas.microsoft.com/office/drawing/2014/main" id="{47B778C3-A959-E779-D3BA-675A77C23098}"/>
                  </a:ext>
                </a:extLst>
              </p:cNvPr>
              <p:cNvSpPr/>
              <p:nvPr/>
            </p:nvSpPr>
            <p:spPr>
              <a:xfrm>
                <a:off x="6966855" y="2264229"/>
                <a:ext cx="551543" cy="145142"/>
              </a:xfrm>
              <a:prstGeom prst="roundRect">
                <a:avLst/>
              </a:prstGeom>
              <a:solidFill>
                <a:srgbClr val="FFBC42"/>
              </a:solidFill>
              <a:ln>
                <a:solidFill>
                  <a:srgbClr val="FFBC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732" name="Rounded Rectangle 731">
                <a:extLst>
                  <a:ext uri="{FF2B5EF4-FFF2-40B4-BE49-F238E27FC236}">
                    <a16:creationId xmlns:a16="http://schemas.microsoft.com/office/drawing/2014/main" id="{14103977-6899-1382-BD0E-BD8071ED0333}"/>
                  </a:ext>
                </a:extLst>
              </p:cNvPr>
              <p:cNvSpPr/>
              <p:nvPr/>
            </p:nvSpPr>
            <p:spPr>
              <a:xfrm>
                <a:off x="7547425" y="2264228"/>
                <a:ext cx="551543" cy="145142"/>
              </a:xfrm>
              <a:prstGeom prst="roundRect">
                <a:avLst/>
              </a:prstGeom>
              <a:solidFill>
                <a:srgbClr val="FFBC42"/>
              </a:solidFill>
              <a:ln>
                <a:solidFill>
                  <a:srgbClr val="FFBC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733" name="Rounded Rectangle 732">
                <a:extLst>
                  <a:ext uri="{FF2B5EF4-FFF2-40B4-BE49-F238E27FC236}">
                    <a16:creationId xmlns:a16="http://schemas.microsoft.com/office/drawing/2014/main" id="{6AF892D1-4BFD-2FE2-E692-2ECC70C30C33}"/>
                  </a:ext>
                </a:extLst>
              </p:cNvPr>
              <p:cNvSpPr/>
              <p:nvPr/>
            </p:nvSpPr>
            <p:spPr>
              <a:xfrm>
                <a:off x="8127995" y="2264228"/>
                <a:ext cx="551543" cy="145142"/>
              </a:xfrm>
              <a:prstGeom prst="roundRect">
                <a:avLst/>
              </a:prstGeom>
              <a:grpFill/>
              <a:ln>
                <a:solidFill>
                  <a:srgbClr val="FFBC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</p:grpSp>
        <p:sp>
          <p:nvSpPr>
            <p:cNvPr id="734" name="Title 13">
              <a:extLst>
                <a:ext uri="{FF2B5EF4-FFF2-40B4-BE49-F238E27FC236}">
                  <a16:creationId xmlns:a16="http://schemas.microsoft.com/office/drawing/2014/main" id="{DCD504D7-AAB1-1704-E042-F98D4B57777F}"/>
                </a:ext>
              </a:extLst>
            </p:cNvPr>
            <p:cNvSpPr txBox="1">
              <a:spLocks/>
            </p:cNvSpPr>
            <p:nvPr/>
          </p:nvSpPr>
          <p:spPr>
            <a:xfrm>
              <a:off x="8104617" y="2129343"/>
              <a:ext cx="944442" cy="430871"/>
            </a:xfrm>
            <a:prstGeom prst="rect">
              <a:avLst/>
            </a:prstGeom>
          </p:spPr>
          <p:txBody>
            <a:bodyPr anchor="ctr">
              <a:sp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id-ID" sz="1100" dirty="0">
                  <a:solidFill>
                    <a:schemeClr val="bg1">
                      <a:lumMod val="65000"/>
                    </a:schemeClr>
                  </a:solidFill>
                  <a:latin typeface="+mn-lt"/>
                  <a:ea typeface="Roboto" panose="02000000000000000000" pitchFamily="2" charset="0"/>
                </a:rPr>
                <a:t>Modern Aesthetic</a:t>
              </a:r>
              <a:endParaRPr lang="en-US" sz="1100" dirty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endParaRPr>
            </a:p>
          </p:txBody>
        </p:sp>
        <p:grpSp>
          <p:nvGrpSpPr>
            <p:cNvPr id="735" name="Group 734">
              <a:extLst>
                <a:ext uri="{FF2B5EF4-FFF2-40B4-BE49-F238E27FC236}">
                  <a16:creationId xmlns:a16="http://schemas.microsoft.com/office/drawing/2014/main" id="{D1D531CB-7FD9-095E-734E-3E3407940468}"/>
                </a:ext>
              </a:extLst>
            </p:cNvPr>
            <p:cNvGrpSpPr/>
            <p:nvPr/>
          </p:nvGrpSpPr>
          <p:grpSpPr>
            <a:xfrm>
              <a:off x="9179990" y="2652636"/>
              <a:ext cx="2873824" cy="145143"/>
              <a:chOff x="5805714" y="2264228"/>
              <a:chExt cx="2873824" cy="145143"/>
            </a:xfrm>
            <a:noFill/>
          </p:grpSpPr>
          <p:sp>
            <p:nvSpPr>
              <p:cNvPr id="736" name="Rounded Rectangle 735">
                <a:extLst>
                  <a:ext uri="{FF2B5EF4-FFF2-40B4-BE49-F238E27FC236}">
                    <a16:creationId xmlns:a16="http://schemas.microsoft.com/office/drawing/2014/main" id="{F3CF9FAC-A20F-0E35-D216-A640F8484A18}"/>
                  </a:ext>
                </a:extLst>
              </p:cNvPr>
              <p:cNvSpPr/>
              <p:nvPr/>
            </p:nvSpPr>
            <p:spPr>
              <a:xfrm>
                <a:off x="5805714" y="2264229"/>
                <a:ext cx="551543" cy="145142"/>
              </a:xfrm>
              <a:prstGeom prst="roundRect">
                <a:avLst/>
              </a:prstGeom>
              <a:solidFill>
                <a:srgbClr val="00171F"/>
              </a:solidFill>
              <a:ln>
                <a:solidFill>
                  <a:srgbClr val="0017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737" name="Rounded Rectangle 736">
                <a:extLst>
                  <a:ext uri="{FF2B5EF4-FFF2-40B4-BE49-F238E27FC236}">
                    <a16:creationId xmlns:a16="http://schemas.microsoft.com/office/drawing/2014/main" id="{E19BC7F5-8C84-7779-889E-E4B32687E0D1}"/>
                  </a:ext>
                </a:extLst>
              </p:cNvPr>
              <p:cNvSpPr/>
              <p:nvPr/>
            </p:nvSpPr>
            <p:spPr>
              <a:xfrm>
                <a:off x="6386285" y="2264229"/>
                <a:ext cx="551543" cy="145142"/>
              </a:xfrm>
              <a:prstGeom prst="roundRect">
                <a:avLst/>
              </a:prstGeom>
              <a:solidFill>
                <a:srgbClr val="00171F"/>
              </a:solidFill>
              <a:ln>
                <a:solidFill>
                  <a:srgbClr val="0017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738" name="Rounded Rectangle 737">
                <a:extLst>
                  <a:ext uri="{FF2B5EF4-FFF2-40B4-BE49-F238E27FC236}">
                    <a16:creationId xmlns:a16="http://schemas.microsoft.com/office/drawing/2014/main" id="{BA0813DD-FA4A-8295-1577-BE123A4260DA}"/>
                  </a:ext>
                </a:extLst>
              </p:cNvPr>
              <p:cNvSpPr/>
              <p:nvPr/>
            </p:nvSpPr>
            <p:spPr>
              <a:xfrm>
                <a:off x="6966855" y="2264229"/>
                <a:ext cx="551543" cy="145142"/>
              </a:xfrm>
              <a:prstGeom prst="roundRect">
                <a:avLst/>
              </a:prstGeom>
              <a:solidFill>
                <a:srgbClr val="00171F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dirty="0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739" name="Rounded Rectangle 738">
                <a:extLst>
                  <a:ext uri="{FF2B5EF4-FFF2-40B4-BE49-F238E27FC236}">
                    <a16:creationId xmlns:a16="http://schemas.microsoft.com/office/drawing/2014/main" id="{B8A46953-5163-EBAD-A545-2BF705214D51}"/>
                  </a:ext>
                </a:extLst>
              </p:cNvPr>
              <p:cNvSpPr/>
              <p:nvPr/>
            </p:nvSpPr>
            <p:spPr>
              <a:xfrm>
                <a:off x="7547425" y="2264228"/>
                <a:ext cx="551543" cy="145142"/>
              </a:xfrm>
              <a:prstGeom prst="roundRect">
                <a:avLst/>
              </a:prstGeom>
              <a:grpFill/>
              <a:ln>
                <a:solidFill>
                  <a:srgbClr val="0017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740" name="Rounded Rectangle 739">
                <a:extLst>
                  <a:ext uri="{FF2B5EF4-FFF2-40B4-BE49-F238E27FC236}">
                    <a16:creationId xmlns:a16="http://schemas.microsoft.com/office/drawing/2014/main" id="{B4F734A6-FFFE-A7EF-A9E4-B5A7CBC7B57E}"/>
                  </a:ext>
                </a:extLst>
              </p:cNvPr>
              <p:cNvSpPr/>
              <p:nvPr/>
            </p:nvSpPr>
            <p:spPr>
              <a:xfrm>
                <a:off x="8127995" y="2264228"/>
                <a:ext cx="551543" cy="145142"/>
              </a:xfrm>
              <a:prstGeom prst="roundRect">
                <a:avLst/>
              </a:prstGeom>
              <a:grpFill/>
              <a:ln>
                <a:solidFill>
                  <a:srgbClr val="0017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</p:grpSp>
        <p:sp>
          <p:nvSpPr>
            <p:cNvPr id="741" name="Title 13">
              <a:extLst>
                <a:ext uri="{FF2B5EF4-FFF2-40B4-BE49-F238E27FC236}">
                  <a16:creationId xmlns:a16="http://schemas.microsoft.com/office/drawing/2014/main" id="{D91D99D6-815E-4EFA-46EC-600CB3FCE965}"/>
                </a:ext>
              </a:extLst>
            </p:cNvPr>
            <p:cNvSpPr txBox="1">
              <a:spLocks/>
            </p:cNvSpPr>
            <p:nvPr/>
          </p:nvSpPr>
          <p:spPr>
            <a:xfrm>
              <a:off x="8107791" y="2513504"/>
              <a:ext cx="944442" cy="430871"/>
            </a:xfrm>
            <a:prstGeom prst="rect">
              <a:avLst/>
            </a:prstGeom>
          </p:spPr>
          <p:txBody>
            <a:bodyPr anchor="ctr">
              <a:sp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id-ID" sz="1100" dirty="0">
                  <a:solidFill>
                    <a:schemeClr val="bg1">
                      <a:lumMod val="65000"/>
                    </a:schemeClr>
                  </a:solidFill>
                  <a:latin typeface="+mn-lt"/>
                  <a:ea typeface="Roboto" panose="02000000000000000000" pitchFamily="2" charset="0"/>
                </a:rPr>
                <a:t>Seamless Navigation</a:t>
              </a:r>
              <a:endParaRPr lang="en-US" sz="1100" dirty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endParaRPr>
            </a:p>
          </p:txBody>
        </p:sp>
        <p:grpSp>
          <p:nvGrpSpPr>
            <p:cNvPr id="742" name="Group 741">
              <a:extLst>
                <a:ext uri="{FF2B5EF4-FFF2-40B4-BE49-F238E27FC236}">
                  <a16:creationId xmlns:a16="http://schemas.microsoft.com/office/drawing/2014/main" id="{D1BCB28F-8920-599A-635B-7ED8FD1107A8}"/>
                </a:ext>
              </a:extLst>
            </p:cNvPr>
            <p:cNvGrpSpPr/>
            <p:nvPr/>
          </p:nvGrpSpPr>
          <p:grpSpPr>
            <a:xfrm>
              <a:off x="9176694" y="3046314"/>
              <a:ext cx="2873824" cy="145143"/>
              <a:chOff x="5805714" y="2264228"/>
              <a:chExt cx="2873824" cy="145143"/>
            </a:xfrm>
            <a:noFill/>
          </p:grpSpPr>
          <p:sp>
            <p:nvSpPr>
              <p:cNvPr id="743" name="Rounded Rectangle 742">
                <a:extLst>
                  <a:ext uri="{FF2B5EF4-FFF2-40B4-BE49-F238E27FC236}">
                    <a16:creationId xmlns:a16="http://schemas.microsoft.com/office/drawing/2014/main" id="{CA4F91A0-50D4-9B03-AA7C-C54F232D152A}"/>
                  </a:ext>
                </a:extLst>
              </p:cNvPr>
              <p:cNvSpPr/>
              <p:nvPr/>
            </p:nvSpPr>
            <p:spPr>
              <a:xfrm>
                <a:off x="5805714" y="2264229"/>
                <a:ext cx="551543" cy="145142"/>
              </a:xfrm>
              <a:prstGeom prst="roundRect">
                <a:avLst/>
              </a:prstGeom>
              <a:solidFill>
                <a:srgbClr val="1D57DE"/>
              </a:solidFill>
              <a:ln>
                <a:solidFill>
                  <a:srgbClr val="1D57D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744" name="Rounded Rectangle 743">
                <a:extLst>
                  <a:ext uri="{FF2B5EF4-FFF2-40B4-BE49-F238E27FC236}">
                    <a16:creationId xmlns:a16="http://schemas.microsoft.com/office/drawing/2014/main" id="{6ECD27AA-6061-C15D-5260-E42D9904CB30}"/>
                  </a:ext>
                </a:extLst>
              </p:cNvPr>
              <p:cNvSpPr/>
              <p:nvPr/>
            </p:nvSpPr>
            <p:spPr>
              <a:xfrm>
                <a:off x="6386285" y="2264229"/>
                <a:ext cx="551543" cy="145142"/>
              </a:xfrm>
              <a:prstGeom prst="roundRect">
                <a:avLst/>
              </a:prstGeom>
              <a:solidFill>
                <a:srgbClr val="1D57DE"/>
              </a:solidFill>
              <a:ln>
                <a:solidFill>
                  <a:srgbClr val="1D57D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745" name="Rounded Rectangle 744">
                <a:extLst>
                  <a:ext uri="{FF2B5EF4-FFF2-40B4-BE49-F238E27FC236}">
                    <a16:creationId xmlns:a16="http://schemas.microsoft.com/office/drawing/2014/main" id="{C87E16A8-1EBE-4A7A-80E4-17210E551383}"/>
                  </a:ext>
                </a:extLst>
              </p:cNvPr>
              <p:cNvSpPr/>
              <p:nvPr/>
            </p:nvSpPr>
            <p:spPr>
              <a:xfrm>
                <a:off x="6966855" y="2264229"/>
                <a:ext cx="551543" cy="145142"/>
              </a:xfrm>
              <a:prstGeom prst="roundRect">
                <a:avLst/>
              </a:prstGeom>
              <a:solidFill>
                <a:srgbClr val="1D57DE"/>
              </a:solidFill>
              <a:ln>
                <a:solidFill>
                  <a:srgbClr val="1D57D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746" name="Rounded Rectangle 745">
                <a:extLst>
                  <a:ext uri="{FF2B5EF4-FFF2-40B4-BE49-F238E27FC236}">
                    <a16:creationId xmlns:a16="http://schemas.microsoft.com/office/drawing/2014/main" id="{6A816FF6-842C-1E34-CE35-F5E07EF14799}"/>
                  </a:ext>
                </a:extLst>
              </p:cNvPr>
              <p:cNvSpPr/>
              <p:nvPr/>
            </p:nvSpPr>
            <p:spPr>
              <a:xfrm>
                <a:off x="7547425" y="2264228"/>
                <a:ext cx="551543" cy="145142"/>
              </a:xfrm>
              <a:prstGeom prst="roundRect">
                <a:avLst/>
              </a:prstGeom>
              <a:solidFill>
                <a:srgbClr val="1D57DE"/>
              </a:solidFill>
              <a:ln>
                <a:solidFill>
                  <a:srgbClr val="1D57D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  <p:sp>
            <p:nvSpPr>
              <p:cNvPr id="747" name="Rounded Rectangle 746">
                <a:extLst>
                  <a:ext uri="{FF2B5EF4-FFF2-40B4-BE49-F238E27FC236}">
                    <a16:creationId xmlns:a16="http://schemas.microsoft.com/office/drawing/2014/main" id="{032195D8-458E-5F83-0F35-74CEB2E11BD1}"/>
                  </a:ext>
                </a:extLst>
              </p:cNvPr>
              <p:cNvSpPr/>
              <p:nvPr/>
            </p:nvSpPr>
            <p:spPr>
              <a:xfrm>
                <a:off x="8127995" y="2264228"/>
                <a:ext cx="551543" cy="145142"/>
              </a:xfrm>
              <a:prstGeom prst="roundRect">
                <a:avLst/>
              </a:prstGeom>
              <a:grpFill/>
              <a:ln>
                <a:solidFill>
                  <a:srgbClr val="1D57D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>
                      <a:lumMod val="65000"/>
                    </a:schemeClr>
                  </a:solidFill>
                  <a:latin typeface="Lato" panose="020F0502020204030203" pitchFamily="34" charset="0"/>
                </a:endParaRPr>
              </a:p>
            </p:txBody>
          </p:sp>
        </p:grpSp>
        <p:sp>
          <p:nvSpPr>
            <p:cNvPr id="748" name="Title 13">
              <a:extLst>
                <a:ext uri="{FF2B5EF4-FFF2-40B4-BE49-F238E27FC236}">
                  <a16:creationId xmlns:a16="http://schemas.microsoft.com/office/drawing/2014/main" id="{76FBE472-2EE0-F528-A34F-9758703D14B1}"/>
                </a:ext>
              </a:extLst>
            </p:cNvPr>
            <p:cNvSpPr txBox="1">
              <a:spLocks/>
            </p:cNvSpPr>
            <p:nvPr/>
          </p:nvSpPr>
          <p:spPr>
            <a:xfrm>
              <a:off x="8104617" y="2822554"/>
              <a:ext cx="944442" cy="600142"/>
            </a:xfrm>
            <a:prstGeom prst="rect">
              <a:avLst/>
            </a:prstGeom>
          </p:spPr>
          <p:txBody>
            <a:bodyPr anchor="ctr">
              <a:sp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id-ID" sz="1100" dirty="0">
                  <a:solidFill>
                    <a:schemeClr val="bg1">
                      <a:lumMod val="65000"/>
                    </a:schemeClr>
                  </a:solidFill>
                  <a:latin typeface="+mn-lt"/>
                  <a:ea typeface="Roboto" panose="02000000000000000000" pitchFamily="2" charset="0"/>
                </a:rPr>
                <a:t>Emotionally Engaging Visuals</a:t>
              </a:r>
              <a:endParaRPr lang="en-US" sz="1100" dirty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endParaRPr>
            </a:p>
          </p:txBody>
        </p:sp>
      </p:grpSp>
      <p:sp>
        <p:nvSpPr>
          <p:cNvPr id="758" name="Rectangle 757">
            <a:extLst>
              <a:ext uri="{FF2B5EF4-FFF2-40B4-BE49-F238E27FC236}">
                <a16:creationId xmlns:a16="http://schemas.microsoft.com/office/drawing/2014/main" id="{D1C1D2DE-2298-6F9E-DEFF-F371AA4B7587}"/>
              </a:ext>
            </a:extLst>
          </p:cNvPr>
          <p:cNvSpPr/>
          <p:nvPr/>
        </p:nvSpPr>
        <p:spPr bwMode="auto">
          <a:xfrm>
            <a:off x="2293940" y="5805488"/>
            <a:ext cx="4324348" cy="514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fontAlgn="auto" hangingPunct="1">
              <a:lnSpc>
                <a:spcPts val="1651"/>
              </a:lnSpc>
              <a:spcBef>
                <a:spcPts val="0"/>
              </a:spcBef>
              <a:spcAft>
                <a:spcPts val="1500"/>
              </a:spcAft>
              <a:defRPr/>
            </a:pP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Times New Roman" panose="02020603050405020304" pitchFamily="18" charset="0"/>
              </a:rPr>
              <a:t>"Our design philosophy ensures the user feels connected to music, both functionally and emotionally."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C60014-72D7-BA16-BA4E-A70F0A560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970" y="1699563"/>
            <a:ext cx="4530527" cy="3483969"/>
          </a:xfrm>
          <a:prstGeom prst="rect">
            <a:avLst/>
          </a:prstGeom>
        </p:spPr>
      </p:pic>
      <p:grpSp>
        <p:nvGrpSpPr>
          <p:cNvPr id="80926" name="Group 4">
            <a:extLst>
              <a:ext uri="{FF2B5EF4-FFF2-40B4-BE49-F238E27FC236}">
                <a16:creationId xmlns:a16="http://schemas.microsoft.com/office/drawing/2014/main" id="{4D7EAF1B-C695-57FB-AEB6-B573319C433C}"/>
              </a:ext>
            </a:extLst>
          </p:cNvPr>
          <p:cNvGrpSpPr>
            <a:grpSpLocks/>
          </p:cNvGrpSpPr>
          <p:nvPr/>
        </p:nvGrpSpPr>
        <p:grpSpPr bwMode="auto">
          <a:xfrm>
            <a:off x="1022350" y="3421063"/>
            <a:ext cx="2562225" cy="2495550"/>
            <a:chOff x="1021610" y="3420957"/>
            <a:chExt cx="2562801" cy="2495322"/>
          </a:xfrm>
        </p:grpSpPr>
        <p:sp>
          <p:nvSpPr>
            <p:cNvPr id="80930" name="Freeform 5">
              <a:extLst>
                <a:ext uri="{FF2B5EF4-FFF2-40B4-BE49-F238E27FC236}">
                  <a16:creationId xmlns:a16="http://schemas.microsoft.com/office/drawing/2014/main" id="{F8233D4F-36B8-8DEA-FE85-052DD8671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081" y="3710555"/>
              <a:ext cx="105436" cy="106842"/>
            </a:xfrm>
            <a:custGeom>
              <a:avLst/>
              <a:gdLst>
                <a:gd name="T0" fmla="*/ 0 w 32"/>
                <a:gd name="T1" fmla="*/ 106842 h 32"/>
                <a:gd name="T2" fmla="*/ 16474 w 32"/>
                <a:gd name="T3" fmla="*/ 0 h 32"/>
                <a:gd name="T4" fmla="*/ 105436 w 32"/>
                <a:gd name="T5" fmla="*/ 36727 h 32"/>
                <a:gd name="T6" fmla="*/ 0 w 32"/>
                <a:gd name="T7" fmla="*/ 106842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32">
                  <a:moveTo>
                    <a:pt x="0" y="32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21" y="10"/>
                    <a:pt x="32" y="11"/>
                  </a:cubicBezTo>
                  <a:cubicBezTo>
                    <a:pt x="24" y="16"/>
                    <a:pt x="14" y="23"/>
                    <a:pt x="0" y="32"/>
                  </a:cubicBezTo>
                  <a:close/>
                </a:path>
              </a:pathLst>
            </a:custGeom>
            <a:noFill/>
            <a:ln w="7938" cap="flat">
              <a:solidFill>
                <a:srgbClr val="01010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31" name="Freeform 13">
              <a:extLst>
                <a:ext uri="{FF2B5EF4-FFF2-40B4-BE49-F238E27FC236}">
                  <a16:creationId xmlns:a16="http://schemas.microsoft.com/office/drawing/2014/main" id="{DB66C97E-B14D-3AA6-FF05-2C55E54EF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802" y="3444856"/>
              <a:ext cx="1142928" cy="795691"/>
            </a:xfrm>
            <a:custGeom>
              <a:avLst/>
              <a:gdLst>
                <a:gd name="T0" fmla="*/ 0 w 344"/>
                <a:gd name="T1" fmla="*/ 609253 h 239"/>
                <a:gd name="T2" fmla="*/ 966837 w 344"/>
                <a:gd name="T3" fmla="*/ 166463 h 239"/>
                <a:gd name="T4" fmla="*/ 661171 w 344"/>
                <a:gd name="T5" fmla="*/ 795691 h 239"/>
                <a:gd name="T6" fmla="*/ 581431 w 344"/>
                <a:gd name="T7" fmla="*/ 732435 h 239"/>
                <a:gd name="T8" fmla="*/ 0 w 344"/>
                <a:gd name="T9" fmla="*/ 609253 h 2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4" h="239">
                  <a:moveTo>
                    <a:pt x="0" y="183"/>
                  </a:moveTo>
                  <a:cubicBezTo>
                    <a:pt x="87" y="109"/>
                    <a:pt x="238" y="0"/>
                    <a:pt x="291" y="50"/>
                  </a:cubicBezTo>
                  <a:cubicBezTo>
                    <a:pt x="344" y="101"/>
                    <a:pt x="260" y="181"/>
                    <a:pt x="199" y="239"/>
                  </a:cubicBezTo>
                  <a:cubicBezTo>
                    <a:pt x="192" y="232"/>
                    <a:pt x="183" y="224"/>
                    <a:pt x="175" y="220"/>
                  </a:cubicBezTo>
                  <a:cubicBezTo>
                    <a:pt x="126" y="193"/>
                    <a:pt x="67" y="162"/>
                    <a:pt x="0" y="183"/>
                  </a:cubicBezTo>
                  <a:close/>
                </a:path>
              </a:pathLst>
            </a:custGeom>
            <a:solidFill>
              <a:srgbClr val="BC90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32" name="Freeform 14">
              <a:extLst>
                <a:ext uri="{FF2B5EF4-FFF2-40B4-BE49-F238E27FC236}">
                  <a16:creationId xmlns:a16="http://schemas.microsoft.com/office/drawing/2014/main" id="{43D8154C-F0CB-A0EC-F37A-9A33F1870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171" y="3524988"/>
              <a:ext cx="542645" cy="518746"/>
            </a:xfrm>
            <a:custGeom>
              <a:avLst/>
              <a:gdLst>
                <a:gd name="T0" fmla="*/ 129835 w 163"/>
                <a:gd name="T1" fmla="*/ 418987 h 156"/>
                <a:gd name="T2" fmla="*/ 59924 w 163"/>
                <a:gd name="T3" fmla="*/ 196192 h 156"/>
                <a:gd name="T4" fmla="*/ 422797 w 163"/>
                <a:gd name="T5" fmla="*/ 116385 h 156"/>
                <a:gd name="T6" fmla="*/ 322924 w 163"/>
                <a:gd name="T7" fmla="*/ 445590 h 156"/>
                <a:gd name="T8" fmla="*/ 129835 w 163"/>
                <a:gd name="T9" fmla="*/ 418987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3" h="156">
                  <a:moveTo>
                    <a:pt x="39" y="126"/>
                  </a:moveTo>
                  <a:cubicBezTo>
                    <a:pt x="21" y="101"/>
                    <a:pt x="0" y="75"/>
                    <a:pt x="18" y="59"/>
                  </a:cubicBezTo>
                  <a:cubicBezTo>
                    <a:pt x="35" y="42"/>
                    <a:pt x="91" y="0"/>
                    <a:pt x="127" y="35"/>
                  </a:cubicBezTo>
                  <a:cubicBezTo>
                    <a:pt x="163" y="70"/>
                    <a:pt x="128" y="112"/>
                    <a:pt x="97" y="134"/>
                  </a:cubicBezTo>
                  <a:cubicBezTo>
                    <a:pt x="65" y="156"/>
                    <a:pt x="59" y="150"/>
                    <a:pt x="39" y="126"/>
                  </a:cubicBezTo>
                  <a:close/>
                </a:path>
              </a:pathLst>
            </a:custGeom>
            <a:solidFill>
              <a:srgbClr val="DBBC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33" name="Freeform 15">
              <a:extLst>
                <a:ext uri="{FF2B5EF4-FFF2-40B4-BE49-F238E27FC236}">
                  <a16:creationId xmlns:a16="http://schemas.microsoft.com/office/drawing/2014/main" id="{F10D5A12-2F47-37AE-EF5B-C8A93EBD0E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0341" y="3956573"/>
              <a:ext cx="340207" cy="396440"/>
            </a:xfrm>
            <a:custGeom>
              <a:avLst/>
              <a:gdLst>
                <a:gd name="T0" fmla="*/ 153427 w 102"/>
                <a:gd name="T1" fmla="*/ 359794 h 119"/>
                <a:gd name="T2" fmla="*/ 203457 w 102"/>
                <a:gd name="T3" fmla="*/ 396440 h 119"/>
                <a:gd name="T4" fmla="*/ 153427 w 102"/>
                <a:gd name="T5" fmla="*/ 336474 h 119"/>
                <a:gd name="T6" fmla="*/ 153427 w 102"/>
                <a:gd name="T7" fmla="*/ 359794 h 119"/>
                <a:gd name="T8" fmla="*/ 153427 w 102"/>
                <a:gd name="T9" fmla="*/ 46640 h 119"/>
                <a:gd name="T10" fmla="*/ 153427 w 102"/>
                <a:gd name="T11" fmla="*/ 26651 h 119"/>
                <a:gd name="T12" fmla="*/ 340207 w 102"/>
                <a:gd name="T13" fmla="*/ 289834 h 119"/>
                <a:gd name="T14" fmla="*/ 153427 w 102"/>
                <a:gd name="T15" fmla="*/ 46640 h 119"/>
                <a:gd name="T16" fmla="*/ 0 w 102"/>
                <a:gd name="T17" fmla="*/ 123263 h 119"/>
                <a:gd name="T18" fmla="*/ 153427 w 102"/>
                <a:gd name="T19" fmla="*/ 359794 h 119"/>
                <a:gd name="T20" fmla="*/ 153427 w 102"/>
                <a:gd name="T21" fmla="*/ 336474 h 119"/>
                <a:gd name="T22" fmla="*/ 0 w 102"/>
                <a:gd name="T23" fmla="*/ 123263 h 119"/>
                <a:gd name="T24" fmla="*/ 153427 w 102"/>
                <a:gd name="T25" fmla="*/ 26651 h 119"/>
                <a:gd name="T26" fmla="*/ 153427 w 102"/>
                <a:gd name="T27" fmla="*/ 46640 h 119"/>
                <a:gd name="T28" fmla="*/ 106732 w 102"/>
                <a:gd name="T29" fmla="*/ 0 h 119"/>
                <a:gd name="T30" fmla="*/ 153427 w 102"/>
                <a:gd name="T31" fmla="*/ 26651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2" h="119">
                  <a:moveTo>
                    <a:pt x="46" y="108"/>
                  </a:moveTo>
                  <a:cubicBezTo>
                    <a:pt x="51" y="113"/>
                    <a:pt x="56" y="116"/>
                    <a:pt x="61" y="119"/>
                  </a:cubicBezTo>
                  <a:cubicBezTo>
                    <a:pt x="57" y="114"/>
                    <a:pt x="52" y="108"/>
                    <a:pt x="46" y="101"/>
                  </a:cubicBezTo>
                  <a:cubicBezTo>
                    <a:pt x="46" y="108"/>
                    <a:pt x="46" y="108"/>
                    <a:pt x="46" y="108"/>
                  </a:cubicBezTo>
                  <a:close/>
                  <a:moveTo>
                    <a:pt x="46" y="14"/>
                  </a:moveTo>
                  <a:cubicBezTo>
                    <a:pt x="46" y="8"/>
                    <a:pt x="46" y="8"/>
                    <a:pt x="46" y="8"/>
                  </a:cubicBezTo>
                  <a:cubicBezTo>
                    <a:pt x="70" y="26"/>
                    <a:pt x="93" y="57"/>
                    <a:pt x="102" y="87"/>
                  </a:cubicBezTo>
                  <a:cubicBezTo>
                    <a:pt x="85" y="62"/>
                    <a:pt x="63" y="33"/>
                    <a:pt x="46" y="14"/>
                  </a:cubicBezTo>
                  <a:close/>
                  <a:moveTo>
                    <a:pt x="0" y="37"/>
                  </a:moveTo>
                  <a:cubicBezTo>
                    <a:pt x="6" y="63"/>
                    <a:pt x="27" y="91"/>
                    <a:pt x="46" y="108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31" y="82"/>
                    <a:pt x="12" y="57"/>
                    <a:pt x="0" y="37"/>
                  </a:cubicBezTo>
                  <a:close/>
                  <a:moveTo>
                    <a:pt x="46" y="8"/>
                  </a:moveTo>
                  <a:cubicBezTo>
                    <a:pt x="46" y="14"/>
                    <a:pt x="46" y="14"/>
                    <a:pt x="46" y="14"/>
                  </a:cubicBezTo>
                  <a:cubicBezTo>
                    <a:pt x="41" y="8"/>
                    <a:pt x="36" y="3"/>
                    <a:pt x="32" y="0"/>
                  </a:cubicBezTo>
                  <a:cubicBezTo>
                    <a:pt x="37" y="2"/>
                    <a:pt x="42" y="5"/>
                    <a:pt x="46" y="8"/>
                  </a:cubicBezTo>
                  <a:close/>
                </a:path>
              </a:pathLst>
            </a:custGeom>
            <a:solidFill>
              <a:srgbClr val="AB82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34" name="Freeform 34">
              <a:extLst>
                <a:ext uri="{FF2B5EF4-FFF2-40B4-BE49-F238E27FC236}">
                  <a16:creationId xmlns:a16="http://schemas.microsoft.com/office/drawing/2014/main" id="{54B96D44-F16A-2A28-CAAB-9CEFE2843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081" y="3730237"/>
              <a:ext cx="105436" cy="87161"/>
            </a:xfrm>
            <a:custGeom>
              <a:avLst/>
              <a:gdLst>
                <a:gd name="T0" fmla="*/ 0 w 32"/>
                <a:gd name="T1" fmla="*/ 87161 h 26"/>
                <a:gd name="T2" fmla="*/ 9885 w 32"/>
                <a:gd name="T3" fmla="*/ 33523 h 26"/>
                <a:gd name="T4" fmla="*/ 56013 w 32"/>
                <a:gd name="T5" fmla="*/ 0 h 26"/>
                <a:gd name="T6" fmla="*/ 105436 w 32"/>
                <a:gd name="T7" fmla="*/ 16762 h 26"/>
                <a:gd name="T8" fmla="*/ 0 w 32"/>
                <a:gd name="T9" fmla="*/ 87161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26">
                  <a:moveTo>
                    <a:pt x="0" y="26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7" y="7"/>
                    <a:pt x="12" y="3"/>
                    <a:pt x="17" y="0"/>
                  </a:cubicBezTo>
                  <a:cubicBezTo>
                    <a:pt x="22" y="2"/>
                    <a:pt x="27" y="4"/>
                    <a:pt x="32" y="5"/>
                  </a:cubicBezTo>
                  <a:cubicBezTo>
                    <a:pt x="24" y="10"/>
                    <a:pt x="14" y="17"/>
                    <a:pt x="0" y="26"/>
                  </a:cubicBezTo>
                  <a:close/>
                </a:path>
              </a:pathLst>
            </a:custGeom>
            <a:noFill/>
            <a:ln w="7938" cap="flat">
              <a:solidFill>
                <a:srgbClr val="01010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35" name="Freeform 35">
              <a:extLst>
                <a:ext uri="{FF2B5EF4-FFF2-40B4-BE49-F238E27FC236}">
                  <a16:creationId xmlns:a16="http://schemas.microsoft.com/office/drawing/2014/main" id="{49A5FABD-5736-5DC6-B024-2F6E38EE3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610" y="3515147"/>
              <a:ext cx="2433466" cy="2401132"/>
            </a:xfrm>
            <a:custGeom>
              <a:avLst/>
              <a:gdLst>
                <a:gd name="T0" fmla="*/ 601718 w 732"/>
                <a:gd name="T1" fmla="*/ 2391155 h 722"/>
                <a:gd name="T2" fmla="*/ 661557 w 732"/>
                <a:gd name="T3" fmla="*/ 2331293 h 722"/>
                <a:gd name="T4" fmla="*/ 977376 w 732"/>
                <a:gd name="T5" fmla="*/ 2005378 h 722"/>
                <a:gd name="T6" fmla="*/ 1050513 w 732"/>
                <a:gd name="T7" fmla="*/ 1918910 h 722"/>
                <a:gd name="T8" fmla="*/ 1103703 w 732"/>
                <a:gd name="T9" fmla="*/ 1845746 h 722"/>
                <a:gd name="T10" fmla="*/ 1156894 w 732"/>
                <a:gd name="T11" fmla="*/ 1732673 h 722"/>
                <a:gd name="T12" fmla="*/ 1160218 w 732"/>
                <a:gd name="T13" fmla="*/ 1719370 h 722"/>
                <a:gd name="T14" fmla="*/ 1210084 w 732"/>
                <a:gd name="T15" fmla="*/ 1573041 h 722"/>
                <a:gd name="T16" fmla="*/ 1233355 w 732"/>
                <a:gd name="T17" fmla="*/ 1493225 h 722"/>
                <a:gd name="T18" fmla="*/ 1240004 w 732"/>
                <a:gd name="T19" fmla="*/ 1509853 h 722"/>
                <a:gd name="T20" fmla="*/ 1426171 w 732"/>
                <a:gd name="T21" fmla="*/ 1267079 h 722"/>
                <a:gd name="T22" fmla="*/ 1831748 w 732"/>
                <a:gd name="T23" fmla="*/ 921210 h 722"/>
                <a:gd name="T24" fmla="*/ 1831748 w 732"/>
                <a:gd name="T25" fmla="*/ 917884 h 722"/>
                <a:gd name="T26" fmla="*/ 2134269 w 732"/>
                <a:gd name="T27" fmla="*/ 661808 h 722"/>
                <a:gd name="T28" fmla="*/ 2317112 w 732"/>
                <a:gd name="T29" fmla="*/ 448965 h 722"/>
                <a:gd name="T30" fmla="*/ 2340383 w 732"/>
                <a:gd name="T31" fmla="*/ 445639 h 722"/>
                <a:gd name="T32" fmla="*/ 2423493 w 732"/>
                <a:gd name="T33" fmla="*/ 192889 h 722"/>
                <a:gd name="T34" fmla="*/ 2260597 w 732"/>
                <a:gd name="T35" fmla="*/ 49885 h 722"/>
                <a:gd name="T36" fmla="*/ 1070459 w 732"/>
                <a:gd name="T37" fmla="*/ 798160 h 722"/>
                <a:gd name="T38" fmla="*/ 601718 w 732"/>
                <a:gd name="T39" fmla="*/ 2391155 h 72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732" h="722">
                  <a:moveTo>
                    <a:pt x="181" y="719"/>
                  </a:moveTo>
                  <a:cubicBezTo>
                    <a:pt x="187" y="713"/>
                    <a:pt x="193" y="707"/>
                    <a:pt x="199" y="701"/>
                  </a:cubicBezTo>
                  <a:cubicBezTo>
                    <a:pt x="223" y="666"/>
                    <a:pt x="261" y="636"/>
                    <a:pt x="294" y="603"/>
                  </a:cubicBezTo>
                  <a:cubicBezTo>
                    <a:pt x="301" y="594"/>
                    <a:pt x="309" y="586"/>
                    <a:pt x="316" y="577"/>
                  </a:cubicBezTo>
                  <a:cubicBezTo>
                    <a:pt x="322" y="570"/>
                    <a:pt x="327" y="562"/>
                    <a:pt x="332" y="555"/>
                  </a:cubicBezTo>
                  <a:cubicBezTo>
                    <a:pt x="338" y="545"/>
                    <a:pt x="343" y="533"/>
                    <a:pt x="348" y="521"/>
                  </a:cubicBezTo>
                  <a:cubicBezTo>
                    <a:pt x="348" y="520"/>
                    <a:pt x="348" y="518"/>
                    <a:pt x="349" y="517"/>
                  </a:cubicBezTo>
                  <a:cubicBezTo>
                    <a:pt x="354" y="500"/>
                    <a:pt x="359" y="486"/>
                    <a:pt x="364" y="473"/>
                  </a:cubicBezTo>
                  <a:cubicBezTo>
                    <a:pt x="369" y="459"/>
                    <a:pt x="371" y="449"/>
                    <a:pt x="371" y="449"/>
                  </a:cubicBezTo>
                  <a:cubicBezTo>
                    <a:pt x="371" y="449"/>
                    <a:pt x="372" y="451"/>
                    <a:pt x="373" y="454"/>
                  </a:cubicBezTo>
                  <a:cubicBezTo>
                    <a:pt x="392" y="420"/>
                    <a:pt x="411" y="402"/>
                    <a:pt x="429" y="381"/>
                  </a:cubicBezTo>
                  <a:cubicBezTo>
                    <a:pt x="442" y="364"/>
                    <a:pt x="495" y="323"/>
                    <a:pt x="551" y="277"/>
                  </a:cubicBezTo>
                  <a:cubicBezTo>
                    <a:pt x="551" y="276"/>
                    <a:pt x="551" y="276"/>
                    <a:pt x="551" y="276"/>
                  </a:cubicBezTo>
                  <a:cubicBezTo>
                    <a:pt x="551" y="276"/>
                    <a:pt x="601" y="237"/>
                    <a:pt x="642" y="199"/>
                  </a:cubicBezTo>
                  <a:cubicBezTo>
                    <a:pt x="683" y="160"/>
                    <a:pt x="697" y="135"/>
                    <a:pt x="697" y="135"/>
                  </a:cubicBezTo>
                  <a:cubicBezTo>
                    <a:pt x="697" y="135"/>
                    <a:pt x="700" y="135"/>
                    <a:pt x="704" y="134"/>
                  </a:cubicBezTo>
                  <a:cubicBezTo>
                    <a:pt x="728" y="100"/>
                    <a:pt x="732" y="76"/>
                    <a:pt x="729" y="58"/>
                  </a:cubicBezTo>
                  <a:cubicBezTo>
                    <a:pt x="714" y="43"/>
                    <a:pt x="694" y="29"/>
                    <a:pt x="680" y="15"/>
                  </a:cubicBezTo>
                  <a:cubicBezTo>
                    <a:pt x="570" y="0"/>
                    <a:pt x="391" y="166"/>
                    <a:pt x="322" y="240"/>
                  </a:cubicBezTo>
                  <a:cubicBezTo>
                    <a:pt x="0" y="402"/>
                    <a:pt x="128" y="722"/>
                    <a:pt x="181" y="719"/>
                  </a:cubicBezTo>
                  <a:close/>
                </a:path>
              </a:pathLst>
            </a:custGeom>
            <a:solidFill>
              <a:srgbClr val="BC90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36" name="Freeform 36">
              <a:extLst>
                <a:ext uri="{FF2B5EF4-FFF2-40B4-BE49-F238E27FC236}">
                  <a16:creationId xmlns:a16="http://schemas.microsoft.com/office/drawing/2014/main" id="{E76E1DE0-0E84-F72B-C2AC-3DA9DF87DD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54510" y="4433144"/>
              <a:ext cx="598877" cy="591848"/>
            </a:xfrm>
            <a:custGeom>
              <a:avLst/>
              <a:gdLst>
                <a:gd name="T0" fmla="*/ 0 w 180"/>
                <a:gd name="T1" fmla="*/ 575223 h 178"/>
                <a:gd name="T2" fmla="*/ 6654 w 180"/>
                <a:gd name="T3" fmla="*/ 591848 h 178"/>
                <a:gd name="T4" fmla="*/ 189644 w 180"/>
                <a:gd name="T5" fmla="*/ 349124 h 178"/>
                <a:gd name="T6" fmla="*/ 0 w 180"/>
                <a:gd name="T7" fmla="*/ 575223 h 178"/>
                <a:gd name="T8" fmla="*/ 598877 w 180"/>
                <a:gd name="T9" fmla="*/ 3325 h 178"/>
                <a:gd name="T10" fmla="*/ 598877 w 180"/>
                <a:gd name="T11" fmla="*/ 0 h 178"/>
                <a:gd name="T12" fmla="*/ 309420 w 180"/>
                <a:gd name="T13" fmla="*/ 239399 h 178"/>
                <a:gd name="T14" fmla="*/ 598877 w 180"/>
                <a:gd name="T15" fmla="*/ 3325 h 17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0" h="178">
                  <a:moveTo>
                    <a:pt x="0" y="173"/>
                  </a:moveTo>
                  <a:cubicBezTo>
                    <a:pt x="0" y="173"/>
                    <a:pt x="1" y="175"/>
                    <a:pt x="2" y="178"/>
                  </a:cubicBezTo>
                  <a:cubicBezTo>
                    <a:pt x="20" y="144"/>
                    <a:pt x="40" y="126"/>
                    <a:pt x="57" y="105"/>
                  </a:cubicBezTo>
                  <a:cubicBezTo>
                    <a:pt x="33" y="129"/>
                    <a:pt x="12" y="152"/>
                    <a:pt x="0" y="173"/>
                  </a:cubicBezTo>
                  <a:close/>
                  <a:moveTo>
                    <a:pt x="180" y="1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162" y="14"/>
                    <a:pt x="128" y="41"/>
                    <a:pt x="93" y="72"/>
                  </a:cubicBezTo>
                  <a:cubicBezTo>
                    <a:pt x="116" y="53"/>
                    <a:pt x="147" y="28"/>
                    <a:pt x="180" y="1"/>
                  </a:cubicBezTo>
                  <a:close/>
                </a:path>
              </a:pathLst>
            </a:custGeom>
            <a:solidFill>
              <a:srgbClr val="AB82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37" name="Freeform 37">
              <a:extLst>
                <a:ext uri="{FF2B5EF4-FFF2-40B4-BE49-F238E27FC236}">
                  <a16:creationId xmlns:a16="http://schemas.microsoft.com/office/drawing/2014/main" id="{F815AF2B-26C5-35CB-652A-EA534B3704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89185" y="3561539"/>
              <a:ext cx="1426902" cy="951737"/>
            </a:xfrm>
            <a:custGeom>
              <a:avLst/>
              <a:gdLst>
                <a:gd name="T0" fmla="*/ 0 w 429"/>
                <a:gd name="T1" fmla="*/ 951737 h 286"/>
                <a:gd name="T2" fmla="*/ 3326 w 429"/>
                <a:gd name="T3" fmla="*/ 945081 h 286"/>
                <a:gd name="T4" fmla="*/ 246132 w 429"/>
                <a:gd name="T5" fmla="*/ 782022 h 286"/>
                <a:gd name="T6" fmla="*/ 0 w 429"/>
                <a:gd name="T7" fmla="*/ 951737 h 286"/>
                <a:gd name="T8" fmla="*/ 1426902 w 429"/>
                <a:gd name="T9" fmla="*/ 0 h 286"/>
                <a:gd name="T10" fmla="*/ 801593 w 429"/>
                <a:gd name="T11" fmla="*/ 356069 h 286"/>
                <a:gd name="T12" fmla="*/ 412438 w 429"/>
                <a:gd name="T13" fmla="*/ 675534 h 286"/>
                <a:gd name="T14" fmla="*/ 312655 w 429"/>
                <a:gd name="T15" fmla="*/ 742089 h 286"/>
                <a:gd name="T16" fmla="*/ 1426902 w 429"/>
                <a:gd name="T17" fmla="*/ 0 h 2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29" h="286">
                  <a:moveTo>
                    <a:pt x="0" y="286"/>
                  </a:moveTo>
                  <a:cubicBezTo>
                    <a:pt x="0" y="286"/>
                    <a:pt x="0" y="285"/>
                    <a:pt x="1" y="284"/>
                  </a:cubicBezTo>
                  <a:cubicBezTo>
                    <a:pt x="22" y="267"/>
                    <a:pt x="46" y="250"/>
                    <a:pt x="74" y="235"/>
                  </a:cubicBezTo>
                  <a:cubicBezTo>
                    <a:pt x="48" y="251"/>
                    <a:pt x="25" y="264"/>
                    <a:pt x="0" y="286"/>
                  </a:cubicBezTo>
                  <a:close/>
                  <a:moveTo>
                    <a:pt x="429" y="0"/>
                  </a:moveTo>
                  <a:cubicBezTo>
                    <a:pt x="394" y="13"/>
                    <a:pt x="352" y="24"/>
                    <a:pt x="241" y="107"/>
                  </a:cubicBezTo>
                  <a:cubicBezTo>
                    <a:pt x="191" y="145"/>
                    <a:pt x="155" y="182"/>
                    <a:pt x="124" y="203"/>
                  </a:cubicBezTo>
                  <a:cubicBezTo>
                    <a:pt x="113" y="211"/>
                    <a:pt x="103" y="217"/>
                    <a:pt x="94" y="223"/>
                  </a:cubicBezTo>
                  <a:cubicBezTo>
                    <a:pt x="166" y="151"/>
                    <a:pt x="323" y="2"/>
                    <a:pt x="429" y="0"/>
                  </a:cubicBezTo>
                  <a:close/>
                </a:path>
              </a:pathLst>
            </a:custGeom>
            <a:solidFill>
              <a:srgbClr val="8C6A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38" name="Freeform 38">
              <a:extLst>
                <a:ext uri="{FF2B5EF4-FFF2-40B4-BE49-F238E27FC236}">
                  <a16:creationId xmlns:a16="http://schemas.microsoft.com/office/drawing/2014/main" id="{0E484A2D-6A31-26B0-714F-A80F49764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976" y="4126676"/>
              <a:ext cx="1485946" cy="1694007"/>
            </a:xfrm>
            <a:custGeom>
              <a:avLst/>
              <a:gdLst>
                <a:gd name="T0" fmla="*/ 262617 w 447"/>
                <a:gd name="T1" fmla="*/ 1694007 h 509"/>
                <a:gd name="T2" fmla="*/ 601692 w 447"/>
                <a:gd name="T3" fmla="*/ 1204775 h 509"/>
                <a:gd name="T4" fmla="*/ 1216681 w 447"/>
                <a:gd name="T5" fmla="*/ 416014 h 509"/>
                <a:gd name="T6" fmla="*/ 1376245 w 447"/>
                <a:gd name="T7" fmla="*/ 153093 h 509"/>
                <a:gd name="T8" fmla="*/ 1030522 w 447"/>
                <a:gd name="T9" fmla="*/ 169734 h 509"/>
                <a:gd name="T10" fmla="*/ 491991 w 447"/>
                <a:gd name="T11" fmla="*/ 419342 h 509"/>
                <a:gd name="T12" fmla="*/ 262617 w 447"/>
                <a:gd name="T13" fmla="*/ 1694007 h 5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7" h="509">
                  <a:moveTo>
                    <a:pt x="79" y="509"/>
                  </a:moveTo>
                  <a:cubicBezTo>
                    <a:pt x="118" y="462"/>
                    <a:pt x="155" y="413"/>
                    <a:pt x="181" y="362"/>
                  </a:cubicBezTo>
                  <a:cubicBezTo>
                    <a:pt x="247" y="233"/>
                    <a:pt x="285" y="175"/>
                    <a:pt x="366" y="125"/>
                  </a:cubicBezTo>
                  <a:cubicBezTo>
                    <a:pt x="447" y="74"/>
                    <a:pt x="434" y="69"/>
                    <a:pt x="414" y="46"/>
                  </a:cubicBezTo>
                  <a:cubicBezTo>
                    <a:pt x="394" y="23"/>
                    <a:pt x="366" y="0"/>
                    <a:pt x="310" y="51"/>
                  </a:cubicBezTo>
                  <a:cubicBezTo>
                    <a:pt x="256" y="100"/>
                    <a:pt x="178" y="145"/>
                    <a:pt x="148" y="126"/>
                  </a:cubicBezTo>
                  <a:cubicBezTo>
                    <a:pt x="0" y="261"/>
                    <a:pt x="35" y="442"/>
                    <a:pt x="79" y="509"/>
                  </a:cubicBezTo>
                  <a:close/>
                </a:path>
              </a:pathLst>
            </a:custGeom>
            <a:solidFill>
              <a:srgbClr val="C8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39" name="Freeform 39">
              <a:extLst>
                <a:ext uri="{FF2B5EF4-FFF2-40B4-BE49-F238E27FC236}">
                  <a16:creationId xmlns:a16="http://schemas.microsoft.com/office/drawing/2014/main" id="{12D8162D-A7A8-9DCF-4C5B-F050FE762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802" y="3420957"/>
              <a:ext cx="1162609" cy="819590"/>
            </a:xfrm>
            <a:custGeom>
              <a:avLst/>
              <a:gdLst>
                <a:gd name="T0" fmla="*/ 0 w 350"/>
                <a:gd name="T1" fmla="*/ 633017 h 246"/>
                <a:gd name="T2" fmla="*/ 966626 w 350"/>
                <a:gd name="T3" fmla="*/ 189905 h 246"/>
                <a:gd name="T4" fmla="*/ 661026 w 350"/>
                <a:gd name="T5" fmla="*/ 819590 h 246"/>
                <a:gd name="T6" fmla="*/ 581305 w 350"/>
                <a:gd name="T7" fmla="*/ 756288 h 246"/>
                <a:gd name="T8" fmla="*/ 0 w 350"/>
                <a:gd name="T9" fmla="*/ 633017 h 2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0" h="246">
                  <a:moveTo>
                    <a:pt x="0" y="190"/>
                  </a:moveTo>
                  <a:cubicBezTo>
                    <a:pt x="87" y="116"/>
                    <a:pt x="232" y="0"/>
                    <a:pt x="291" y="57"/>
                  </a:cubicBezTo>
                  <a:cubicBezTo>
                    <a:pt x="350" y="115"/>
                    <a:pt x="260" y="188"/>
                    <a:pt x="199" y="246"/>
                  </a:cubicBezTo>
                  <a:cubicBezTo>
                    <a:pt x="192" y="239"/>
                    <a:pt x="183" y="231"/>
                    <a:pt x="175" y="227"/>
                  </a:cubicBezTo>
                  <a:cubicBezTo>
                    <a:pt x="126" y="200"/>
                    <a:pt x="67" y="169"/>
                    <a:pt x="0" y="190"/>
                  </a:cubicBezTo>
                  <a:close/>
                </a:path>
              </a:pathLst>
            </a:custGeom>
            <a:solidFill>
              <a:srgbClr val="BC90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40" name="Freeform 40">
              <a:extLst>
                <a:ext uri="{FF2B5EF4-FFF2-40B4-BE49-F238E27FC236}">
                  <a16:creationId xmlns:a16="http://schemas.microsoft.com/office/drawing/2014/main" id="{F780BDB8-573D-0D01-827F-98C437C3F7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171" y="3524988"/>
              <a:ext cx="542645" cy="518746"/>
            </a:xfrm>
            <a:custGeom>
              <a:avLst/>
              <a:gdLst>
                <a:gd name="T0" fmla="*/ 129835 w 163"/>
                <a:gd name="T1" fmla="*/ 418987 h 156"/>
                <a:gd name="T2" fmla="*/ 59924 w 163"/>
                <a:gd name="T3" fmla="*/ 196192 h 156"/>
                <a:gd name="T4" fmla="*/ 422797 w 163"/>
                <a:gd name="T5" fmla="*/ 116385 h 156"/>
                <a:gd name="T6" fmla="*/ 322924 w 163"/>
                <a:gd name="T7" fmla="*/ 445590 h 156"/>
                <a:gd name="T8" fmla="*/ 129835 w 163"/>
                <a:gd name="T9" fmla="*/ 418987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3" h="156">
                  <a:moveTo>
                    <a:pt x="39" y="126"/>
                  </a:moveTo>
                  <a:cubicBezTo>
                    <a:pt x="21" y="101"/>
                    <a:pt x="0" y="75"/>
                    <a:pt x="18" y="59"/>
                  </a:cubicBezTo>
                  <a:cubicBezTo>
                    <a:pt x="35" y="42"/>
                    <a:pt x="91" y="0"/>
                    <a:pt x="127" y="35"/>
                  </a:cubicBezTo>
                  <a:cubicBezTo>
                    <a:pt x="163" y="70"/>
                    <a:pt x="128" y="112"/>
                    <a:pt x="97" y="134"/>
                  </a:cubicBezTo>
                  <a:cubicBezTo>
                    <a:pt x="65" y="156"/>
                    <a:pt x="59" y="150"/>
                    <a:pt x="39" y="126"/>
                  </a:cubicBezTo>
                  <a:close/>
                </a:path>
              </a:pathLst>
            </a:custGeom>
            <a:solidFill>
              <a:srgbClr val="DBBC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41" name="Freeform 41">
              <a:extLst>
                <a:ext uri="{FF2B5EF4-FFF2-40B4-BE49-F238E27FC236}">
                  <a16:creationId xmlns:a16="http://schemas.microsoft.com/office/drawing/2014/main" id="{A9CA6F93-8733-8F7D-C01D-7F38C48A02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0341" y="3956573"/>
              <a:ext cx="340207" cy="396440"/>
            </a:xfrm>
            <a:custGeom>
              <a:avLst/>
              <a:gdLst>
                <a:gd name="T0" fmla="*/ 153427 w 102"/>
                <a:gd name="T1" fmla="*/ 359794 h 119"/>
                <a:gd name="T2" fmla="*/ 203457 w 102"/>
                <a:gd name="T3" fmla="*/ 396440 h 119"/>
                <a:gd name="T4" fmla="*/ 153427 w 102"/>
                <a:gd name="T5" fmla="*/ 336474 h 119"/>
                <a:gd name="T6" fmla="*/ 153427 w 102"/>
                <a:gd name="T7" fmla="*/ 359794 h 119"/>
                <a:gd name="T8" fmla="*/ 153427 w 102"/>
                <a:gd name="T9" fmla="*/ 46640 h 119"/>
                <a:gd name="T10" fmla="*/ 153427 w 102"/>
                <a:gd name="T11" fmla="*/ 26651 h 119"/>
                <a:gd name="T12" fmla="*/ 340207 w 102"/>
                <a:gd name="T13" fmla="*/ 289834 h 119"/>
                <a:gd name="T14" fmla="*/ 153427 w 102"/>
                <a:gd name="T15" fmla="*/ 46640 h 119"/>
                <a:gd name="T16" fmla="*/ 0 w 102"/>
                <a:gd name="T17" fmla="*/ 123263 h 119"/>
                <a:gd name="T18" fmla="*/ 153427 w 102"/>
                <a:gd name="T19" fmla="*/ 359794 h 119"/>
                <a:gd name="T20" fmla="*/ 153427 w 102"/>
                <a:gd name="T21" fmla="*/ 336474 h 119"/>
                <a:gd name="T22" fmla="*/ 0 w 102"/>
                <a:gd name="T23" fmla="*/ 123263 h 119"/>
                <a:gd name="T24" fmla="*/ 153427 w 102"/>
                <a:gd name="T25" fmla="*/ 26651 h 119"/>
                <a:gd name="T26" fmla="*/ 153427 w 102"/>
                <a:gd name="T27" fmla="*/ 46640 h 119"/>
                <a:gd name="T28" fmla="*/ 106732 w 102"/>
                <a:gd name="T29" fmla="*/ 0 h 119"/>
                <a:gd name="T30" fmla="*/ 153427 w 102"/>
                <a:gd name="T31" fmla="*/ 26651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2" h="119">
                  <a:moveTo>
                    <a:pt x="46" y="108"/>
                  </a:moveTo>
                  <a:cubicBezTo>
                    <a:pt x="51" y="113"/>
                    <a:pt x="56" y="116"/>
                    <a:pt x="61" y="119"/>
                  </a:cubicBezTo>
                  <a:cubicBezTo>
                    <a:pt x="57" y="114"/>
                    <a:pt x="52" y="108"/>
                    <a:pt x="46" y="101"/>
                  </a:cubicBezTo>
                  <a:cubicBezTo>
                    <a:pt x="46" y="108"/>
                    <a:pt x="46" y="108"/>
                    <a:pt x="46" y="108"/>
                  </a:cubicBezTo>
                  <a:close/>
                  <a:moveTo>
                    <a:pt x="46" y="14"/>
                  </a:moveTo>
                  <a:cubicBezTo>
                    <a:pt x="46" y="8"/>
                    <a:pt x="46" y="8"/>
                    <a:pt x="46" y="8"/>
                  </a:cubicBezTo>
                  <a:cubicBezTo>
                    <a:pt x="70" y="26"/>
                    <a:pt x="93" y="57"/>
                    <a:pt x="102" y="87"/>
                  </a:cubicBezTo>
                  <a:cubicBezTo>
                    <a:pt x="85" y="62"/>
                    <a:pt x="63" y="33"/>
                    <a:pt x="46" y="14"/>
                  </a:cubicBezTo>
                  <a:close/>
                  <a:moveTo>
                    <a:pt x="0" y="37"/>
                  </a:moveTo>
                  <a:cubicBezTo>
                    <a:pt x="6" y="63"/>
                    <a:pt x="27" y="91"/>
                    <a:pt x="46" y="108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31" y="82"/>
                    <a:pt x="12" y="57"/>
                    <a:pt x="0" y="37"/>
                  </a:cubicBezTo>
                  <a:close/>
                  <a:moveTo>
                    <a:pt x="46" y="8"/>
                  </a:moveTo>
                  <a:cubicBezTo>
                    <a:pt x="46" y="14"/>
                    <a:pt x="46" y="14"/>
                    <a:pt x="46" y="14"/>
                  </a:cubicBezTo>
                  <a:cubicBezTo>
                    <a:pt x="41" y="8"/>
                    <a:pt x="36" y="3"/>
                    <a:pt x="32" y="0"/>
                  </a:cubicBezTo>
                  <a:cubicBezTo>
                    <a:pt x="37" y="2"/>
                    <a:pt x="42" y="5"/>
                    <a:pt x="46" y="8"/>
                  </a:cubicBezTo>
                  <a:close/>
                </a:path>
              </a:pathLst>
            </a:custGeom>
            <a:solidFill>
              <a:srgbClr val="8C6A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80925" name="Group 674">
            <a:extLst>
              <a:ext uri="{FF2B5EF4-FFF2-40B4-BE49-F238E27FC236}">
                <a16:creationId xmlns:a16="http://schemas.microsoft.com/office/drawing/2014/main" id="{D0EA297F-57D4-7DB8-9194-21CF290C963C}"/>
              </a:ext>
            </a:extLst>
          </p:cNvPr>
          <p:cNvGrpSpPr>
            <a:grpSpLocks/>
          </p:cNvGrpSpPr>
          <p:nvPr/>
        </p:nvGrpSpPr>
        <p:grpSpPr bwMode="auto">
          <a:xfrm>
            <a:off x="6423025" y="3375025"/>
            <a:ext cx="3711575" cy="4086225"/>
            <a:chOff x="9531349" y="3881437"/>
            <a:chExt cx="2660651" cy="2976563"/>
          </a:xfrm>
        </p:grpSpPr>
        <p:sp>
          <p:nvSpPr>
            <p:cNvPr id="80942" name="Freeform 96">
              <a:extLst>
                <a:ext uri="{FF2B5EF4-FFF2-40B4-BE49-F238E27FC236}">
                  <a16:creationId xmlns:a16="http://schemas.microsoft.com/office/drawing/2014/main" id="{7C2C85F8-3C6A-20BF-9DEE-1BE6E0F19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31349" y="3881437"/>
              <a:ext cx="2411413" cy="2974975"/>
            </a:xfrm>
            <a:custGeom>
              <a:avLst/>
              <a:gdLst>
                <a:gd name="T0" fmla="*/ 2411413 w 1068"/>
                <a:gd name="T1" fmla="*/ 2649940 h 1318"/>
                <a:gd name="T2" fmla="*/ 2345935 w 1068"/>
                <a:gd name="T3" fmla="*/ 2534823 h 1318"/>
                <a:gd name="T4" fmla="*/ 2113373 w 1068"/>
                <a:gd name="T5" fmla="*/ 2126272 h 1318"/>
                <a:gd name="T6" fmla="*/ 1919196 w 1068"/>
                <a:gd name="T7" fmla="*/ 1374628 h 1318"/>
                <a:gd name="T8" fmla="*/ 1700182 w 1068"/>
                <a:gd name="T9" fmla="*/ 891590 h 1318"/>
                <a:gd name="T10" fmla="*/ 1399884 w 1068"/>
                <a:gd name="T11" fmla="*/ 679414 h 1318"/>
                <a:gd name="T12" fmla="*/ 1305053 w 1068"/>
                <a:gd name="T13" fmla="*/ 771959 h 1318"/>
                <a:gd name="T14" fmla="*/ 1052171 w 1068"/>
                <a:gd name="T15" fmla="*/ 622984 h 1318"/>
                <a:gd name="T16" fmla="*/ 934761 w 1068"/>
                <a:gd name="T17" fmla="*/ 735844 h 1318"/>
                <a:gd name="T18" fmla="*/ 740584 w 1068"/>
                <a:gd name="T19" fmla="*/ 618470 h 1318"/>
                <a:gd name="T20" fmla="*/ 616401 w 1068"/>
                <a:gd name="T21" fmla="*/ 706500 h 1318"/>
                <a:gd name="T22" fmla="*/ 338682 w 1068"/>
                <a:gd name="T23" fmla="*/ 227976 h 1318"/>
                <a:gd name="T24" fmla="*/ 144504 w 1068"/>
                <a:gd name="T25" fmla="*/ 24829 h 1318"/>
                <a:gd name="T26" fmla="*/ 99347 w 1068"/>
                <a:gd name="T27" fmla="*/ 325035 h 1318"/>
                <a:gd name="T28" fmla="*/ 379323 w 1068"/>
                <a:gd name="T29" fmla="*/ 972848 h 1318"/>
                <a:gd name="T30" fmla="*/ 632206 w 1068"/>
                <a:gd name="T31" fmla="*/ 1582289 h 1318"/>
                <a:gd name="T32" fmla="*/ 634464 w 1068"/>
                <a:gd name="T33" fmla="*/ 1733521 h 1318"/>
                <a:gd name="T34" fmla="*/ 532859 w 1068"/>
                <a:gd name="T35" fmla="*/ 1541660 h 1318"/>
                <a:gd name="T36" fmla="*/ 498991 w 1068"/>
                <a:gd name="T37" fmla="*/ 1313684 h 1318"/>
                <a:gd name="T38" fmla="*/ 356745 w 1068"/>
                <a:gd name="T39" fmla="*/ 1081193 h 1318"/>
                <a:gd name="T40" fmla="*/ 277719 w 1068"/>
                <a:gd name="T41" fmla="*/ 1264026 h 1318"/>
                <a:gd name="T42" fmla="*/ 200951 w 1068"/>
                <a:gd name="T43" fmla="*/ 1607119 h 1318"/>
                <a:gd name="T44" fmla="*/ 390613 w 1068"/>
                <a:gd name="T45" fmla="*/ 1990841 h 1318"/>
                <a:gd name="T46" fmla="*/ 763163 w 1068"/>
                <a:gd name="T47" fmla="*/ 2279761 h 1318"/>
                <a:gd name="T48" fmla="*/ 1356984 w 1068"/>
                <a:gd name="T49" fmla="*/ 2645425 h 1318"/>
                <a:gd name="T50" fmla="*/ 1566967 w 1068"/>
                <a:gd name="T51" fmla="*/ 2974975 h 1318"/>
                <a:gd name="T52" fmla="*/ 1928227 w 1068"/>
                <a:gd name="T53" fmla="*/ 2974975 h 1318"/>
                <a:gd name="T54" fmla="*/ 2411413 w 1068"/>
                <a:gd name="T55" fmla="*/ 2649940 h 131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068" h="1318">
                  <a:moveTo>
                    <a:pt x="1068" y="1174"/>
                  </a:moveTo>
                  <a:cubicBezTo>
                    <a:pt x="1054" y="1151"/>
                    <a:pt x="1043" y="1133"/>
                    <a:pt x="1039" y="1123"/>
                  </a:cubicBezTo>
                  <a:cubicBezTo>
                    <a:pt x="1022" y="1081"/>
                    <a:pt x="977" y="1011"/>
                    <a:pt x="936" y="942"/>
                  </a:cubicBezTo>
                  <a:cubicBezTo>
                    <a:pt x="895" y="873"/>
                    <a:pt x="868" y="703"/>
                    <a:pt x="850" y="609"/>
                  </a:cubicBezTo>
                  <a:cubicBezTo>
                    <a:pt x="832" y="516"/>
                    <a:pt x="797" y="441"/>
                    <a:pt x="753" y="395"/>
                  </a:cubicBezTo>
                  <a:cubicBezTo>
                    <a:pt x="710" y="349"/>
                    <a:pt x="662" y="278"/>
                    <a:pt x="620" y="301"/>
                  </a:cubicBezTo>
                  <a:cubicBezTo>
                    <a:pt x="578" y="324"/>
                    <a:pt x="578" y="342"/>
                    <a:pt x="578" y="342"/>
                  </a:cubicBezTo>
                  <a:cubicBezTo>
                    <a:pt x="578" y="342"/>
                    <a:pt x="516" y="261"/>
                    <a:pt x="466" y="276"/>
                  </a:cubicBezTo>
                  <a:cubicBezTo>
                    <a:pt x="417" y="291"/>
                    <a:pt x="414" y="326"/>
                    <a:pt x="414" y="326"/>
                  </a:cubicBezTo>
                  <a:cubicBezTo>
                    <a:pt x="414" y="326"/>
                    <a:pt x="381" y="260"/>
                    <a:pt x="328" y="274"/>
                  </a:cubicBezTo>
                  <a:cubicBezTo>
                    <a:pt x="275" y="288"/>
                    <a:pt x="273" y="313"/>
                    <a:pt x="273" y="313"/>
                  </a:cubicBezTo>
                  <a:cubicBezTo>
                    <a:pt x="273" y="313"/>
                    <a:pt x="184" y="167"/>
                    <a:pt x="150" y="101"/>
                  </a:cubicBezTo>
                  <a:cubicBezTo>
                    <a:pt x="117" y="34"/>
                    <a:pt x="95" y="0"/>
                    <a:pt x="64" y="11"/>
                  </a:cubicBezTo>
                  <a:cubicBezTo>
                    <a:pt x="34" y="22"/>
                    <a:pt x="0" y="59"/>
                    <a:pt x="44" y="144"/>
                  </a:cubicBezTo>
                  <a:cubicBezTo>
                    <a:pt x="87" y="229"/>
                    <a:pt x="137" y="369"/>
                    <a:pt x="168" y="431"/>
                  </a:cubicBezTo>
                  <a:cubicBezTo>
                    <a:pt x="199" y="493"/>
                    <a:pt x="262" y="623"/>
                    <a:pt x="280" y="701"/>
                  </a:cubicBezTo>
                  <a:cubicBezTo>
                    <a:pt x="299" y="779"/>
                    <a:pt x="305" y="779"/>
                    <a:pt x="281" y="768"/>
                  </a:cubicBezTo>
                  <a:cubicBezTo>
                    <a:pt x="256" y="757"/>
                    <a:pt x="256" y="703"/>
                    <a:pt x="236" y="683"/>
                  </a:cubicBezTo>
                  <a:cubicBezTo>
                    <a:pt x="216" y="664"/>
                    <a:pt x="213" y="607"/>
                    <a:pt x="221" y="582"/>
                  </a:cubicBezTo>
                  <a:cubicBezTo>
                    <a:pt x="228" y="557"/>
                    <a:pt x="186" y="485"/>
                    <a:pt x="158" y="479"/>
                  </a:cubicBezTo>
                  <a:cubicBezTo>
                    <a:pt x="131" y="473"/>
                    <a:pt x="124" y="495"/>
                    <a:pt x="123" y="560"/>
                  </a:cubicBezTo>
                  <a:cubicBezTo>
                    <a:pt x="122" y="624"/>
                    <a:pt x="63" y="660"/>
                    <a:pt x="89" y="712"/>
                  </a:cubicBezTo>
                  <a:cubicBezTo>
                    <a:pt x="115" y="765"/>
                    <a:pt x="159" y="850"/>
                    <a:pt x="173" y="882"/>
                  </a:cubicBezTo>
                  <a:cubicBezTo>
                    <a:pt x="187" y="913"/>
                    <a:pt x="263" y="978"/>
                    <a:pt x="338" y="1010"/>
                  </a:cubicBezTo>
                  <a:cubicBezTo>
                    <a:pt x="413" y="1042"/>
                    <a:pt x="550" y="1103"/>
                    <a:pt x="601" y="1172"/>
                  </a:cubicBezTo>
                  <a:cubicBezTo>
                    <a:pt x="618" y="1197"/>
                    <a:pt x="654" y="1253"/>
                    <a:pt x="694" y="1318"/>
                  </a:cubicBezTo>
                  <a:cubicBezTo>
                    <a:pt x="854" y="1318"/>
                    <a:pt x="854" y="1318"/>
                    <a:pt x="854" y="1318"/>
                  </a:cubicBezTo>
                  <a:lnTo>
                    <a:pt x="1068" y="1174"/>
                  </a:lnTo>
                  <a:close/>
                </a:path>
              </a:pathLst>
            </a:custGeom>
            <a:solidFill>
              <a:srgbClr val="BC90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43" name="Freeform 97">
              <a:extLst>
                <a:ext uri="{FF2B5EF4-FFF2-40B4-BE49-F238E27FC236}">
                  <a16:creationId xmlns:a16="http://schemas.microsoft.com/office/drawing/2014/main" id="{B8931D14-C15C-6D00-8E2E-19B49F092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8887" y="4587874"/>
              <a:ext cx="296863" cy="442913"/>
            </a:xfrm>
            <a:custGeom>
              <a:avLst/>
              <a:gdLst>
                <a:gd name="T0" fmla="*/ 0 w 132"/>
                <a:gd name="T1" fmla="*/ 0 h 196"/>
                <a:gd name="T2" fmla="*/ 186664 w 132"/>
                <a:gd name="T3" fmla="*/ 363821 h 196"/>
                <a:gd name="T4" fmla="*/ 247386 w 132"/>
                <a:gd name="T5" fmla="*/ 399978 h 196"/>
                <a:gd name="T6" fmla="*/ 0 w 132"/>
                <a:gd name="T7" fmla="*/ 0 h 1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2" h="196">
                  <a:moveTo>
                    <a:pt x="0" y="0"/>
                  </a:moveTo>
                  <a:cubicBezTo>
                    <a:pt x="14" y="22"/>
                    <a:pt x="67" y="129"/>
                    <a:pt x="83" y="161"/>
                  </a:cubicBezTo>
                  <a:cubicBezTo>
                    <a:pt x="100" y="193"/>
                    <a:pt x="132" y="196"/>
                    <a:pt x="110" y="177"/>
                  </a:cubicBezTo>
                  <a:cubicBezTo>
                    <a:pt x="88" y="159"/>
                    <a:pt x="45" y="63"/>
                    <a:pt x="0" y="0"/>
                  </a:cubicBezTo>
                  <a:close/>
                </a:path>
              </a:pathLst>
            </a:custGeom>
            <a:solidFill>
              <a:srgbClr val="8C6A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44" name="Freeform 98">
              <a:extLst>
                <a:ext uri="{FF2B5EF4-FFF2-40B4-BE49-F238E27FC236}">
                  <a16:creationId xmlns:a16="http://schemas.microsoft.com/office/drawing/2014/main" id="{C8E50278-E172-327F-3058-9F2F4E5F4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66387" y="4616449"/>
              <a:ext cx="293688" cy="342900"/>
            </a:xfrm>
            <a:custGeom>
              <a:avLst/>
              <a:gdLst>
                <a:gd name="T0" fmla="*/ 0 w 130"/>
                <a:gd name="T1" fmla="*/ 0 h 152"/>
                <a:gd name="T2" fmla="*/ 216877 w 130"/>
                <a:gd name="T3" fmla="*/ 302293 h 152"/>
                <a:gd name="T4" fmla="*/ 185249 w 130"/>
                <a:gd name="T5" fmla="*/ 221080 h 152"/>
                <a:gd name="T6" fmla="*/ 0 w 130"/>
                <a:gd name="T7" fmla="*/ 0 h 1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0" h="152">
                  <a:moveTo>
                    <a:pt x="0" y="0"/>
                  </a:moveTo>
                  <a:cubicBezTo>
                    <a:pt x="16" y="31"/>
                    <a:pt x="62" y="116"/>
                    <a:pt x="96" y="134"/>
                  </a:cubicBezTo>
                  <a:cubicBezTo>
                    <a:pt x="130" y="152"/>
                    <a:pt x="113" y="129"/>
                    <a:pt x="82" y="98"/>
                  </a:cubicBezTo>
                  <a:cubicBezTo>
                    <a:pt x="50" y="66"/>
                    <a:pt x="38" y="47"/>
                    <a:pt x="0" y="0"/>
                  </a:cubicBezTo>
                  <a:close/>
                </a:path>
              </a:pathLst>
            </a:custGeom>
            <a:solidFill>
              <a:srgbClr val="8C6A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45" name="Freeform 99">
              <a:extLst>
                <a:ext uri="{FF2B5EF4-FFF2-40B4-BE49-F238E27FC236}">
                  <a16:creationId xmlns:a16="http://schemas.microsoft.com/office/drawing/2014/main" id="{EC428788-6EFA-6519-8DFD-AA6F368CF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274" y="4652962"/>
              <a:ext cx="331788" cy="261938"/>
            </a:xfrm>
            <a:custGeom>
              <a:avLst/>
              <a:gdLst>
                <a:gd name="T0" fmla="*/ 0 w 147"/>
                <a:gd name="T1" fmla="*/ 0 h 116"/>
                <a:gd name="T2" fmla="*/ 236991 w 147"/>
                <a:gd name="T3" fmla="*/ 252906 h 116"/>
                <a:gd name="T4" fmla="*/ 196364 w 147"/>
                <a:gd name="T5" fmla="*/ 189679 h 116"/>
                <a:gd name="T6" fmla="*/ 0 w 147"/>
                <a:gd name="T7" fmla="*/ 0 h 1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7" h="116">
                  <a:moveTo>
                    <a:pt x="0" y="0"/>
                  </a:moveTo>
                  <a:cubicBezTo>
                    <a:pt x="20" y="38"/>
                    <a:pt x="63" y="109"/>
                    <a:pt x="105" y="112"/>
                  </a:cubicBezTo>
                  <a:cubicBezTo>
                    <a:pt x="147" y="116"/>
                    <a:pt x="104" y="95"/>
                    <a:pt x="87" y="84"/>
                  </a:cubicBezTo>
                  <a:cubicBezTo>
                    <a:pt x="69" y="73"/>
                    <a:pt x="43" y="52"/>
                    <a:pt x="0" y="0"/>
                  </a:cubicBezTo>
                  <a:close/>
                </a:path>
              </a:pathLst>
            </a:custGeom>
            <a:solidFill>
              <a:srgbClr val="8C6A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46" name="Freeform 100">
              <a:extLst>
                <a:ext uri="{FF2B5EF4-FFF2-40B4-BE49-F238E27FC236}">
                  <a16:creationId xmlns:a16="http://schemas.microsoft.com/office/drawing/2014/main" id="{558E3699-CD3F-E99E-2DE9-CC568DCF2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6912" y="3886199"/>
              <a:ext cx="203200" cy="219075"/>
            </a:xfrm>
            <a:custGeom>
              <a:avLst/>
              <a:gdLst>
                <a:gd name="T0" fmla="*/ 74507 w 90"/>
                <a:gd name="T1" fmla="*/ 20327 h 97"/>
                <a:gd name="T2" fmla="*/ 24836 w 90"/>
                <a:gd name="T3" fmla="*/ 112925 h 97"/>
                <a:gd name="T4" fmla="*/ 149013 w 90"/>
                <a:gd name="T5" fmla="*/ 201007 h 97"/>
                <a:gd name="T6" fmla="*/ 171591 w 90"/>
                <a:gd name="T7" fmla="*/ 74531 h 97"/>
                <a:gd name="T8" fmla="*/ 74507 w 90"/>
                <a:gd name="T9" fmla="*/ 20327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97">
                  <a:moveTo>
                    <a:pt x="33" y="9"/>
                  </a:moveTo>
                  <a:cubicBezTo>
                    <a:pt x="18" y="16"/>
                    <a:pt x="0" y="30"/>
                    <a:pt x="11" y="50"/>
                  </a:cubicBezTo>
                  <a:cubicBezTo>
                    <a:pt x="21" y="71"/>
                    <a:pt x="44" y="97"/>
                    <a:pt x="66" y="89"/>
                  </a:cubicBezTo>
                  <a:cubicBezTo>
                    <a:pt x="87" y="81"/>
                    <a:pt x="90" y="58"/>
                    <a:pt x="76" y="33"/>
                  </a:cubicBezTo>
                  <a:cubicBezTo>
                    <a:pt x="61" y="7"/>
                    <a:pt x="51" y="0"/>
                    <a:pt x="33" y="9"/>
                  </a:cubicBezTo>
                  <a:close/>
                </a:path>
              </a:pathLst>
            </a:custGeom>
            <a:solidFill>
              <a:srgbClr val="DBBC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47" name="Freeform 101">
              <a:extLst>
                <a:ext uri="{FF2B5EF4-FFF2-40B4-BE49-F238E27FC236}">
                  <a16:creationId xmlns:a16="http://schemas.microsoft.com/office/drawing/2014/main" id="{DE869DE3-0A04-3E00-E294-D3209E6B8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5499" y="4214812"/>
              <a:ext cx="344488" cy="384175"/>
            </a:xfrm>
            <a:custGeom>
              <a:avLst/>
              <a:gdLst>
                <a:gd name="T0" fmla="*/ 108075 w 153"/>
                <a:gd name="T1" fmla="*/ 47457 h 170"/>
                <a:gd name="T2" fmla="*/ 225156 w 153"/>
                <a:gd name="T3" fmla="*/ 325419 h 170"/>
                <a:gd name="T4" fmla="*/ 108075 w 153"/>
                <a:gd name="T5" fmla="*/ 47457 h 1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3" h="170">
                  <a:moveTo>
                    <a:pt x="48" y="21"/>
                  </a:moveTo>
                  <a:cubicBezTo>
                    <a:pt x="0" y="46"/>
                    <a:pt x="46" y="170"/>
                    <a:pt x="100" y="144"/>
                  </a:cubicBezTo>
                  <a:cubicBezTo>
                    <a:pt x="153" y="118"/>
                    <a:pt x="89" y="0"/>
                    <a:pt x="48" y="21"/>
                  </a:cubicBezTo>
                  <a:close/>
                </a:path>
              </a:pathLst>
            </a:custGeom>
            <a:solidFill>
              <a:srgbClr val="C8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48" name="Freeform 102">
              <a:extLst>
                <a:ext uri="{FF2B5EF4-FFF2-40B4-BE49-F238E27FC236}">
                  <a16:creationId xmlns:a16="http://schemas.microsoft.com/office/drawing/2014/main" id="{7D3AD46E-CCBF-D145-81BE-47B22EB95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2337" y="4972049"/>
              <a:ext cx="53975" cy="173038"/>
            </a:xfrm>
            <a:custGeom>
              <a:avLst/>
              <a:gdLst>
                <a:gd name="T0" fmla="*/ 31485 w 24"/>
                <a:gd name="T1" fmla="*/ 0 h 77"/>
                <a:gd name="T2" fmla="*/ 0 w 24"/>
                <a:gd name="T3" fmla="*/ 170791 h 77"/>
                <a:gd name="T4" fmla="*/ 0 w 24"/>
                <a:gd name="T5" fmla="*/ 173038 h 77"/>
                <a:gd name="T6" fmla="*/ 49477 w 24"/>
                <a:gd name="T7" fmla="*/ 76406 h 77"/>
                <a:gd name="T8" fmla="*/ 31485 w 24"/>
                <a:gd name="T9" fmla="*/ 0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77">
                  <a:moveTo>
                    <a:pt x="14" y="0"/>
                  </a:moveTo>
                  <a:cubicBezTo>
                    <a:pt x="3" y="9"/>
                    <a:pt x="0" y="33"/>
                    <a:pt x="0" y="76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17" y="69"/>
                    <a:pt x="20" y="49"/>
                    <a:pt x="22" y="34"/>
                  </a:cubicBezTo>
                  <a:cubicBezTo>
                    <a:pt x="24" y="17"/>
                    <a:pt x="22" y="6"/>
                    <a:pt x="14" y="0"/>
                  </a:cubicBezTo>
                  <a:close/>
                </a:path>
              </a:pathLst>
            </a:custGeom>
            <a:solidFill>
              <a:srgbClr val="DBBC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49" name="Freeform 103">
              <a:extLst>
                <a:ext uri="{FF2B5EF4-FFF2-40B4-BE49-F238E27FC236}">
                  <a16:creationId xmlns:a16="http://schemas.microsoft.com/office/drawing/2014/main" id="{E5356947-F13D-E03C-6301-FE5A178FC5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88537" y="4570412"/>
              <a:ext cx="204788" cy="179388"/>
            </a:xfrm>
            <a:custGeom>
              <a:avLst/>
              <a:gdLst>
                <a:gd name="T0" fmla="*/ 38257 w 91"/>
                <a:gd name="T1" fmla="*/ 179388 h 80"/>
                <a:gd name="T2" fmla="*/ 204788 w 91"/>
                <a:gd name="T3" fmla="*/ 105390 h 80"/>
                <a:gd name="T4" fmla="*/ 38257 w 91"/>
                <a:gd name="T5" fmla="*/ 179388 h 80"/>
                <a:gd name="T6" fmla="*/ 159780 w 91"/>
                <a:gd name="T7" fmla="*/ 6727 h 80"/>
                <a:gd name="T8" fmla="*/ 0 w 91"/>
                <a:gd name="T9" fmla="*/ 105390 h 80"/>
                <a:gd name="T10" fmla="*/ 159780 w 91"/>
                <a:gd name="T11" fmla="*/ 6727 h 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" h="80">
                  <a:moveTo>
                    <a:pt x="17" y="80"/>
                  </a:moveTo>
                  <a:cubicBezTo>
                    <a:pt x="49" y="78"/>
                    <a:pt x="74" y="64"/>
                    <a:pt x="91" y="47"/>
                  </a:cubicBezTo>
                  <a:cubicBezTo>
                    <a:pt x="67" y="59"/>
                    <a:pt x="41" y="72"/>
                    <a:pt x="17" y="80"/>
                  </a:cubicBezTo>
                  <a:close/>
                  <a:moveTo>
                    <a:pt x="71" y="3"/>
                  </a:moveTo>
                  <a:cubicBezTo>
                    <a:pt x="53" y="0"/>
                    <a:pt x="13" y="22"/>
                    <a:pt x="0" y="47"/>
                  </a:cubicBezTo>
                  <a:cubicBezTo>
                    <a:pt x="19" y="31"/>
                    <a:pt x="57" y="6"/>
                    <a:pt x="71" y="3"/>
                  </a:cubicBezTo>
                  <a:close/>
                </a:path>
              </a:pathLst>
            </a:custGeom>
            <a:solidFill>
              <a:srgbClr val="8C6A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50" name="Freeform 104">
              <a:extLst>
                <a:ext uri="{FF2B5EF4-FFF2-40B4-BE49-F238E27FC236}">
                  <a16:creationId xmlns:a16="http://schemas.microsoft.com/office/drawing/2014/main" id="{FDF35EF5-FC1F-4672-6C31-1C3D61AB4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7712" y="4067174"/>
              <a:ext cx="273050" cy="206375"/>
            </a:xfrm>
            <a:custGeom>
              <a:avLst/>
              <a:gdLst>
                <a:gd name="T0" fmla="*/ 108317 w 121"/>
                <a:gd name="T1" fmla="*/ 47107 h 92"/>
                <a:gd name="T2" fmla="*/ 153450 w 121"/>
                <a:gd name="T3" fmla="*/ 145808 h 92"/>
                <a:gd name="T4" fmla="*/ 108317 w 121"/>
                <a:gd name="T5" fmla="*/ 47107 h 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92">
                  <a:moveTo>
                    <a:pt x="48" y="21"/>
                  </a:moveTo>
                  <a:cubicBezTo>
                    <a:pt x="0" y="45"/>
                    <a:pt x="14" y="92"/>
                    <a:pt x="68" y="65"/>
                  </a:cubicBezTo>
                  <a:cubicBezTo>
                    <a:pt x="121" y="39"/>
                    <a:pt x="90" y="0"/>
                    <a:pt x="48" y="21"/>
                  </a:cubicBezTo>
                  <a:close/>
                </a:path>
              </a:pathLst>
            </a:custGeom>
            <a:solidFill>
              <a:srgbClr val="C8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51" name="Freeform 105">
              <a:extLst>
                <a:ext uri="{FF2B5EF4-FFF2-40B4-BE49-F238E27FC236}">
                  <a16:creationId xmlns:a16="http://schemas.microsoft.com/office/drawing/2014/main" id="{899174D8-C370-6AED-920C-F404B9369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47312" y="4470399"/>
              <a:ext cx="571500" cy="622300"/>
            </a:xfrm>
            <a:custGeom>
              <a:avLst/>
              <a:gdLst>
                <a:gd name="T0" fmla="*/ 51955 w 253"/>
                <a:gd name="T1" fmla="*/ 47349 h 276"/>
                <a:gd name="T2" fmla="*/ 160381 w 253"/>
                <a:gd name="T3" fmla="*/ 399084 h 276"/>
                <a:gd name="T4" fmla="*/ 494698 w 253"/>
                <a:gd name="T5" fmla="*/ 541130 h 276"/>
                <a:gd name="T6" fmla="*/ 284621 w 253"/>
                <a:gd name="T7" fmla="*/ 257037 h 276"/>
                <a:gd name="T8" fmla="*/ 51955 w 253"/>
                <a:gd name="T9" fmla="*/ 47349 h 2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3" h="276">
                  <a:moveTo>
                    <a:pt x="23" y="21"/>
                  </a:moveTo>
                  <a:cubicBezTo>
                    <a:pt x="0" y="33"/>
                    <a:pt x="48" y="125"/>
                    <a:pt x="71" y="177"/>
                  </a:cubicBezTo>
                  <a:cubicBezTo>
                    <a:pt x="93" y="228"/>
                    <a:pt x="253" y="276"/>
                    <a:pt x="219" y="240"/>
                  </a:cubicBezTo>
                  <a:cubicBezTo>
                    <a:pt x="184" y="204"/>
                    <a:pt x="155" y="145"/>
                    <a:pt x="126" y="114"/>
                  </a:cubicBezTo>
                  <a:cubicBezTo>
                    <a:pt x="98" y="84"/>
                    <a:pt x="61" y="0"/>
                    <a:pt x="23" y="21"/>
                  </a:cubicBezTo>
                  <a:close/>
                </a:path>
              </a:pathLst>
            </a:custGeom>
            <a:solidFill>
              <a:srgbClr val="C8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52" name="Freeform 106">
              <a:extLst>
                <a:ext uri="{FF2B5EF4-FFF2-40B4-BE49-F238E27FC236}">
                  <a16:creationId xmlns:a16="http://schemas.microsoft.com/office/drawing/2014/main" id="{A1F9E2C0-7371-972F-EA55-7239C4D30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6937" y="4667249"/>
              <a:ext cx="2144713" cy="2189163"/>
            </a:xfrm>
            <a:custGeom>
              <a:avLst/>
              <a:gdLst>
                <a:gd name="T0" fmla="*/ 293487 w 950"/>
                <a:gd name="T1" fmla="*/ 142183 h 970"/>
                <a:gd name="T2" fmla="*/ 440231 w 950"/>
                <a:gd name="T3" fmla="*/ 112843 h 970"/>
                <a:gd name="T4" fmla="*/ 611808 w 950"/>
                <a:gd name="T5" fmla="*/ 435576 h 970"/>
                <a:gd name="T6" fmla="*/ 801445 w 950"/>
                <a:gd name="T7" fmla="*/ 541649 h 970"/>
                <a:gd name="T8" fmla="*/ 1038493 w 950"/>
                <a:gd name="T9" fmla="*/ 437833 h 970"/>
                <a:gd name="T10" fmla="*/ 1173948 w 950"/>
                <a:gd name="T11" fmla="*/ 343044 h 970"/>
                <a:gd name="T12" fmla="*/ 1379389 w 950"/>
                <a:gd name="T13" fmla="*/ 379154 h 970"/>
                <a:gd name="T14" fmla="*/ 1541936 w 950"/>
                <a:gd name="T15" fmla="*/ 295650 h 970"/>
                <a:gd name="T16" fmla="*/ 1672876 w 950"/>
                <a:gd name="T17" fmla="*/ 760565 h 970"/>
                <a:gd name="T18" fmla="*/ 1767695 w 950"/>
                <a:gd name="T19" fmla="*/ 1205168 h 970"/>
                <a:gd name="T20" fmla="*/ 2009257 w 950"/>
                <a:gd name="T21" fmla="*/ 1629459 h 970"/>
                <a:gd name="T22" fmla="*/ 2144713 w 950"/>
                <a:gd name="T23" fmla="*/ 1873201 h 970"/>
                <a:gd name="T24" fmla="*/ 1672876 w 950"/>
                <a:gd name="T25" fmla="*/ 2189163 h 970"/>
                <a:gd name="T26" fmla="*/ 1431314 w 950"/>
                <a:gd name="T27" fmla="*/ 2189163 h 970"/>
                <a:gd name="T28" fmla="*/ 1126539 w 950"/>
                <a:gd name="T29" fmla="*/ 1749074 h 970"/>
                <a:gd name="T30" fmla="*/ 708884 w 950"/>
                <a:gd name="T31" fmla="*/ 1489534 h 970"/>
                <a:gd name="T32" fmla="*/ 239305 w 950"/>
                <a:gd name="T33" fmla="*/ 1268360 h 970"/>
                <a:gd name="T34" fmla="*/ 63213 w 950"/>
                <a:gd name="T35" fmla="*/ 889206 h 970"/>
                <a:gd name="T36" fmla="*/ 29349 w 950"/>
                <a:gd name="T37" fmla="*/ 672547 h 970"/>
                <a:gd name="T38" fmla="*/ 112880 w 950"/>
                <a:gd name="T39" fmla="*/ 586786 h 970"/>
                <a:gd name="T40" fmla="*/ 187380 w 950"/>
                <a:gd name="T41" fmla="*/ 805702 h 970"/>
                <a:gd name="T42" fmla="*/ 295745 w 950"/>
                <a:gd name="T43" fmla="*/ 1002050 h 970"/>
                <a:gd name="T44" fmla="*/ 444746 w 950"/>
                <a:gd name="T45" fmla="*/ 1141976 h 970"/>
                <a:gd name="T46" fmla="*/ 370245 w 950"/>
                <a:gd name="T47" fmla="*/ 699629 h 970"/>
                <a:gd name="T48" fmla="*/ 176092 w 950"/>
                <a:gd name="T49" fmla="*/ 153467 h 970"/>
                <a:gd name="T50" fmla="*/ 293487 w 950"/>
                <a:gd name="T51" fmla="*/ 142183 h 97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950" h="970">
                  <a:moveTo>
                    <a:pt x="130" y="63"/>
                  </a:moveTo>
                  <a:cubicBezTo>
                    <a:pt x="159" y="47"/>
                    <a:pt x="170" y="0"/>
                    <a:pt x="195" y="50"/>
                  </a:cubicBezTo>
                  <a:cubicBezTo>
                    <a:pt x="220" y="100"/>
                    <a:pt x="256" y="176"/>
                    <a:pt x="271" y="193"/>
                  </a:cubicBezTo>
                  <a:cubicBezTo>
                    <a:pt x="287" y="211"/>
                    <a:pt x="347" y="279"/>
                    <a:pt x="355" y="240"/>
                  </a:cubicBezTo>
                  <a:cubicBezTo>
                    <a:pt x="362" y="201"/>
                    <a:pt x="429" y="170"/>
                    <a:pt x="460" y="194"/>
                  </a:cubicBezTo>
                  <a:cubicBezTo>
                    <a:pt x="490" y="217"/>
                    <a:pt x="489" y="163"/>
                    <a:pt x="520" y="152"/>
                  </a:cubicBezTo>
                  <a:cubicBezTo>
                    <a:pt x="552" y="140"/>
                    <a:pt x="591" y="179"/>
                    <a:pt x="611" y="168"/>
                  </a:cubicBezTo>
                  <a:cubicBezTo>
                    <a:pt x="631" y="157"/>
                    <a:pt x="659" y="113"/>
                    <a:pt x="683" y="131"/>
                  </a:cubicBezTo>
                  <a:cubicBezTo>
                    <a:pt x="708" y="150"/>
                    <a:pt x="734" y="286"/>
                    <a:pt x="741" y="337"/>
                  </a:cubicBezTo>
                  <a:cubicBezTo>
                    <a:pt x="749" y="388"/>
                    <a:pt x="747" y="467"/>
                    <a:pt x="783" y="534"/>
                  </a:cubicBezTo>
                  <a:cubicBezTo>
                    <a:pt x="820" y="601"/>
                    <a:pt x="866" y="674"/>
                    <a:pt x="890" y="722"/>
                  </a:cubicBezTo>
                  <a:cubicBezTo>
                    <a:pt x="898" y="738"/>
                    <a:pt x="921" y="780"/>
                    <a:pt x="950" y="830"/>
                  </a:cubicBezTo>
                  <a:cubicBezTo>
                    <a:pt x="741" y="970"/>
                    <a:pt x="741" y="970"/>
                    <a:pt x="741" y="970"/>
                  </a:cubicBezTo>
                  <a:cubicBezTo>
                    <a:pt x="634" y="970"/>
                    <a:pt x="634" y="970"/>
                    <a:pt x="634" y="970"/>
                  </a:cubicBezTo>
                  <a:cubicBezTo>
                    <a:pt x="574" y="876"/>
                    <a:pt x="518" y="792"/>
                    <a:pt x="499" y="775"/>
                  </a:cubicBezTo>
                  <a:cubicBezTo>
                    <a:pt x="454" y="736"/>
                    <a:pt x="380" y="681"/>
                    <a:pt x="314" y="660"/>
                  </a:cubicBezTo>
                  <a:cubicBezTo>
                    <a:pt x="247" y="638"/>
                    <a:pt x="131" y="607"/>
                    <a:pt x="106" y="562"/>
                  </a:cubicBezTo>
                  <a:cubicBezTo>
                    <a:pt x="82" y="518"/>
                    <a:pt x="49" y="432"/>
                    <a:pt x="28" y="394"/>
                  </a:cubicBezTo>
                  <a:cubicBezTo>
                    <a:pt x="7" y="356"/>
                    <a:pt x="0" y="328"/>
                    <a:pt x="13" y="298"/>
                  </a:cubicBezTo>
                  <a:cubicBezTo>
                    <a:pt x="25" y="268"/>
                    <a:pt x="47" y="218"/>
                    <a:pt x="50" y="260"/>
                  </a:cubicBezTo>
                  <a:cubicBezTo>
                    <a:pt x="53" y="302"/>
                    <a:pt x="57" y="320"/>
                    <a:pt x="83" y="357"/>
                  </a:cubicBezTo>
                  <a:cubicBezTo>
                    <a:pt x="110" y="395"/>
                    <a:pt x="116" y="412"/>
                    <a:pt x="131" y="444"/>
                  </a:cubicBezTo>
                  <a:cubicBezTo>
                    <a:pt x="146" y="477"/>
                    <a:pt x="171" y="544"/>
                    <a:pt x="197" y="506"/>
                  </a:cubicBezTo>
                  <a:cubicBezTo>
                    <a:pt x="223" y="469"/>
                    <a:pt x="198" y="381"/>
                    <a:pt x="164" y="310"/>
                  </a:cubicBezTo>
                  <a:cubicBezTo>
                    <a:pt x="131" y="239"/>
                    <a:pt x="48" y="67"/>
                    <a:pt x="78" y="68"/>
                  </a:cubicBezTo>
                  <a:cubicBezTo>
                    <a:pt x="107" y="69"/>
                    <a:pt x="110" y="79"/>
                    <a:pt x="130" y="63"/>
                  </a:cubicBezTo>
                  <a:close/>
                </a:path>
              </a:pathLst>
            </a:custGeom>
            <a:solidFill>
              <a:srgbClr val="C8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53" name="Freeform 107">
              <a:extLst>
                <a:ext uri="{FF2B5EF4-FFF2-40B4-BE49-F238E27FC236}">
                  <a16:creationId xmlns:a16="http://schemas.microsoft.com/office/drawing/2014/main" id="{7DAF7049-CB47-4BAA-E3A9-F90452C90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2112" y="4514849"/>
              <a:ext cx="536575" cy="481013"/>
            </a:xfrm>
            <a:custGeom>
              <a:avLst/>
              <a:gdLst>
                <a:gd name="T0" fmla="*/ 60872 w 238"/>
                <a:gd name="T1" fmla="*/ 24841 h 213"/>
                <a:gd name="T2" fmla="*/ 133016 w 238"/>
                <a:gd name="T3" fmla="*/ 286801 h 213"/>
                <a:gd name="T4" fmla="*/ 394540 w 238"/>
                <a:gd name="T5" fmla="*/ 456172 h 213"/>
                <a:gd name="T6" fmla="*/ 417086 w 238"/>
                <a:gd name="T7" fmla="*/ 318417 h 213"/>
                <a:gd name="T8" fmla="*/ 60872 w 238"/>
                <a:gd name="T9" fmla="*/ 24841 h 2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8" h="213">
                  <a:moveTo>
                    <a:pt x="27" y="11"/>
                  </a:moveTo>
                  <a:cubicBezTo>
                    <a:pt x="0" y="20"/>
                    <a:pt x="21" y="84"/>
                    <a:pt x="59" y="127"/>
                  </a:cubicBezTo>
                  <a:cubicBezTo>
                    <a:pt x="97" y="170"/>
                    <a:pt x="144" y="213"/>
                    <a:pt x="175" y="202"/>
                  </a:cubicBezTo>
                  <a:cubicBezTo>
                    <a:pt x="206" y="190"/>
                    <a:pt x="238" y="190"/>
                    <a:pt x="185" y="141"/>
                  </a:cubicBezTo>
                  <a:cubicBezTo>
                    <a:pt x="132" y="92"/>
                    <a:pt x="52" y="0"/>
                    <a:pt x="27" y="11"/>
                  </a:cubicBezTo>
                  <a:close/>
                </a:path>
              </a:pathLst>
            </a:custGeom>
            <a:solidFill>
              <a:srgbClr val="C8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54" name="Freeform 108">
              <a:extLst>
                <a:ext uri="{FF2B5EF4-FFF2-40B4-BE49-F238E27FC236}">
                  <a16:creationId xmlns:a16="http://schemas.microsoft.com/office/drawing/2014/main" id="{C2B2EBAD-0D37-EC73-E1BE-77306562C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2474" y="4576762"/>
              <a:ext cx="401638" cy="355600"/>
            </a:xfrm>
            <a:custGeom>
              <a:avLst/>
              <a:gdLst>
                <a:gd name="T0" fmla="*/ 60923 w 178"/>
                <a:gd name="T1" fmla="*/ 13504 h 158"/>
                <a:gd name="T2" fmla="*/ 169229 w 178"/>
                <a:gd name="T3" fmla="*/ 292582 h 158"/>
                <a:gd name="T4" fmla="*/ 331690 w 178"/>
                <a:gd name="T5" fmla="*/ 243068 h 158"/>
                <a:gd name="T6" fmla="*/ 60923 w 178"/>
                <a:gd name="T7" fmla="*/ 13504 h 1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8" h="158">
                  <a:moveTo>
                    <a:pt x="27" y="6"/>
                  </a:moveTo>
                  <a:cubicBezTo>
                    <a:pt x="0" y="27"/>
                    <a:pt x="30" y="103"/>
                    <a:pt x="75" y="130"/>
                  </a:cubicBezTo>
                  <a:cubicBezTo>
                    <a:pt x="119" y="158"/>
                    <a:pt x="178" y="149"/>
                    <a:pt x="147" y="108"/>
                  </a:cubicBezTo>
                  <a:cubicBezTo>
                    <a:pt x="115" y="67"/>
                    <a:pt x="43" y="0"/>
                    <a:pt x="27" y="6"/>
                  </a:cubicBezTo>
                  <a:close/>
                </a:path>
              </a:pathLst>
            </a:custGeom>
            <a:solidFill>
              <a:srgbClr val="C89E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55" name="Freeform 109">
              <a:extLst>
                <a:ext uri="{FF2B5EF4-FFF2-40B4-BE49-F238E27FC236}">
                  <a16:creationId xmlns:a16="http://schemas.microsoft.com/office/drawing/2014/main" id="{8507E615-DB13-0B93-7D14-58FA1E4405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29812" y="5294312"/>
              <a:ext cx="261938" cy="423863"/>
            </a:xfrm>
            <a:custGeom>
              <a:avLst/>
              <a:gdLst>
                <a:gd name="T0" fmla="*/ 0 w 116"/>
                <a:gd name="T1" fmla="*/ 36073 h 188"/>
                <a:gd name="T2" fmla="*/ 103872 w 116"/>
                <a:gd name="T3" fmla="*/ 65383 h 188"/>
                <a:gd name="T4" fmla="*/ 0 w 116"/>
                <a:gd name="T5" fmla="*/ 36073 h 188"/>
                <a:gd name="T6" fmla="*/ 219034 w 116"/>
                <a:gd name="T7" fmla="*/ 423863 h 188"/>
                <a:gd name="T8" fmla="*/ 255164 w 116"/>
                <a:gd name="T9" fmla="*/ 329170 h 188"/>
                <a:gd name="T10" fmla="*/ 219034 w 116"/>
                <a:gd name="T11" fmla="*/ 423863 h 1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6" h="188">
                  <a:moveTo>
                    <a:pt x="0" y="16"/>
                  </a:moveTo>
                  <a:cubicBezTo>
                    <a:pt x="23" y="0"/>
                    <a:pt x="36" y="11"/>
                    <a:pt x="46" y="29"/>
                  </a:cubicBezTo>
                  <a:cubicBezTo>
                    <a:pt x="33" y="21"/>
                    <a:pt x="22" y="8"/>
                    <a:pt x="0" y="16"/>
                  </a:cubicBezTo>
                  <a:close/>
                  <a:moveTo>
                    <a:pt x="97" y="188"/>
                  </a:moveTo>
                  <a:cubicBezTo>
                    <a:pt x="111" y="175"/>
                    <a:pt x="116" y="171"/>
                    <a:pt x="113" y="146"/>
                  </a:cubicBezTo>
                  <a:cubicBezTo>
                    <a:pt x="106" y="171"/>
                    <a:pt x="104" y="175"/>
                    <a:pt x="97" y="188"/>
                  </a:cubicBezTo>
                  <a:close/>
                </a:path>
              </a:pathLst>
            </a:custGeom>
            <a:solidFill>
              <a:srgbClr val="8C6A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690" name="Freeform 110">
              <a:extLst>
                <a:ext uri="{FF2B5EF4-FFF2-40B4-BE49-F238E27FC236}">
                  <a16:creationId xmlns:a16="http://schemas.microsoft.com/office/drawing/2014/main" id="{B5DC0B9E-0EAE-0FDE-F461-C754BC438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8745" y="6006893"/>
              <a:ext cx="1010547" cy="824511"/>
            </a:xfrm>
            <a:custGeom>
              <a:avLst/>
              <a:gdLst>
                <a:gd name="T0" fmla="*/ 26 w 447"/>
                <a:gd name="T1" fmla="*/ 305 h 365"/>
                <a:gd name="T2" fmla="*/ 0 w 447"/>
                <a:gd name="T3" fmla="*/ 259 h 365"/>
                <a:gd name="T4" fmla="*/ 417 w 447"/>
                <a:gd name="T5" fmla="*/ 0 h 365"/>
                <a:gd name="T6" fmla="*/ 432 w 447"/>
                <a:gd name="T7" fmla="*/ 87 h 365"/>
                <a:gd name="T8" fmla="*/ 26 w 447"/>
                <a:gd name="T9" fmla="*/ 30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365">
                  <a:moveTo>
                    <a:pt x="26" y="305"/>
                  </a:moveTo>
                  <a:cubicBezTo>
                    <a:pt x="10" y="300"/>
                    <a:pt x="0" y="259"/>
                    <a:pt x="0" y="259"/>
                  </a:cubicBezTo>
                  <a:cubicBezTo>
                    <a:pt x="41" y="210"/>
                    <a:pt x="299" y="48"/>
                    <a:pt x="417" y="0"/>
                  </a:cubicBezTo>
                  <a:cubicBezTo>
                    <a:pt x="417" y="0"/>
                    <a:pt x="447" y="28"/>
                    <a:pt x="432" y="87"/>
                  </a:cubicBezTo>
                  <a:cubicBezTo>
                    <a:pt x="417" y="146"/>
                    <a:pt x="122" y="365"/>
                    <a:pt x="26" y="3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691" name="Freeform 111">
              <a:extLst>
                <a:ext uri="{FF2B5EF4-FFF2-40B4-BE49-F238E27FC236}">
                  <a16:creationId xmlns:a16="http://schemas.microsoft.com/office/drawing/2014/main" id="{3F98EBA0-6D10-BD82-3532-8EBBC87CEB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9641" y="6036959"/>
              <a:ext cx="1322359" cy="821041"/>
            </a:xfrm>
            <a:custGeom>
              <a:avLst/>
              <a:gdLst>
                <a:gd name="T0" fmla="*/ 50 w 586"/>
                <a:gd name="T1" fmla="*/ 363 h 364"/>
                <a:gd name="T2" fmla="*/ 13 w 586"/>
                <a:gd name="T3" fmla="*/ 298 h 364"/>
                <a:gd name="T4" fmla="*/ 109 w 586"/>
                <a:gd name="T5" fmla="*/ 199 h 364"/>
                <a:gd name="T6" fmla="*/ 436 w 586"/>
                <a:gd name="T7" fmla="*/ 0 h 364"/>
                <a:gd name="T8" fmla="*/ 586 w 586"/>
                <a:gd name="T9" fmla="*/ 212 h 364"/>
                <a:gd name="T10" fmla="*/ 585 w 586"/>
                <a:gd name="T11" fmla="*/ 363 h 364"/>
                <a:gd name="T12" fmla="*/ 250 w 586"/>
                <a:gd name="T13" fmla="*/ 363 h 364"/>
                <a:gd name="T14" fmla="*/ 250 w 586"/>
                <a:gd name="T15" fmla="*/ 364 h 364"/>
                <a:gd name="T16" fmla="*/ 50 w 586"/>
                <a:gd name="T17" fmla="*/ 363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6" h="364">
                  <a:moveTo>
                    <a:pt x="50" y="363"/>
                  </a:moveTo>
                  <a:cubicBezTo>
                    <a:pt x="19" y="312"/>
                    <a:pt x="21" y="310"/>
                    <a:pt x="13" y="298"/>
                  </a:cubicBezTo>
                  <a:cubicBezTo>
                    <a:pt x="0" y="273"/>
                    <a:pt x="39" y="249"/>
                    <a:pt x="109" y="199"/>
                  </a:cubicBezTo>
                  <a:cubicBezTo>
                    <a:pt x="179" y="150"/>
                    <a:pt x="411" y="10"/>
                    <a:pt x="436" y="0"/>
                  </a:cubicBezTo>
                  <a:cubicBezTo>
                    <a:pt x="448" y="17"/>
                    <a:pt x="550" y="162"/>
                    <a:pt x="586" y="212"/>
                  </a:cubicBezTo>
                  <a:cubicBezTo>
                    <a:pt x="585" y="363"/>
                    <a:pt x="585" y="363"/>
                    <a:pt x="585" y="363"/>
                  </a:cubicBezTo>
                  <a:cubicBezTo>
                    <a:pt x="250" y="363"/>
                    <a:pt x="250" y="363"/>
                    <a:pt x="250" y="363"/>
                  </a:cubicBezTo>
                  <a:cubicBezTo>
                    <a:pt x="250" y="364"/>
                    <a:pt x="250" y="364"/>
                    <a:pt x="250" y="364"/>
                  </a:cubicBezTo>
                  <a:lnTo>
                    <a:pt x="50" y="363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692" name="Freeform 112">
              <a:extLst>
                <a:ext uri="{FF2B5EF4-FFF2-40B4-BE49-F238E27FC236}">
                  <a16:creationId xmlns:a16="http://schemas.microsoft.com/office/drawing/2014/main" id="{037E0013-8183-B29F-1AF8-C927784EC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471" y="6079746"/>
              <a:ext cx="1282529" cy="777098"/>
            </a:xfrm>
            <a:custGeom>
              <a:avLst/>
              <a:gdLst>
                <a:gd name="T0" fmla="*/ 48 w 569"/>
                <a:gd name="T1" fmla="*/ 344 h 344"/>
                <a:gd name="T2" fmla="*/ 12 w 569"/>
                <a:gd name="T3" fmla="*/ 282 h 344"/>
                <a:gd name="T4" fmla="*/ 103 w 569"/>
                <a:gd name="T5" fmla="*/ 189 h 344"/>
                <a:gd name="T6" fmla="*/ 413 w 569"/>
                <a:gd name="T7" fmla="*/ 0 h 344"/>
                <a:gd name="T8" fmla="*/ 569 w 569"/>
                <a:gd name="T9" fmla="*/ 221 h 344"/>
                <a:gd name="T10" fmla="*/ 569 w 569"/>
                <a:gd name="T11" fmla="*/ 344 h 344"/>
                <a:gd name="T12" fmla="*/ 233 w 569"/>
                <a:gd name="T13" fmla="*/ 344 h 344"/>
                <a:gd name="T14" fmla="*/ 233 w 569"/>
                <a:gd name="T15" fmla="*/ 344 h 344"/>
                <a:gd name="T16" fmla="*/ 48 w 569"/>
                <a:gd name="T17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9" h="344">
                  <a:moveTo>
                    <a:pt x="48" y="344"/>
                  </a:moveTo>
                  <a:cubicBezTo>
                    <a:pt x="30" y="313"/>
                    <a:pt x="24" y="301"/>
                    <a:pt x="12" y="282"/>
                  </a:cubicBezTo>
                  <a:cubicBezTo>
                    <a:pt x="0" y="263"/>
                    <a:pt x="37" y="236"/>
                    <a:pt x="103" y="189"/>
                  </a:cubicBezTo>
                  <a:cubicBezTo>
                    <a:pt x="169" y="142"/>
                    <a:pt x="388" y="10"/>
                    <a:pt x="413" y="0"/>
                  </a:cubicBezTo>
                  <a:cubicBezTo>
                    <a:pt x="418" y="11"/>
                    <a:pt x="524" y="160"/>
                    <a:pt x="569" y="221"/>
                  </a:cubicBezTo>
                  <a:cubicBezTo>
                    <a:pt x="569" y="344"/>
                    <a:pt x="569" y="344"/>
                    <a:pt x="569" y="344"/>
                  </a:cubicBezTo>
                  <a:cubicBezTo>
                    <a:pt x="233" y="344"/>
                    <a:pt x="233" y="344"/>
                    <a:pt x="233" y="344"/>
                  </a:cubicBezTo>
                  <a:cubicBezTo>
                    <a:pt x="233" y="344"/>
                    <a:pt x="233" y="344"/>
                    <a:pt x="233" y="344"/>
                  </a:cubicBezTo>
                  <a:lnTo>
                    <a:pt x="48" y="34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80959" name="Freeform 113">
              <a:extLst>
                <a:ext uri="{FF2B5EF4-FFF2-40B4-BE49-F238E27FC236}">
                  <a16:creationId xmlns:a16="http://schemas.microsoft.com/office/drawing/2014/main" id="{0DE8F087-47AC-A776-300B-6AA2685FC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1599" y="6327774"/>
              <a:ext cx="347663" cy="528638"/>
            </a:xfrm>
            <a:custGeom>
              <a:avLst/>
              <a:gdLst>
                <a:gd name="T0" fmla="*/ 0 w 154"/>
                <a:gd name="T1" fmla="*/ 0 h 234"/>
                <a:gd name="T2" fmla="*/ 327345 w 154"/>
                <a:gd name="T3" fmla="*/ 528638 h 234"/>
                <a:gd name="T4" fmla="*/ 347663 w 154"/>
                <a:gd name="T5" fmla="*/ 528638 h 234"/>
                <a:gd name="T6" fmla="*/ 0 w 154"/>
                <a:gd name="T7" fmla="*/ 0 h 2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4" h="234">
                  <a:moveTo>
                    <a:pt x="0" y="0"/>
                  </a:moveTo>
                  <a:cubicBezTo>
                    <a:pt x="43" y="80"/>
                    <a:pt x="99" y="167"/>
                    <a:pt x="145" y="234"/>
                  </a:cubicBezTo>
                  <a:cubicBezTo>
                    <a:pt x="154" y="234"/>
                    <a:pt x="154" y="234"/>
                    <a:pt x="154" y="234"/>
                  </a:cubicBezTo>
                  <a:cubicBezTo>
                    <a:pt x="115" y="164"/>
                    <a:pt x="55" y="77"/>
                    <a:pt x="0" y="0"/>
                  </a:cubicBezTo>
                  <a:close/>
                </a:path>
              </a:pathLst>
            </a:custGeom>
            <a:solidFill>
              <a:srgbClr val="0C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60" name="Freeform 114">
              <a:extLst>
                <a:ext uri="{FF2B5EF4-FFF2-40B4-BE49-F238E27FC236}">
                  <a16:creationId xmlns:a16="http://schemas.microsoft.com/office/drawing/2014/main" id="{FD62A8EC-78D8-5CCA-AD6D-3FC4372B8D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525249" y="6613524"/>
              <a:ext cx="193675" cy="171450"/>
            </a:xfrm>
            <a:custGeom>
              <a:avLst/>
              <a:gdLst>
                <a:gd name="T0" fmla="*/ 96838 w 86"/>
                <a:gd name="T1" fmla="*/ 0 h 76"/>
                <a:gd name="T2" fmla="*/ 137374 w 86"/>
                <a:gd name="T3" fmla="*/ 9024 h 76"/>
                <a:gd name="T4" fmla="*/ 173407 w 86"/>
                <a:gd name="T5" fmla="*/ 126332 h 76"/>
                <a:gd name="T6" fmla="*/ 96838 w 86"/>
                <a:gd name="T7" fmla="*/ 171450 h 76"/>
                <a:gd name="T8" fmla="*/ 96838 w 86"/>
                <a:gd name="T9" fmla="*/ 151147 h 76"/>
                <a:gd name="T10" fmla="*/ 155390 w 86"/>
                <a:gd name="T11" fmla="*/ 115052 h 76"/>
                <a:gd name="T12" fmla="*/ 128366 w 86"/>
                <a:gd name="T13" fmla="*/ 27071 h 76"/>
                <a:gd name="T14" fmla="*/ 96838 w 86"/>
                <a:gd name="T15" fmla="*/ 20303 h 76"/>
                <a:gd name="T16" fmla="*/ 96838 w 86"/>
                <a:gd name="T17" fmla="*/ 0 h 76"/>
                <a:gd name="T18" fmla="*/ 56301 w 86"/>
                <a:gd name="T19" fmla="*/ 160170 h 76"/>
                <a:gd name="T20" fmla="*/ 22520 w 86"/>
                <a:gd name="T21" fmla="*/ 45118 h 76"/>
                <a:gd name="T22" fmla="*/ 96838 w 86"/>
                <a:gd name="T23" fmla="*/ 0 h 76"/>
                <a:gd name="T24" fmla="*/ 96838 w 86"/>
                <a:gd name="T25" fmla="*/ 20303 h 76"/>
                <a:gd name="T26" fmla="*/ 38285 w 86"/>
                <a:gd name="T27" fmla="*/ 54142 h 76"/>
                <a:gd name="T28" fmla="*/ 67561 w 86"/>
                <a:gd name="T29" fmla="*/ 144379 h 76"/>
                <a:gd name="T30" fmla="*/ 96838 w 86"/>
                <a:gd name="T31" fmla="*/ 151147 h 76"/>
                <a:gd name="T32" fmla="*/ 96838 w 86"/>
                <a:gd name="T33" fmla="*/ 171450 h 76"/>
                <a:gd name="T34" fmla="*/ 56301 w 86"/>
                <a:gd name="T35" fmla="*/ 160170 h 7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86" h="76">
                  <a:moveTo>
                    <a:pt x="43" y="0"/>
                  </a:moveTo>
                  <a:cubicBezTo>
                    <a:pt x="49" y="0"/>
                    <a:pt x="55" y="1"/>
                    <a:pt x="61" y="4"/>
                  </a:cubicBezTo>
                  <a:cubicBezTo>
                    <a:pt x="79" y="14"/>
                    <a:pt x="86" y="37"/>
                    <a:pt x="77" y="56"/>
                  </a:cubicBezTo>
                  <a:cubicBezTo>
                    <a:pt x="70" y="68"/>
                    <a:pt x="57" y="76"/>
                    <a:pt x="43" y="76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54" y="67"/>
                    <a:pt x="64" y="61"/>
                    <a:pt x="69" y="51"/>
                  </a:cubicBezTo>
                  <a:cubicBezTo>
                    <a:pt x="76" y="37"/>
                    <a:pt x="71" y="20"/>
                    <a:pt x="57" y="12"/>
                  </a:cubicBezTo>
                  <a:cubicBezTo>
                    <a:pt x="52" y="10"/>
                    <a:pt x="48" y="9"/>
                    <a:pt x="43" y="9"/>
                  </a:cubicBezTo>
                  <a:lnTo>
                    <a:pt x="43" y="0"/>
                  </a:lnTo>
                  <a:close/>
                  <a:moveTo>
                    <a:pt x="25" y="71"/>
                  </a:moveTo>
                  <a:cubicBezTo>
                    <a:pt x="7" y="62"/>
                    <a:pt x="0" y="39"/>
                    <a:pt x="10" y="20"/>
                  </a:cubicBezTo>
                  <a:cubicBezTo>
                    <a:pt x="16" y="7"/>
                    <a:pt x="30" y="0"/>
                    <a:pt x="43" y="0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33" y="9"/>
                    <a:pt x="23" y="14"/>
                    <a:pt x="17" y="24"/>
                  </a:cubicBezTo>
                  <a:cubicBezTo>
                    <a:pt x="10" y="38"/>
                    <a:pt x="15" y="56"/>
                    <a:pt x="30" y="64"/>
                  </a:cubicBezTo>
                  <a:cubicBezTo>
                    <a:pt x="34" y="66"/>
                    <a:pt x="39" y="67"/>
                    <a:pt x="43" y="67"/>
                  </a:cubicBezTo>
                  <a:cubicBezTo>
                    <a:pt x="43" y="76"/>
                    <a:pt x="43" y="76"/>
                    <a:pt x="43" y="76"/>
                  </a:cubicBezTo>
                  <a:cubicBezTo>
                    <a:pt x="37" y="76"/>
                    <a:pt x="31" y="74"/>
                    <a:pt x="25" y="71"/>
                  </a:cubicBezTo>
                  <a:close/>
                </a:path>
              </a:pathLst>
            </a:custGeom>
            <a:solidFill>
              <a:srgbClr val="0C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61" name="Freeform 115">
              <a:extLst>
                <a:ext uri="{FF2B5EF4-FFF2-40B4-BE49-F238E27FC236}">
                  <a16:creationId xmlns:a16="http://schemas.microsoft.com/office/drawing/2014/main" id="{7A99960F-9636-DCBE-D5D8-6A9E206C1B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0337" y="6704012"/>
              <a:ext cx="38100" cy="36513"/>
            </a:xfrm>
            <a:custGeom>
              <a:avLst/>
              <a:gdLst>
                <a:gd name="T0" fmla="*/ 11206 w 17"/>
                <a:gd name="T1" fmla="*/ 34231 h 16"/>
                <a:gd name="T2" fmla="*/ 4482 w 17"/>
                <a:gd name="T3" fmla="*/ 11410 h 16"/>
                <a:gd name="T4" fmla="*/ 26894 w 17"/>
                <a:gd name="T5" fmla="*/ 4564 h 16"/>
                <a:gd name="T6" fmla="*/ 33618 w 17"/>
                <a:gd name="T7" fmla="*/ 25103 h 16"/>
                <a:gd name="T8" fmla="*/ 11206 w 17"/>
                <a:gd name="T9" fmla="*/ 34231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2" y="13"/>
                    <a:pt x="0" y="8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6" y="4"/>
                    <a:pt x="17" y="8"/>
                    <a:pt x="15" y="11"/>
                  </a:cubicBezTo>
                  <a:cubicBezTo>
                    <a:pt x="13" y="15"/>
                    <a:pt x="9" y="16"/>
                    <a:pt x="5" y="15"/>
                  </a:cubicBezTo>
                  <a:close/>
                </a:path>
              </a:pathLst>
            </a:custGeom>
            <a:solidFill>
              <a:srgbClr val="0C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62" name="Freeform 116">
              <a:extLst>
                <a:ext uri="{FF2B5EF4-FFF2-40B4-BE49-F238E27FC236}">
                  <a16:creationId xmlns:a16="http://schemas.microsoft.com/office/drawing/2014/main" id="{5EB23FDC-BBAC-8999-5886-02C2F95AF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5737" y="6656387"/>
              <a:ext cx="38100" cy="39688"/>
            </a:xfrm>
            <a:custGeom>
              <a:avLst/>
              <a:gdLst>
                <a:gd name="T0" fmla="*/ 11206 w 17"/>
                <a:gd name="T1" fmla="*/ 35019 h 17"/>
                <a:gd name="T2" fmla="*/ 4482 w 17"/>
                <a:gd name="T3" fmla="*/ 11673 h 17"/>
                <a:gd name="T4" fmla="*/ 26894 w 17"/>
                <a:gd name="T5" fmla="*/ 4669 h 17"/>
                <a:gd name="T6" fmla="*/ 33618 w 17"/>
                <a:gd name="T7" fmla="*/ 28015 h 17"/>
                <a:gd name="T8" fmla="*/ 11206 w 17"/>
                <a:gd name="T9" fmla="*/ 35019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7">
                  <a:moveTo>
                    <a:pt x="5" y="15"/>
                  </a:moveTo>
                  <a:cubicBezTo>
                    <a:pt x="2" y="13"/>
                    <a:pt x="0" y="9"/>
                    <a:pt x="2" y="5"/>
                  </a:cubicBezTo>
                  <a:cubicBezTo>
                    <a:pt x="4" y="2"/>
                    <a:pt x="8" y="0"/>
                    <a:pt x="12" y="2"/>
                  </a:cubicBezTo>
                  <a:cubicBezTo>
                    <a:pt x="15" y="4"/>
                    <a:pt x="17" y="9"/>
                    <a:pt x="15" y="12"/>
                  </a:cubicBezTo>
                  <a:cubicBezTo>
                    <a:pt x="13" y="16"/>
                    <a:pt x="9" y="17"/>
                    <a:pt x="5" y="15"/>
                  </a:cubicBezTo>
                  <a:close/>
                </a:path>
              </a:pathLst>
            </a:custGeom>
            <a:solidFill>
              <a:srgbClr val="0C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63" name="Freeform 117">
              <a:extLst>
                <a:ext uri="{FF2B5EF4-FFF2-40B4-BE49-F238E27FC236}">
                  <a16:creationId xmlns:a16="http://schemas.microsoft.com/office/drawing/2014/main" id="{179B9CFB-7C2D-7999-C9F8-4ADF996FA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5899" y="6777037"/>
              <a:ext cx="169863" cy="79375"/>
            </a:xfrm>
            <a:custGeom>
              <a:avLst/>
              <a:gdLst>
                <a:gd name="T0" fmla="*/ 0 w 75"/>
                <a:gd name="T1" fmla="*/ 79375 h 35"/>
                <a:gd name="T2" fmla="*/ 40767 w 75"/>
                <a:gd name="T3" fmla="*/ 22679 h 35"/>
                <a:gd name="T4" fmla="*/ 158539 w 75"/>
                <a:gd name="T5" fmla="*/ 52161 h 35"/>
                <a:gd name="T6" fmla="*/ 169863 w 75"/>
                <a:gd name="T7" fmla="*/ 79375 h 35"/>
                <a:gd name="T8" fmla="*/ 147215 w 75"/>
                <a:gd name="T9" fmla="*/ 79375 h 35"/>
                <a:gd name="T10" fmla="*/ 140420 w 75"/>
                <a:gd name="T11" fmla="*/ 63500 h 35"/>
                <a:gd name="T12" fmla="*/ 52091 w 75"/>
                <a:gd name="T13" fmla="*/ 40821 h 35"/>
                <a:gd name="T14" fmla="*/ 22648 w 75"/>
                <a:gd name="T15" fmla="*/ 79375 h 35"/>
                <a:gd name="T16" fmla="*/ 0 w 75"/>
                <a:gd name="T17" fmla="*/ 79375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5" h="35">
                  <a:moveTo>
                    <a:pt x="0" y="35"/>
                  </a:moveTo>
                  <a:cubicBezTo>
                    <a:pt x="3" y="25"/>
                    <a:pt x="9" y="16"/>
                    <a:pt x="18" y="10"/>
                  </a:cubicBezTo>
                  <a:cubicBezTo>
                    <a:pt x="36" y="0"/>
                    <a:pt x="59" y="5"/>
                    <a:pt x="70" y="23"/>
                  </a:cubicBezTo>
                  <a:cubicBezTo>
                    <a:pt x="72" y="27"/>
                    <a:pt x="74" y="31"/>
                    <a:pt x="75" y="35"/>
                  </a:cubicBezTo>
                  <a:cubicBezTo>
                    <a:pt x="65" y="35"/>
                    <a:pt x="65" y="35"/>
                    <a:pt x="65" y="35"/>
                  </a:cubicBezTo>
                  <a:cubicBezTo>
                    <a:pt x="65" y="32"/>
                    <a:pt x="64" y="30"/>
                    <a:pt x="62" y="28"/>
                  </a:cubicBezTo>
                  <a:cubicBezTo>
                    <a:pt x="54" y="14"/>
                    <a:pt x="36" y="10"/>
                    <a:pt x="23" y="18"/>
                  </a:cubicBezTo>
                  <a:cubicBezTo>
                    <a:pt x="16" y="22"/>
                    <a:pt x="12" y="28"/>
                    <a:pt x="10" y="35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0C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64" name="Freeform 118">
              <a:extLst>
                <a:ext uri="{FF2B5EF4-FFF2-40B4-BE49-F238E27FC236}">
                  <a16:creationId xmlns:a16="http://schemas.microsoft.com/office/drawing/2014/main" id="{CF42ADD1-5779-A66E-E7B9-35FEF33A2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1462" y="6832599"/>
              <a:ext cx="33338" cy="23813"/>
            </a:xfrm>
            <a:custGeom>
              <a:avLst/>
              <a:gdLst>
                <a:gd name="T0" fmla="*/ 2223 w 15"/>
                <a:gd name="T1" fmla="*/ 23813 h 10"/>
                <a:gd name="T2" fmla="*/ 8890 w 15"/>
                <a:gd name="T3" fmla="*/ 4763 h 10"/>
                <a:gd name="T4" fmla="*/ 31115 w 15"/>
                <a:gd name="T5" fmla="*/ 9525 h 10"/>
                <a:gd name="T6" fmla="*/ 33338 w 15"/>
                <a:gd name="T7" fmla="*/ 23813 h 10"/>
                <a:gd name="T8" fmla="*/ 2223 w 15"/>
                <a:gd name="T9" fmla="*/ 23813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0">
                  <a:moveTo>
                    <a:pt x="1" y="10"/>
                  </a:moveTo>
                  <a:cubicBezTo>
                    <a:pt x="0" y="7"/>
                    <a:pt x="1" y="3"/>
                    <a:pt x="4" y="2"/>
                  </a:cubicBezTo>
                  <a:cubicBezTo>
                    <a:pt x="7" y="0"/>
                    <a:pt x="12" y="1"/>
                    <a:pt x="14" y="4"/>
                  </a:cubicBezTo>
                  <a:cubicBezTo>
                    <a:pt x="15" y="6"/>
                    <a:pt x="15" y="8"/>
                    <a:pt x="15" y="10"/>
                  </a:cubicBezTo>
                  <a:lnTo>
                    <a:pt x="1" y="10"/>
                  </a:lnTo>
                  <a:close/>
                </a:path>
              </a:pathLst>
            </a:custGeom>
            <a:solidFill>
              <a:srgbClr val="0C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65" name="Freeform 119">
              <a:extLst>
                <a:ext uri="{FF2B5EF4-FFF2-40B4-BE49-F238E27FC236}">
                  <a16:creationId xmlns:a16="http://schemas.microsoft.com/office/drawing/2014/main" id="{BD3E7D77-5BC0-CDF4-C127-6DBE906453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96662" y="6430962"/>
              <a:ext cx="192088" cy="171450"/>
            </a:xfrm>
            <a:custGeom>
              <a:avLst/>
              <a:gdLst>
                <a:gd name="T0" fmla="*/ 151411 w 85"/>
                <a:gd name="T1" fmla="*/ 148891 h 76"/>
                <a:gd name="T2" fmla="*/ 94914 w 85"/>
                <a:gd name="T3" fmla="*/ 171450 h 76"/>
                <a:gd name="T4" fmla="*/ 94914 w 85"/>
                <a:gd name="T5" fmla="*/ 151147 h 76"/>
                <a:gd name="T6" fmla="*/ 137851 w 85"/>
                <a:gd name="T7" fmla="*/ 135355 h 76"/>
                <a:gd name="T8" fmla="*/ 144631 w 85"/>
                <a:gd name="T9" fmla="*/ 42862 h 76"/>
                <a:gd name="T10" fmla="*/ 94914 w 85"/>
                <a:gd name="T11" fmla="*/ 20303 h 76"/>
                <a:gd name="T12" fmla="*/ 94914 w 85"/>
                <a:gd name="T13" fmla="*/ 0 h 76"/>
                <a:gd name="T14" fmla="*/ 160450 w 85"/>
                <a:gd name="T15" fmla="*/ 29327 h 76"/>
                <a:gd name="T16" fmla="*/ 151411 w 85"/>
                <a:gd name="T17" fmla="*/ 148891 h 76"/>
                <a:gd name="T18" fmla="*/ 94914 w 85"/>
                <a:gd name="T19" fmla="*/ 171450 h 76"/>
                <a:gd name="T20" fmla="*/ 31638 w 85"/>
                <a:gd name="T21" fmla="*/ 142123 h 76"/>
                <a:gd name="T22" fmla="*/ 38418 w 85"/>
                <a:gd name="T23" fmla="*/ 20303 h 76"/>
                <a:gd name="T24" fmla="*/ 94914 w 85"/>
                <a:gd name="T25" fmla="*/ 0 h 76"/>
                <a:gd name="T26" fmla="*/ 94914 w 85"/>
                <a:gd name="T27" fmla="*/ 20303 h 76"/>
                <a:gd name="T28" fmla="*/ 51977 w 85"/>
                <a:gd name="T29" fmla="*/ 36095 h 76"/>
                <a:gd name="T30" fmla="*/ 45197 w 85"/>
                <a:gd name="T31" fmla="*/ 128587 h 76"/>
                <a:gd name="T32" fmla="*/ 94914 w 85"/>
                <a:gd name="T33" fmla="*/ 151147 h 76"/>
                <a:gd name="T34" fmla="*/ 94914 w 85"/>
                <a:gd name="T35" fmla="*/ 171450 h 7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85" h="76">
                  <a:moveTo>
                    <a:pt x="67" y="66"/>
                  </a:moveTo>
                  <a:cubicBezTo>
                    <a:pt x="60" y="73"/>
                    <a:pt x="51" y="76"/>
                    <a:pt x="42" y="76"/>
                  </a:cubicBezTo>
                  <a:cubicBezTo>
                    <a:pt x="42" y="67"/>
                    <a:pt x="42" y="67"/>
                    <a:pt x="42" y="67"/>
                  </a:cubicBezTo>
                  <a:cubicBezTo>
                    <a:pt x="49" y="67"/>
                    <a:pt x="56" y="65"/>
                    <a:pt x="61" y="60"/>
                  </a:cubicBezTo>
                  <a:cubicBezTo>
                    <a:pt x="73" y="49"/>
                    <a:pt x="75" y="31"/>
                    <a:pt x="64" y="19"/>
                  </a:cubicBezTo>
                  <a:cubicBezTo>
                    <a:pt x="58" y="12"/>
                    <a:pt x="50" y="9"/>
                    <a:pt x="42" y="9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3" y="0"/>
                    <a:pt x="63" y="4"/>
                    <a:pt x="71" y="13"/>
                  </a:cubicBezTo>
                  <a:cubicBezTo>
                    <a:pt x="85" y="29"/>
                    <a:pt x="83" y="53"/>
                    <a:pt x="67" y="66"/>
                  </a:cubicBezTo>
                  <a:close/>
                  <a:moveTo>
                    <a:pt x="42" y="76"/>
                  </a:moveTo>
                  <a:cubicBezTo>
                    <a:pt x="32" y="76"/>
                    <a:pt x="21" y="71"/>
                    <a:pt x="14" y="63"/>
                  </a:cubicBezTo>
                  <a:cubicBezTo>
                    <a:pt x="0" y="47"/>
                    <a:pt x="1" y="23"/>
                    <a:pt x="17" y="9"/>
                  </a:cubicBezTo>
                  <a:cubicBezTo>
                    <a:pt x="24" y="3"/>
                    <a:pt x="33" y="0"/>
                    <a:pt x="42" y="0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35" y="9"/>
                    <a:pt x="29" y="11"/>
                    <a:pt x="23" y="16"/>
                  </a:cubicBezTo>
                  <a:cubicBezTo>
                    <a:pt x="11" y="27"/>
                    <a:pt x="10" y="45"/>
                    <a:pt x="20" y="57"/>
                  </a:cubicBezTo>
                  <a:cubicBezTo>
                    <a:pt x="26" y="64"/>
                    <a:pt x="34" y="67"/>
                    <a:pt x="42" y="67"/>
                  </a:cubicBezTo>
                  <a:lnTo>
                    <a:pt x="42" y="76"/>
                  </a:lnTo>
                  <a:close/>
                </a:path>
              </a:pathLst>
            </a:custGeom>
            <a:solidFill>
              <a:srgbClr val="0C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66" name="Freeform 120">
              <a:extLst>
                <a:ext uri="{FF2B5EF4-FFF2-40B4-BE49-F238E27FC236}">
                  <a16:creationId xmlns:a16="http://schemas.microsoft.com/office/drawing/2014/main" id="{38385EBE-B4CD-01A5-5C8C-426E7F613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90324" y="6516687"/>
              <a:ext cx="36513" cy="38100"/>
            </a:xfrm>
            <a:custGeom>
              <a:avLst/>
              <a:gdLst>
                <a:gd name="T0" fmla="*/ 29667 w 16"/>
                <a:gd name="T1" fmla="*/ 31376 h 17"/>
                <a:gd name="T2" fmla="*/ 4564 w 16"/>
                <a:gd name="T3" fmla="*/ 29135 h 17"/>
                <a:gd name="T4" fmla="*/ 6846 w 16"/>
                <a:gd name="T5" fmla="*/ 6724 h 17"/>
                <a:gd name="T6" fmla="*/ 29667 w 16"/>
                <a:gd name="T7" fmla="*/ 8965 h 17"/>
                <a:gd name="T8" fmla="*/ 29667 w 16"/>
                <a:gd name="T9" fmla="*/ 31376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7">
                  <a:moveTo>
                    <a:pt x="13" y="14"/>
                  </a:moveTo>
                  <a:cubicBezTo>
                    <a:pt x="10" y="17"/>
                    <a:pt x="5" y="16"/>
                    <a:pt x="2" y="13"/>
                  </a:cubicBezTo>
                  <a:cubicBezTo>
                    <a:pt x="0" y="10"/>
                    <a:pt x="0" y="6"/>
                    <a:pt x="3" y="3"/>
                  </a:cubicBezTo>
                  <a:cubicBezTo>
                    <a:pt x="6" y="0"/>
                    <a:pt x="11" y="1"/>
                    <a:pt x="13" y="4"/>
                  </a:cubicBezTo>
                  <a:cubicBezTo>
                    <a:pt x="16" y="7"/>
                    <a:pt x="16" y="11"/>
                    <a:pt x="13" y="14"/>
                  </a:cubicBezTo>
                  <a:close/>
                </a:path>
              </a:pathLst>
            </a:custGeom>
            <a:solidFill>
              <a:srgbClr val="0C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67" name="Freeform 121">
              <a:extLst>
                <a:ext uri="{FF2B5EF4-FFF2-40B4-BE49-F238E27FC236}">
                  <a16:creationId xmlns:a16="http://schemas.microsoft.com/office/drawing/2014/main" id="{AC50D1B3-CF10-2296-DF04-E28C6F8A5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56987" y="6478587"/>
              <a:ext cx="36513" cy="36513"/>
            </a:xfrm>
            <a:custGeom>
              <a:avLst/>
              <a:gdLst>
                <a:gd name="T0" fmla="*/ 27385 w 16"/>
                <a:gd name="T1" fmla="*/ 31949 h 16"/>
                <a:gd name="T2" fmla="*/ 4564 w 16"/>
                <a:gd name="T3" fmla="*/ 29667 h 16"/>
                <a:gd name="T4" fmla="*/ 6846 w 16"/>
                <a:gd name="T5" fmla="*/ 6846 h 16"/>
                <a:gd name="T6" fmla="*/ 29667 w 16"/>
                <a:gd name="T7" fmla="*/ 6846 h 16"/>
                <a:gd name="T8" fmla="*/ 27385 w 16"/>
                <a:gd name="T9" fmla="*/ 31949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12" y="14"/>
                  </a:moveTo>
                  <a:cubicBezTo>
                    <a:pt x="9" y="16"/>
                    <a:pt x="5" y="16"/>
                    <a:pt x="2" y="13"/>
                  </a:cubicBezTo>
                  <a:cubicBezTo>
                    <a:pt x="0" y="10"/>
                    <a:pt x="0" y="5"/>
                    <a:pt x="3" y="3"/>
                  </a:cubicBezTo>
                  <a:cubicBezTo>
                    <a:pt x="6" y="0"/>
                    <a:pt x="10" y="0"/>
                    <a:pt x="13" y="3"/>
                  </a:cubicBezTo>
                  <a:cubicBezTo>
                    <a:pt x="16" y="6"/>
                    <a:pt x="15" y="11"/>
                    <a:pt x="12" y="14"/>
                  </a:cubicBezTo>
                  <a:close/>
                </a:path>
              </a:pathLst>
            </a:custGeom>
            <a:solidFill>
              <a:srgbClr val="0C22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80968" name="Freeform 122">
              <a:extLst>
                <a:ext uri="{FF2B5EF4-FFF2-40B4-BE49-F238E27FC236}">
                  <a16:creationId xmlns:a16="http://schemas.microsoft.com/office/drawing/2014/main" id="{04A23DA6-A79D-3627-D942-079A5E0BE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3899" y="5989637"/>
              <a:ext cx="809625" cy="522288"/>
            </a:xfrm>
            <a:custGeom>
              <a:avLst/>
              <a:gdLst>
                <a:gd name="T0" fmla="*/ 0 w 359"/>
                <a:gd name="T1" fmla="*/ 400721 h 232"/>
                <a:gd name="T2" fmla="*/ 376622 w 359"/>
                <a:gd name="T3" fmla="*/ 263395 h 232"/>
                <a:gd name="T4" fmla="*/ 760010 w 359"/>
                <a:gd name="T5" fmla="*/ 18010 h 232"/>
                <a:gd name="T6" fmla="*/ 796094 w 359"/>
                <a:gd name="T7" fmla="*/ 83296 h 232"/>
                <a:gd name="T8" fmla="*/ 83443 w 359"/>
                <a:gd name="T9" fmla="*/ 522288 h 232"/>
                <a:gd name="T10" fmla="*/ 0 w 359"/>
                <a:gd name="T11" fmla="*/ 400721 h 2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9" h="232">
                  <a:moveTo>
                    <a:pt x="0" y="178"/>
                  </a:moveTo>
                  <a:cubicBezTo>
                    <a:pt x="30" y="209"/>
                    <a:pt x="102" y="156"/>
                    <a:pt x="167" y="117"/>
                  </a:cubicBezTo>
                  <a:cubicBezTo>
                    <a:pt x="232" y="79"/>
                    <a:pt x="359" y="37"/>
                    <a:pt x="337" y="8"/>
                  </a:cubicBezTo>
                  <a:cubicBezTo>
                    <a:pt x="331" y="0"/>
                    <a:pt x="340" y="13"/>
                    <a:pt x="353" y="37"/>
                  </a:cubicBezTo>
                  <a:cubicBezTo>
                    <a:pt x="250" y="89"/>
                    <a:pt x="108" y="178"/>
                    <a:pt x="37" y="232"/>
                  </a:cubicBezTo>
                  <a:cubicBezTo>
                    <a:pt x="22" y="214"/>
                    <a:pt x="9" y="195"/>
                    <a:pt x="0" y="178"/>
                  </a:cubicBezTo>
                  <a:close/>
                </a:path>
              </a:pathLst>
            </a:custGeom>
            <a:solidFill>
              <a:srgbClr val="BC90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3916E47-3854-3680-EEE5-1660782E9788}"/>
              </a:ext>
            </a:extLst>
          </p:cNvPr>
          <p:cNvGrpSpPr/>
          <p:nvPr/>
        </p:nvGrpSpPr>
        <p:grpSpPr>
          <a:xfrm>
            <a:off x="-201332" y="0"/>
            <a:ext cx="12812244" cy="697119"/>
            <a:chOff x="-116540" y="4468112"/>
            <a:chExt cx="12812244" cy="697119"/>
          </a:xfrm>
          <a:solidFill>
            <a:schemeClr val="bg2">
              <a:alpha val="60000"/>
            </a:schemeClr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8FE2EB7-CA20-6869-FD5F-BCA1DC3528C8}"/>
                </a:ext>
              </a:extLst>
            </p:cNvPr>
            <p:cNvGrpSpPr/>
            <p:nvPr/>
          </p:nvGrpSpPr>
          <p:grpSpPr>
            <a:xfrm>
              <a:off x="4112933" y="4472081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229" name="Rectangle 5">
                <a:extLst>
                  <a:ext uri="{FF2B5EF4-FFF2-40B4-BE49-F238E27FC236}">
                    <a16:creationId xmlns:a16="http://schemas.microsoft.com/office/drawing/2014/main" id="{60F9151C-C5AD-35D3-F090-A9BB4A707A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0" name="Rectangle 6">
                <a:extLst>
                  <a:ext uri="{FF2B5EF4-FFF2-40B4-BE49-F238E27FC236}">
                    <a16:creationId xmlns:a16="http://schemas.microsoft.com/office/drawing/2014/main" id="{5A6D5891-8D4B-093D-029A-86A922D350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1" name="Rectangle 7">
                <a:extLst>
                  <a:ext uri="{FF2B5EF4-FFF2-40B4-BE49-F238E27FC236}">
                    <a16:creationId xmlns:a16="http://schemas.microsoft.com/office/drawing/2014/main" id="{8031E712-5632-6808-5505-DC6B5BE60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2" name="Rectangle 10">
                <a:extLst>
                  <a:ext uri="{FF2B5EF4-FFF2-40B4-BE49-F238E27FC236}">
                    <a16:creationId xmlns:a16="http://schemas.microsoft.com/office/drawing/2014/main" id="{8474C540-C9A2-06FB-54E0-AC3CF3718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3" name="Rectangle 11">
                <a:extLst>
                  <a:ext uri="{FF2B5EF4-FFF2-40B4-BE49-F238E27FC236}">
                    <a16:creationId xmlns:a16="http://schemas.microsoft.com/office/drawing/2014/main" id="{0FC85F53-6555-93B2-C88A-CAA838D5F7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4" name="Rectangle 12">
                <a:extLst>
                  <a:ext uri="{FF2B5EF4-FFF2-40B4-BE49-F238E27FC236}">
                    <a16:creationId xmlns:a16="http://schemas.microsoft.com/office/drawing/2014/main" id="{8B3241E6-B8FE-3DEC-3EDA-96B172C5B5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5" name="Rectangle 13">
                <a:extLst>
                  <a:ext uri="{FF2B5EF4-FFF2-40B4-BE49-F238E27FC236}">
                    <a16:creationId xmlns:a16="http://schemas.microsoft.com/office/drawing/2014/main" id="{B70C42CA-F883-E358-CFE9-B60615BEF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6" name="Rectangle 14">
                <a:extLst>
                  <a:ext uri="{FF2B5EF4-FFF2-40B4-BE49-F238E27FC236}">
                    <a16:creationId xmlns:a16="http://schemas.microsoft.com/office/drawing/2014/main" id="{0F8AF41D-A8F9-78CD-B9E7-1D1384846A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7" name="Rectangle 16">
                <a:extLst>
                  <a:ext uri="{FF2B5EF4-FFF2-40B4-BE49-F238E27FC236}">
                    <a16:creationId xmlns:a16="http://schemas.microsoft.com/office/drawing/2014/main" id="{640071ED-ABFE-9786-4B25-A974A34AA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8" name="Rectangle 17">
                <a:extLst>
                  <a:ext uri="{FF2B5EF4-FFF2-40B4-BE49-F238E27FC236}">
                    <a16:creationId xmlns:a16="http://schemas.microsoft.com/office/drawing/2014/main" id="{92215250-5B26-CC9F-3766-9A50C8584A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9" name="Rectangle 18">
                <a:extLst>
                  <a:ext uri="{FF2B5EF4-FFF2-40B4-BE49-F238E27FC236}">
                    <a16:creationId xmlns:a16="http://schemas.microsoft.com/office/drawing/2014/main" id="{893209A3-0652-3242-C34D-FC8158F59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0" name="Rectangle 19">
                <a:extLst>
                  <a:ext uri="{FF2B5EF4-FFF2-40B4-BE49-F238E27FC236}">
                    <a16:creationId xmlns:a16="http://schemas.microsoft.com/office/drawing/2014/main" id="{6B5E4B83-A1F8-3C8C-0D23-016A9C905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1" name="Rectangle 20">
                <a:extLst>
                  <a:ext uri="{FF2B5EF4-FFF2-40B4-BE49-F238E27FC236}">
                    <a16:creationId xmlns:a16="http://schemas.microsoft.com/office/drawing/2014/main" id="{ED9268C9-878B-2662-4D1E-BEAFB23FF2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2" name="Rectangle 22">
                <a:extLst>
                  <a:ext uri="{FF2B5EF4-FFF2-40B4-BE49-F238E27FC236}">
                    <a16:creationId xmlns:a16="http://schemas.microsoft.com/office/drawing/2014/main" id="{C4FB43D3-8C0C-8846-8059-8CB2978B00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3" name="Rectangle 23">
                <a:extLst>
                  <a:ext uri="{FF2B5EF4-FFF2-40B4-BE49-F238E27FC236}">
                    <a16:creationId xmlns:a16="http://schemas.microsoft.com/office/drawing/2014/main" id="{F7B89B39-329D-8848-91D8-3364560B8B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4" name="Rectangle 26">
                <a:extLst>
                  <a:ext uri="{FF2B5EF4-FFF2-40B4-BE49-F238E27FC236}">
                    <a16:creationId xmlns:a16="http://schemas.microsoft.com/office/drawing/2014/main" id="{46BCC50E-F000-948D-9352-B52B450E42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5" name="Rectangle 27">
                <a:extLst>
                  <a:ext uri="{FF2B5EF4-FFF2-40B4-BE49-F238E27FC236}">
                    <a16:creationId xmlns:a16="http://schemas.microsoft.com/office/drawing/2014/main" id="{BFD2A8DA-EFC0-3FC9-183D-26C9A51D96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6" name="Rectangle 28">
                <a:extLst>
                  <a:ext uri="{FF2B5EF4-FFF2-40B4-BE49-F238E27FC236}">
                    <a16:creationId xmlns:a16="http://schemas.microsoft.com/office/drawing/2014/main" id="{EA25F0F3-A10E-1A79-C15F-DB4189D33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7" name="Rectangle 29">
                <a:extLst>
                  <a:ext uri="{FF2B5EF4-FFF2-40B4-BE49-F238E27FC236}">
                    <a16:creationId xmlns:a16="http://schemas.microsoft.com/office/drawing/2014/main" id="{4445EAE3-0151-89C3-3834-2EAE4B047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8" name="Rectangle 30">
                <a:extLst>
                  <a:ext uri="{FF2B5EF4-FFF2-40B4-BE49-F238E27FC236}">
                    <a16:creationId xmlns:a16="http://schemas.microsoft.com/office/drawing/2014/main" id="{77F0731D-625D-60FA-2BEA-E60235420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9" name="Rectangle 32">
                <a:extLst>
                  <a:ext uri="{FF2B5EF4-FFF2-40B4-BE49-F238E27FC236}">
                    <a16:creationId xmlns:a16="http://schemas.microsoft.com/office/drawing/2014/main" id="{16EF3358-C8F5-0E9B-0483-737BC289A9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0" name="Rectangle 33">
                <a:extLst>
                  <a:ext uri="{FF2B5EF4-FFF2-40B4-BE49-F238E27FC236}">
                    <a16:creationId xmlns:a16="http://schemas.microsoft.com/office/drawing/2014/main" id="{9E9C94C3-021B-DF1B-F52E-CC280FBB0B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1" name="Rectangle 34">
                <a:extLst>
                  <a:ext uri="{FF2B5EF4-FFF2-40B4-BE49-F238E27FC236}">
                    <a16:creationId xmlns:a16="http://schemas.microsoft.com/office/drawing/2014/main" id="{417D3F71-EE03-1B4D-9B4D-CD564D8939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2" name="Rectangle 36">
                <a:extLst>
                  <a:ext uri="{FF2B5EF4-FFF2-40B4-BE49-F238E27FC236}">
                    <a16:creationId xmlns:a16="http://schemas.microsoft.com/office/drawing/2014/main" id="{DDFB5A69-DAEF-94C7-1BB2-830193836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3" name="Rectangle 37">
                <a:extLst>
                  <a:ext uri="{FF2B5EF4-FFF2-40B4-BE49-F238E27FC236}">
                    <a16:creationId xmlns:a16="http://schemas.microsoft.com/office/drawing/2014/main" id="{469F9663-ED54-4A5C-B1EA-5348C04A6D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4" name="Rectangle 38">
                <a:extLst>
                  <a:ext uri="{FF2B5EF4-FFF2-40B4-BE49-F238E27FC236}">
                    <a16:creationId xmlns:a16="http://schemas.microsoft.com/office/drawing/2014/main" id="{0F8AD68E-B3DE-870A-6DD5-C25265AD8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5" name="Rectangle 39">
                <a:extLst>
                  <a:ext uri="{FF2B5EF4-FFF2-40B4-BE49-F238E27FC236}">
                    <a16:creationId xmlns:a16="http://schemas.microsoft.com/office/drawing/2014/main" id="{96BE58A6-07BF-4D63-CA2C-95310AC32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6" name="Rectangle 41">
                <a:extLst>
                  <a:ext uri="{FF2B5EF4-FFF2-40B4-BE49-F238E27FC236}">
                    <a16:creationId xmlns:a16="http://schemas.microsoft.com/office/drawing/2014/main" id="{0EF78DF5-1DE0-6874-92CA-FDDFD5C12E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7" name="Rectangle 43">
                <a:extLst>
                  <a:ext uri="{FF2B5EF4-FFF2-40B4-BE49-F238E27FC236}">
                    <a16:creationId xmlns:a16="http://schemas.microsoft.com/office/drawing/2014/main" id="{D22B90AD-6641-7380-65A3-DE4643A78D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8" name="Rectangle 45">
                <a:extLst>
                  <a:ext uri="{FF2B5EF4-FFF2-40B4-BE49-F238E27FC236}">
                    <a16:creationId xmlns:a16="http://schemas.microsoft.com/office/drawing/2014/main" id="{FB006A1F-232A-7F74-C1EB-4929C884A3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9" name="Rectangle 46">
                <a:extLst>
                  <a:ext uri="{FF2B5EF4-FFF2-40B4-BE49-F238E27FC236}">
                    <a16:creationId xmlns:a16="http://schemas.microsoft.com/office/drawing/2014/main" id="{1BA58DE9-1C0A-6777-5F54-9FBB15C7CF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0" name="Rectangle 47">
                <a:extLst>
                  <a:ext uri="{FF2B5EF4-FFF2-40B4-BE49-F238E27FC236}">
                    <a16:creationId xmlns:a16="http://schemas.microsoft.com/office/drawing/2014/main" id="{7A7E2270-0E0A-C8FF-0AE7-EA9C88063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1" name="Rectangle 48">
                <a:extLst>
                  <a:ext uri="{FF2B5EF4-FFF2-40B4-BE49-F238E27FC236}">
                    <a16:creationId xmlns:a16="http://schemas.microsoft.com/office/drawing/2014/main" id="{6EF567A2-FA4A-D483-8DEB-2E159D370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2" name="Rectangle 49">
                <a:extLst>
                  <a:ext uri="{FF2B5EF4-FFF2-40B4-BE49-F238E27FC236}">
                    <a16:creationId xmlns:a16="http://schemas.microsoft.com/office/drawing/2014/main" id="{EE064920-A31B-EEDE-CC3A-8B7A106494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3" name="Rectangle 51">
                <a:extLst>
                  <a:ext uri="{FF2B5EF4-FFF2-40B4-BE49-F238E27FC236}">
                    <a16:creationId xmlns:a16="http://schemas.microsoft.com/office/drawing/2014/main" id="{0D5BEF90-B966-4109-A077-8E9059559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4" name="Rectangle 53">
                <a:extLst>
                  <a:ext uri="{FF2B5EF4-FFF2-40B4-BE49-F238E27FC236}">
                    <a16:creationId xmlns:a16="http://schemas.microsoft.com/office/drawing/2014/main" id="{B9CAEB56-29A1-ED9D-B37B-4160972B5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5" name="Rectangle 55">
                <a:extLst>
                  <a:ext uri="{FF2B5EF4-FFF2-40B4-BE49-F238E27FC236}">
                    <a16:creationId xmlns:a16="http://schemas.microsoft.com/office/drawing/2014/main" id="{9116A85F-0204-766A-F5D9-91893EF687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6" name="Rectangle 56">
                <a:extLst>
                  <a:ext uri="{FF2B5EF4-FFF2-40B4-BE49-F238E27FC236}">
                    <a16:creationId xmlns:a16="http://schemas.microsoft.com/office/drawing/2014/main" id="{601B5B61-49D1-DB8E-7BBB-77F9C03C7D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7" name="Rectangle 57">
                <a:extLst>
                  <a:ext uri="{FF2B5EF4-FFF2-40B4-BE49-F238E27FC236}">
                    <a16:creationId xmlns:a16="http://schemas.microsoft.com/office/drawing/2014/main" id="{0EF554B2-64C1-799C-A1CE-9749803A8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8" name="Rectangle 60">
                <a:extLst>
                  <a:ext uri="{FF2B5EF4-FFF2-40B4-BE49-F238E27FC236}">
                    <a16:creationId xmlns:a16="http://schemas.microsoft.com/office/drawing/2014/main" id="{0A5E7016-4806-1CE2-2048-EB6BF033DF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9" name="Rectangle 62">
                <a:extLst>
                  <a:ext uri="{FF2B5EF4-FFF2-40B4-BE49-F238E27FC236}">
                    <a16:creationId xmlns:a16="http://schemas.microsoft.com/office/drawing/2014/main" id="{80579192-FCDA-58D5-152E-8A4C875A5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0" name="Rectangle 63">
                <a:extLst>
                  <a:ext uri="{FF2B5EF4-FFF2-40B4-BE49-F238E27FC236}">
                    <a16:creationId xmlns:a16="http://schemas.microsoft.com/office/drawing/2014/main" id="{667D0253-452F-13B5-0D37-93ADC51C19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1" name="Rectangle 65">
                <a:extLst>
                  <a:ext uri="{FF2B5EF4-FFF2-40B4-BE49-F238E27FC236}">
                    <a16:creationId xmlns:a16="http://schemas.microsoft.com/office/drawing/2014/main" id="{26DB17B3-A987-3DB3-0251-671649568B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2" name="Rectangle 66">
                <a:extLst>
                  <a:ext uri="{FF2B5EF4-FFF2-40B4-BE49-F238E27FC236}">
                    <a16:creationId xmlns:a16="http://schemas.microsoft.com/office/drawing/2014/main" id="{3B10F013-D857-7630-8AA2-BAE3B8AAA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3" name="Rectangle 67">
                <a:extLst>
                  <a:ext uri="{FF2B5EF4-FFF2-40B4-BE49-F238E27FC236}">
                    <a16:creationId xmlns:a16="http://schemas.microsoft.com/office/drawing/2014/main" id="{71E6E965-B4F8-5BE0-D799-8F5FBA4B67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4" name="Rectangle 68">
                <a:extLst>
                  <a:ext uri="{FF2B5EF4-FFF2-40B4-BE49-F238E27FC236}">
                    <a16:creationId xmlns:a16="http://schemas.microsoft.com/office/drawing/2014/main" id="{A40C8C28-5A0C-817C-A8D4-0C74AFAE0A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5" name="Rectangle 70">
                <a:extLst>
                  <a:ext uri="{FF2B5EF4-FFF2-40B4-BE49-F238E27FC236}">
                    <a16:creationId xmlns:a16="http://schemas.microsoft.com/office/drawing/2014/main" id="{B484995D-5471-E5EC-9E60-6C5644529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6" name="Rectangle 71">
                <a:extLst>
                  <a:ext uri="{FF2B5EF4-FFF2-40B4-BE49-F238E27FC236}">
                    <a16:creationId xmlns:a16="http://schemas.microsoft.com/office/drawing/2014/main" id="{21285FE9-0B66-BECF-2FB6-D634E7A8F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7" name="Rectangle 72">
                <a:extLst>
                  <a:ext uri="{FF2B5EF4-FFF2-40B4-BE49-F238E27FC236}">
                    <a16:creationId xmlns:a16="http://schemas.microsoft.com/office/drawing/2014/main" id="{D5A2C65F-1FDD-FE37-3D9E-5CD3187DF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8" name="Rectangle 75">
                <a:extLst>
                  <a:ext uri="{FF2B5EF4-FFF2-40B4-BE49-F238E27FC236}">
                    <a16:creationId xmlns:a16="http://schemas.microsoft.com/office/drawing/2014/main" id="{A22096C4-00ED-1D27-4E2A-C3133D28F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9" name="Rectangle 76">
                <a:extLst>
                  <a:ext uri="{FF2B5EF4-FFF2-40B4-BE49-F238E27FC236}">
                    <a16:creationId xmlns:a16="http://schemas.microsoft.com/office/drawing/2014/main" id="{80EAAABC-E13E-1DB2-7809-9ECFCD6152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0" name="Rectangle 77">
                <a:extLst>
                  <a:ext uri="{FF2B5EF4-FFF2-40B4-BE49-F238E27FC236}">
                    <a16:creationId xmlns:a16="http://schemas.microsoft.com/office/drawing/2014/main" id="{10B51098-8F93-16FB-8D32-15B454A4C7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1" name="Rectangle 79">
                <a:extLst>
                  <a:ext uri="{FF2B5EF4-FFF2-40B4-BE49-F238E27FC236}">
                    <a16:creationId xmlns:a16="http://schemas.microsoft.com/office/drawing/2014/main" id="{E350B9EF-5D50-FE7E-1825-1CBFC0B9C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2" name="Rectangle 80">
                <a:extLst>
                  <a:ext uri="{FF2B5EF4-FFF2-40B4-BE49-F238E27FC236}">
                    <a16:creationId xmlns:a16="http://schemas.microsoft.com/office/drawing/2014/main" id="{168433B6-A2B0-8121-1DFE-BB7190AB0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3" name="Rectangle 81">
                <a:extLst>
                  <a:ext uri="{FF2B5EF4-FFF2-40B4-BE49-F238E27FC236}">
                    <a16:creationId xmlns:a16="http://schemas.microsoft.com/office/drawing/2014/main" id="{3412C420-F3FE-9635-D590-041302C28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4" name="Rectangle 82">
                <a:extLst>
                  <a:ext uri="{FF2B5EF4-FFF2-40B4-BE49-F238E27FC236}">
                    <a16:creationId xmlns:a16="http://schemas.microsoft.com/office/drawing/2014/main" id="{E6E50FD6-CF2A-6A2B-137F-CCA7580773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5" name="Rectangle 83">
                <a:extLst>
                  <a:ext uri="{FF2B5EF4-FFF2-40B4-BE49-F238E27FC236}">
                    <a16:creationId xmlns:a16="http://schemas.microsoft.com/office/drawing/2014/main" id="{9CEDB462-3061-CA4A-0A4F-F887A3E379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6" name="Rectangle 85">
                <a:extLst>
                  <a:ext uri="{FF2B5EF4-FFF2-40B4-BE49-F238E27FC236}">
                    <a16:creationId xmlns:a16="http://schemas.microsoft.com/office/drawing/2014/main" id="{9CB9D8B4-292F-57EB-1E85-78DCF3AD85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7" name="Rectangle 86">
                <a:extLst>
                  <a:ext uri="{FF2B5EF4-FFF2-40B4-BE49-F238E27FC236}">
                    <a16:creationId xmlns:a16="http://schemas.microsoft.com/office/drawing/2014/main" id="{23E418CA-9BF3-F7FF-F748-AACA22753D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8" name="Rectangle 87">
                <a:extLst>
                  <a:ext uri="{FF2B5EF4-FFF2-40B4-BE49-F238E27FC236}">
                    <a16:creationId xmlns:a16="http://schemas.microsoft.com/office/drawing/2014/main" id="{691D9F93-49F6-8C33-38A8-252E428060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9" name="Rectangle 88">
                <a:extLst>
                  <a:ext uri="{FF2B5EF4-FFF2-40B4-BE49-F238E27FC236}">
                    <a16:creationId xmlns:a16="http://schemas.microsoft.com/office/drawing/2014/main" id="{F799FB0D-621C-DC9E-510F-D87207773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0" name="Rectangle 89">
                <a:extLst>
                  <a:ext uri="{FF2B5EF4-FFF2-40B4-BE49-F238E27FC236}">
                    <a16:creationId xmlns:a16="http://schemas.microsoft.com/office/drawing/2014/main" id="{97F5CF81-91DB-42CD-9187-45EB9CA0B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1" name="Rectangle 91">
                <a:extLst>
                  <a:ext uri="{FF2B5EF4-FFF2-40B4-BE49-F238E27FC236}">
                    <a16:creationId xmlns:a16="http://schemas.microsoft.com/office/drawing/2014/main" id="{9BD845BA-8982-F5EC-4028-251DAC70AE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2" name="Rectangle 92">
                <a:extLst>
                  <a:ext uri="{FF2B5EF4-FFF2-40B4-BE49-F238E27FC236}">
                    <a16:creationId xmlns:a16="http://schemas.microsoft.com/office/drawing/2014/main" id="{54946389-F325-BF84-31E2-E0C302870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3" name="Rectangle 93">
                <a:extLst>
                  <a:ext uri="{FF2B5EF4-FFF2-40B4-BE49-F238E27FC236}">
                    <a16:creationId xmlns:a16="http://schemas.microsoft.com/office/drawing/2014/main" id="{362ECB65-2423-848A-ABE0-9AA4630538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4" name="Rectangle 94">
                <a:extLst>
                  <a:ext uri="{FF2B5EF4-FFF2-40B4-BE49-F238E27FC236}">
                    <a16:creationId xmlns:a16="http://schemas.microsoft.com/office/drawing/2014/main" id="{77D44499-E2BA-8B5D-72B4-25F0E7939D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5" name="Rectangle 99">
                <a:extLst>
                  <a:ext uri="{FF2B5EF4-FFF2-40B4-BE49-F238E27FC236}">
                    <a16:creationId xmlns:a16="http://schemas.microsoft.com/office/drawing/2014/main" id="{E9A7E657-8466-7E2A-EE08-D9722CFE49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6" name="Rectangle 101">
                <a:extLst>
                  <a:ext uri="{FF2B5EF4-FFF2-40B4-BE49-F238E27FC236}">
                    <a16:creationId xmlns:a16="http://schemas.microsoft.com/office/drawing/2014/main" id="{9D96526B-CFFB-624A-95A4-7730321CF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7" name="Rectangle 102">
                <a:extLst>
                  <a:ext uri="{FF2B5EF4-FFF2-40B4-BE49-F238E27FC236}">
                    <a16:creationId xmlns:a16="http://schemas.microsoft.com/office/drawing/2014/main" id="{BAFEE4D1-FD1A-6194-F0C7-F4FE25558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8" name="Rectangle 103">
                <a:extLst>
                  <a:ext uri="{FF2B5EF4-FFF2-40B4-BE49-F238E27FC236}">
                    <a16:creationId xmlns:a16="http://schemas.microsoft.com/office/drawing/2014/main" id="{FBACB0B9-C247-36DD-5983-51881C9BC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9" name="Rectangle 104">
                <a:extLst>
                  <a:ext uri="{FF2B5EF4-FFF2-40B4-BE49-F238E27FC236}">
                    <a16:creationId xmlns:a16="http://schemas.microsoft.com/office/drawing/2014/main" id="{82689D79-638D-EAB2-1189-71AE356D8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0" name="Rectangle 106">
                <a:extLst>
                  <a:ext uri="{FF2B5EF4-FFF2-40B4-BE49-F238E27FC236}">
                    <a16:creationId xmlns:a16="http://schemas.microsoft.com/office/drawing/2014/main" id="{9087D995-8676-0881-5D0A-3B4DFE452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1" name="Rectangle 107">
                <a:extLst>
                  <a:ext uri="{FF2B5EF4-FFF2-40B4-BE49-F238E27FC236}">
                    <a16:creationId xmlns:a16="http://schemas.microsoft.com/office/drawing/2014/main" id="{9D0178A4-1DF7-32BA-8D14-A30DA40179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2" name="Rectangle 108">
                <a:extLst>
                  <a:ext uri="{FF2B5EF4-FFF2-40B4-BE49-F238E27FC236}">
                    <a16:creationId xmlns:a16="http://schemas.microsoft.com/office/drawing/2014/main" id="{2A9CEC38-76E6-D321-9BA8-66BBAE90C7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3" name="Rectangle 111">
                <a:extLst>
                  <a:ext uri="{FF2B5EF4-FFF2-40B4-BE49-F238E27FC236}">
                    <a16:creationId xmlns:a16="http://schemas.microsoft.com/office/drawing/2014/main" id="{E304DE9A-CE4A-B38A-EA26-E7D39C622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4" name="Rectangle 112">
                <a:extLst>
                  <a:ext uri="{FF2B5EF4-FFF2-40B4-BE49-F238E27FC236}">
                    <a16:creationId xmlns:a16="http://schemas.microsoft.com/office/drawing/2014/main" id="{0CF1F7C3-FDF8-A2E0-CF38-B6A4EF520C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5" name="Rectangle 115">
                <a:extLst>
                  <a:ext uri="{FF2B5EF4-FFF2-40B4-BE49-F238E27FC236}">
                    <a16:creationId xmlns:a16="http://schemas.microsoft.com/office/drawing/2014/main" id="{133297CE-03F1-A3C7-93DE-2E530D78D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6" name="Rectangle 116">
                <a:extLst>
                  <a:ext uri="{FF2B5EF4-FFF2-40B4-BE49-F238E27FC236}">
                    <a16:creationId xmlns:a16="http://schemas.microsoft.com/office/drawing/2014/main" id="{10023A8D-F86B-5253-1E13-C75E0E124E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7" name="Rectangle 117">
                <a:extLst>
                  <a:ext uri="{FF2B5EF4-FFF2-40B4-BE49-F238E27FC236}">
                    <a16:creationId xmlns:a16="http://schemas.microsoft.com/office/drawing/2014/main" id="{CBB8EE87-311F-8DCF-8029-7B54CF31F0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8" name="Rectangle 118">
                <a:extLst>
                  <a:ext uri="{FF2B5EF4-FFF2-40B4-BE49-F238E27FC236}">
                    <a16:creationId xmlns:a16="http://schemas.microsoft.com/office/drawing/2014/main" id="{FD073006-312A-8C5B-13C7-3810A90C04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9" name="Rectangle 119">
                <a:extLst>
                  <a:ext uri="{FF2B5EF4-FFF2-40B4-BE49-F238E27FC236}">
                    <a16:creationId xmlns:a16="http://schemas.microsoft.com/office/drawing/2014/main" id="{0857100C-E54D-709E-3A90-F2FB8A1EEF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0" name="Rectangle 121">
                <a:extLst>
                  <a:ext uri="{FF2B5EF4-FFF2-40B4-BE49-F238E27FC236}">
                    <a16:creationId xmlns:a16="http://schemas.microsoft.com/office/drawing/2014/main" id="{1F0A4E33-61AD-90F1-D864-702A21E8B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1" name="Rectangle 122">
                <a:extLst>
                  <a:ext uri="{FF2B5EF4-FFF2-40B4-BE49-F238E27FC236}">
                    <a16:creationId xmlns:a16="http://schemas.microsoft.com/office/drawing/2014/main" id="{B1F14BE4-9B38-CEC9-4B2D-EC9D83118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2" name="Rectangle 123">
                <a:extLst>
                  <a:ext uri="{FF2B5EF4-FFF2-40B4-BE49-F238E27FC236}">
                    <a16:creationId xmlns:a16="http://schemas.microsoft.com/office/drawing/2014/main" id="{06212521-C014-49A3-3B85-920733AB1A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3" name="Rectangle 124">
                <a:extLst>
                  <a:ext uri="{FF2B5EF4-FFF2-40B4-BE49-F238E27FC236}">
                    <a16:creationId xmlns:a16="http://schemas.microsoft.com/office/drawing/2014/main" id="{C6B26CC8-0779-108E-8809-EB2F1543E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4" name="Rectangle 126">
                <a:extLst>
                  <a:ext uri="{FF2B5EF4-FFF2-40B4-BE49-F238E27FC236}">
                    <a16:creationId xmlns:a16="http://schemas.microsoft.com/office/drawing/2014/main" id="{BF198DF8-F9E7-01E0-5C68-281ACB43B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5" name="Rectangle 127">
                <a:extLst>
                  <a:ext uri="{FF2B5EF4-FFF2-40B4-BE49-F238E27FC236}">
                    <a16:creationId xmlns:a16="http://schemas.microsoft.com/office/drawing/2014/main" id="{0AD64080-D35E-6846-17F9-661D07C31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6" name="Rectangle 130">
                <a:extLst>
                  <a:ext uri="{FF2B5EF4-FFF2-40B4-BE49-F238E27FC236}">
                    <a16:creationId xmlns:a16="http://schemas.microsoft.com/office/drawing/2014/main" id="{4E40A1E5-AF9D-EDE0-A426-458348AA34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7" name="Rectangle 131">
                <a:extLst>
                  <a:ext uri="{FF2B5EF4-FFF2-40B4-BE49-F238E27FC236}">
                    <a16:creationId xmlns:a16="http://schemas.microsoft.com/office/drawing/2014/main" id="{A2D4432A-D7FE-C27B-C374-5D4A50E31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8" name="Rectangle 132">
                <a:extLst>
                  <a:ext uri="{FF2B5EF4-FFF2-40B4-BE49-F238E27FC236}">
                    <a16:creationId xmlns:a16="http://schemas.microsoft.com/office/drawing/2014/main" id="{D535A35B-0714-685F-6E72-0FFBFED8C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9" name="Rectangle 133">
                <a:extLst>
                  <a:ext uri="{FF2B5EF4-FFF2-40B4-BE49-F238E27FC236}">
                    <a16:creationId xmlns:a16="http://schemas.microsoft.com/office/drawing/2014/main" id="{19C892E8-E179-9751-B04C-EE84ED0862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0" name="Rectangle 135">
                <a:extLst>
                  <a:ext uri="{FF2B5EF4-FFF2-40B4-BE49-F238E27FC236}">
                    <a16:creationId xmlns:a16="http://schemas.microsoft.com/office/drawing/2014/main" id="{00F33F91-0FD1-DA25-6829-5E3DF501BB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1" name="Rectangle 136">
                <a:extLst>
                  <a:ext uri="{FF2B5EF4-FFF2-40B4-BE49-F238E27FC236}">
                    <a16:creationId xmlns:a16="http://schemas.microsoft.com/office/drawing/2014/main" id="{E2F94FDA-938A-4527-F4A0-51AAA720F2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2" name="Rectangle 137">
                <a:extLst>
                  <a:ext uri="{FF2B5EF4-FFF2-40B4-BE49-F238E27FC236}">
                    <a16:creationId xmlns:a16="http://schemas.microsoft.com/office/drawing/2014/main" id="{1A2D3C54-2A2B-3100-6235-A2EC6A816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3" name="Rectangle 138">
                <a:extLst>
                  <a:ext uri="{FF2B5EF4-FFF2-40B4-BE49-F238E27FC236}">
                    <a16:creationId xmlns:a16="http://schemas.microsoft.com/office/drawing/2014/main" id="{BAB30E2A-C6E4-9631-F5EE-3D00F8B967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4" name="Rectangle 141">
                <a:extLst>
                  <a:ext uri="{FF2B5EF4-FFF2-40B4-BE49-F238E27FC236}">
                    <a16:creationId xmlns:a16="http://schemas.microsoft.com/office/drawing/2014/main" id="{DB2ACB5B-9B72-1EE6-713A-B04C1A2E22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5" name="Rectangle 142">
                <a:extLst>
                  <a:ext uri="{FF2B5EF4-FFF2-40B4-BE49-F238E27FC236}">
                    <a16:creationId xmlns:a16="http://schemas.microsoft.com/office/drawing/2014/main" id="{EDDE7760-ACCD-5F63-F043-B15F588BF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6" name="Rectangle 143">
                <a:extLst>
                  <a:ext uri="{FF2B5EF4-FFF2-40B4-BE49-F238E27FC236}">
                    <a16:creationId xmlns:a16="http://schemas.microsoft.com/office/drawing/2014/main" id="{DDEF7AF1-EA20-37A3-B025-070E447D6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7" name="Rectangle 144">
                <a:extLst>
                  <a:ext uri="{FF2B5EF4-FFF2-40B4-BE49-F238E27FC236}">
                    <a16:creationId xmlns:a16="http://schemas.microsoft.com/office/drawing/2014/main" id="{7A1464CB-D892-4E4F-956E-43B00D415B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8" name="Rectangle 146">
                <a:extLst>
                  <a:ext uri="{FF2B5EF4-FFF2-40B4-BE49-F238E27FC236}">
                    <a16:creationId xmlns:a16="http://schemas.microsoft.com/office/drawing/2014/main" id="{F0B54A2D-9A42-46CE-8B1C-8137A25880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9" name="Rectangle 147">
                <a:extLst>
                  <a:ext uri="{FF2B5EF4-FFF2-40B4-BE49-F238E27FC236}">
                    <a16:creationId xmlns:a16="http://schemas.microsoft.com/office/drawing/2014/main" id="{9589B56A-C7DB-00EB-926F-020C61C49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0" name="Rectangle 148">
                <a:extLst>
                  <a:ext uri="{FF2B5EF4-FFF2-40B4-BE49-F238E27FC236}">
                    <a16:creationId xmlns:a16="http://schemas.microsoft.com/office/drawing/2014/main" id="{7CB91780-974E-2FD4-AF7A-CE652992F2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1" name="Rectangle 149">
                <a:extLst>
                  <a:ext uri="{FF2B5EF4-FFF2-40B4-BE49-F238E27FC236}">
                    <a16:creationId xmlns:a16="http://schemas.microsoft.com/office/drawing/2014/main" id="{CABAFC7F-29C9-3230-4E61-7A06A51DF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2" name="Rectangle 150">
                <a:extLst>
                  <a:ext uri="{FF2B5EF4-FFF2-40B4-BE49-F238E27FC236}">
                    <a16:creationId xmlns:a16="http://schemas.microsoft.com/office/drawing/2014/main" id="{652E6745-3F3C-2012-BA01-373E61FF4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4D97812-27ED-3E8F-D097-E2742FC53FFE}"/>
                </a:ext>
              </a:extLst>
            </p:cNvPr>
            <p:cNvGrpSpPr/>
            <p:nvPr/>
          </p:nvGrpSpPr>
          <p:grpSpPr>
            <a:xfrm>
              <a:off x="8496766" y="4468112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127" name="Rectangle 5">
                <a:extLst>
                  <a:ext uri="{FF2B5EF4-FFF2-40B4-BE49-F238E27FC236}">
                    <a16:creationId xmlns:a16="http://schemas.microsoft.com/office/drawing/2014/main" id="{84C89EB4-E083-1B71-F04D-720295BF6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8" name="Rectangle 6">
                <a:extLst>
                  <a:ext uri="{FF2B5EF4-FFF2-40B4-BE49-F238E27FC236}">
                    <a16:creationId xmlns:a16="http://schemas.microsoft.com/office/drawing/2014/main" id="{3DFF2128-6B12-F73C-E5D2-3D261AFC8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9" name="Rectangle 7">
                <a:extLst>
                  <a:ext uri="{FF2B5EF4-FFF2-40B4-BE49-F238E27FC236}">
                    <a16:creationId xmlns:a16="http://schemas.microsoft.com/office/drawing/2014/main" id="{CD543554-0CB8-ECFE-0128-6ECABCF87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0" name="Rectangle 10">
                <a:extLst>
                  <a:ext uri="{FF2B5EF4-FFF2-40B4-BE49-F238E27FC236}">
                    <a16:creationId xmlns:a16="http://schemas.microsoft.com/office/drawing/2014/main" id="{A3D91D76-9BC5-9EAB-129A-4B44F66F12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1" name="Rectangle 11">
                <a:extLst>
                  <a:ext uri="{FF2B5EF4-FFF2-40B4-BE49-F238E27FC236}">
                    <a16:creationId xmlns:a16="http://schemas.microsoft.com/office/drawing/2014/main" id="{4A9DE66E-E233-FFCF-414E-B96C1E81CD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2" name="Rectangle 12">
                <a:extLst>
                  <a:ext uri="{FF2B5EF4-FFF2-40B4-BE49-F238E27FC236}">
                    <a16:creationId xmlns:a16="http://schemas.microsoft.com/office/drawing/2014/main" id="{E688963A-CFCF-3CBC-710C-15110D8135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3" name="Rectangle 13">
                <a:extLst>
                  <a:ext uri="{FF2B5EF4-FFF2-40B4-BE49-F238E27FC236}">
                    <a16:creationId xmlns:a16="http://schemas.microsoft.com/office/drawing/2014/main" id="{37B469D0-ACAF-4925-EBF3-0B0D4D6A93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4" name="Rectangle 14">
                <a:extLst>
                  <a:ext uri="{FF2B5EF4-FFF2-40B4-BE49-F238E27FC236}">
                    <a16:creationId xmlns:a16="http://schemas.microsoft.com/office/drawing/2014/main" id="{AF82D924-77AE-85EB-3C08-83230D86F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5" name="Rectangle 16">
                <a:extLst>
                  <a:ext uri="{FF2B5EF4-FFF2-40B4-BE49-F238E27FC236}">
                    <a16:creationId xmlns:a16="http://schemas.microsoft.com/office/drawing/2014/main" id="{CA233C50-473C-F4CE-4CD1-2CDD3AADDA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6" name="Rectangle 17">
                <a:extLst>
                  <a:ext uri="{FF2B5EF4-FFF2-40B4-BE49-F238E27FC236}">
                    <a16:creationId xmlns:a16="http://schemas.microsoft.com/office/drawing/2014/main" id="{371F642B-DDFA-4126-863C-879F5EB6DF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7" name="Rectangle 18">
                <a:extLst>
                  <a:ext uri="{FF2B5EF4-FFF2-40B4-BE49-F238E27FC236}">
                    <a16:creationId xmlns:a16="http://schemas.microsoft.com/office/drawing/2014/main" id="{22B464AC-6A96-BE63-CEBE-FAFCA1885F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8" name="Rectangle 19">
                <a:extLst>
                  <a:ext uri="{FF2B5EF4-FFF2-40B4-BE49-F238E27FC236}">
                    <a16:creationId xmlns:a16="http://schemas.microsoft.com/office/drawing/2014/main" id="{39684A71-9B46-1F0B-691E-407F823B8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9" name="Rectangle 20">
                <a:extLst>
                  <a:ext uri="{FF2B5EF4-FFF2-40B4-BE49-F238E27FC236}">
                    <a16:creationId xmlns:a16="http://schemas.microsoft.com/office/drawing/2014/main" id="{3002AFAD-650F-E8AC-0E46-531EAA24F7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0" name="Rectangle 22">
                <a:extLst>
                  <a:ext uri="{FF2B5EF4-FFF2-40B4-BE49-F238E27FC236}">
                    <a16:creationId xmlns:a16="http://schemas.microsoft.com/office/drawing/2014/main" id="{C6CB3B87-FF89-1657-F7C5-3BA0EEF2D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1" name="Rectangle 23">
                <a:extLst>
                  <a:ext uri="{FF2B5EF4-FFF2-40B4-BE49-F238E27FC236}">
                    <a16:creationId xmlns:a16="http://schemas.microsoft.com/office/drawing/2014/main" id="{235F8BED-C7AD-F538-F089-91212CE3EE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2" name="Rectangle 26">
                <a:extLst>
                  <a:ext uri="{FF2B5EF4-FFF2-40B4-BE49-F238E27FC236}">
                    <a16:creationId xmlns:a16="http://schemas.microsoft.com/office/drawing/2014/main" id="{5CA91648-6488-908C-F10B-DBC64D04C6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3" name="Rectangle 27">
                <a:extLst>
                  <a:ext uri="{FF2B5EF4-FFF2-40B4-BE49-F238E27FC236}">
                    <a16:creationId xmlns:a16="http://schemas.microsoft.com/office/drawing/2014/main" id="{55F6F438-2E29-FD12-5E96-F3BA4C480A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4" name="Rectangle 28">
                <a:extLst>
                  <a:ext uri="{FF2B5EF4-FFF2-40B4-BE49-F238E27FC236}">
                    <a16:creationId xmlns:a16="http://schemas.microsoft.com/office/drawing/2014/main" id="{7A5BD637-4474-C6AB-8529-34A4F3A9D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5" name="Rectangle 29">
                <a:extLst>
                  <a:ext uri="{FF2B5EF4-FFF2-40B4-BE49-F238E27FC236}">
                    <a16:creationId xmlns:a16="http://schemas.microsoft.com/office/drawing/2014/main" id="{446E5CDC-F9CD-00C6-F619-0667743707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6" name="Rectangle 30">
                <a:extLst>
                  <a:ext uri="{FF2B5EF4-FFF2-40B4-BE49-F238E27FC236}">
                    <a16:creationId xmlns:a16="http://schemas.microsoft.com/office/drawing/2014/main" id="{A51E5920-08F4-C9BD-F63B-2442BD5D5C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7" name="Rectangle 32">
                <a:extLst>
                  <a:ext uri="{FF2B5EF4-FFF2-40B4-BE49-F238E27FC236}">
                    <a16:creationId xmlns:a16="http://schemas.microsoft.com/office/drawing/2014/main" id="{A8F04FF0-38A9-1D57-07EA-4327280110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8" name="Rectangle 34">
                <a:extLst>
                  <a:ext uri="{FF2B5EF4-FFF2-40B4-BE49-F238E27FC236}">
                    <a16:creationId xmlns:a16="http://schemas.microsoft.com/office/drawing/2014/main" id="{07FE0AF9-3D9E-9B62-E41C-78F29BD69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9" name="Rectangle 36">
                <a:extLst>
                  <a:ext uri="{FF2B5EF4-FFF2-40B4-BE49-F238E27FC236}">
                    <a16:creationId xmlns:a16="http://schemas.microsoft.com/office/drawing/2014/main" id="{2D92FF0F-F46D-5873-1CAE-8391C188B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0" name="Rectangle 37">
                <a:extLst>
                  <a:ext uri="{FF2B5EF4-FFF2-40B4-BE49-F238E27FC236}">
                    <a16:creationId xmlns:a16="http://schemas.microsoft.com/office/drawing/2014/main" id="{B01D708E-ED24-1D18-070C-BB4318053F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1" name="Rectangle 38">
                <a:extLst>
                  <a:ext uri="{FF2B5EF4-FFF2-40B4-BE49-F238E27FC236}">
                    <a16:creationId xmlns:a16="http://schemas.microsoft.com/office/drawing/2014/main" id="{17331413-ED3E-801C-D405-B484D2B02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2" name="Rectangle 39">
                <a:extLst>
                  <a:ext uri="{FF2B5EF4-FFF2-40B4-BE49-F238E27FC236}">
                    <a16:creationId xmlns:a16="http://schemas.microsoft.com/office/drawing/2014/main" id="{73D30676-A50D-CD94-06B4-1BA536DB0C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3" name="Rectangle 41">
                <a:extLst>
                  <a:ext uri="{FF2B5EF4-FFF2-40B4-BE49-F238E27FC236}">
                    <a16:creationId xmlns:a16="http://schemas.microsoft.com/office/drawing/2014/main" id="{B0BC108C-7EFC-2E8A-EAB3-2FCD0BF6EC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4" name="Rectangle 43">
                <a:extLst>
                  <a:ext uri="{FF2B5EF4-FFF2-40B4-BE49-F238E27FC236}">
                    <a16:creationId xmlns:a16="http://schemas.microsoft.com/office/drawing/2014/main" id="{D1983228-465C-0AF8-23F6-7E03E161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5" name="Rectangle 45">
                <a:extLst>
                  <a:ext uri="{FF2B5EF4-FFF2-40B4-BE49-F238E27FC236}">
                    <a16:creationId xmlns:a16="http://schemas.microsoft.com/office/drawing/2014/main" id="{74451F6E-16C3-14B7-75CD-9CEBE2EF79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6" name="Rectangle 46">
                <a:extLst>
                  <a:ext uri="{FF2B5EF4-FFF2-40B4-BE49-F238E27FC236}">
                    <a16:creationId xmlns:a16="http://schemas.microsoft.com/office/drawing/2014/main" id="{91640F92-5ECD-41E2-1103-D0451DC6D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7" name="Rectangle 47">
                <a:extLst>
                  <a:ext uri="{FF2B5EF4-FFF2-40B4-BE49-F238E27FC236}">
                    <a16:creationId xmlns:a16="http://schemas.microsoft.com/office/drawing/2014/main" id="{58AF987B-7210-0981-E930-B46FD3CD99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8" name="Rectangle 48">
                <a:extLst>
                  <a:ext uri="{FF2B5EF4-FFF2-40B4-BE49-F238E27FC236}">
                    <a16:creationId xmlns:a16="http://schemas.microsoft.com/office/drawing/2014/main" id="{8FB3D090-FC20-6556-350A-E6E87E11B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9" name="Rectangle 49">
                <a:extLst>
                  <a:ext uri="{FF2B5EF4-FFF2-40B4-BE49-F238E27FC236}">
                    <a16:creationId xmlns:a16="http://schemas.microsoft.com/office/drawing/2014/main" id="{5013751F-885F-B43D-3103-6C80B45F7B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0" name="Rectangle 51">
                <a:extLst>
                  <a:ext uri="{FF2B5EF4-FFF2-40B4-BE49-F238E27FC236}">
                    <a16:creationId xmlns:a16="http://schemas.microsoft.com/office/drawing/2014/main" id="{C8BF3FFE-0A36-5015-C13A-6CE8CA61B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1" name="Rectangle 52">
                <a:extLst>
                  <a:ext uri="{FF2B5EF4-FFF2-40B4-BE49-F238E27FC236}">
                    <a16:creationId xmlns:a16="http://schemas.microsoft.com/office/drawing/2014/main" id="{26228811-53A6-BF04-F654-9901CBD9E0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2" name="Rectangle 53">
                <a:extLst>
                  <a:ext uri="{FF2B5EF4-FFF2-40B4-BE49-F238E27FC236}">
                    <a16:creationId xmlns:a16="http://schemas.microsoft.com/office/drawing/2014/main" id="{DF861D6B-555B-2DFB-AC89-632E8228A1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3" name="Rectangle 55">
                <a:extLst>
                  <a:ext uri="{FF2B5EF4-FFF2-40B4-BE49-F238E27FC236}">
                    <a16:creationId xmlns:a16="http://schemas.microsoft.com/office/drawing/2014/main" id="{D6EC4C55-190A-9F68-3C0D-5036EA3E36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4" name="Rectangle 56">
                <a:extLst>
                  <a:ext uri="{FF2B5EF4-FFF2-40B4-BE49-F238E27FC236}">
                    <a16:creationId xmlns:a16="http://schemas.microsoft.com/office/drawing/2014/main" id="{F7C0E12C-7281-4632-6EF2-3BB6D69E88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5" name="Rectangle 57">
                <a:extLst>
                  <a:ext uri="{FF2B5EF4-FFF2-40B4-BE49-F238E27FC236}">
                    <a16:creationId xmlns:a16="http://schemas.microsoft.com/office/drawing/2014/main" id="{4FE3F478-DD72-7505-BE6F-919C8B778A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6" name="Rectangle 60">
                <a:extLst>
                  <a:ext uri="{FF2B5EF4-FFF2-40B4-BE49-F238E27FC236}">
                    <a16:creationId xmlns:a16="http://schemas.microsoft.com/office/drawing/2014/main" id="{54411C19-79C9-A7C7-080A-F6447D6BC0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7" name="Rectangle 63">
                <a:extLst>
                  <a:ext uri="{FF2B5EF4-FFF2-40B4-BE49-F238E27FC236}">
                    <a16:creationId xmlns:a16="http://schemas.microsoft.com/office/drawing/2014/main" id="{44CE5758-36E2-CDF2-3933-5F4A56F3F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8" name="Rectangle 65">
                <a:extLst>
                  <a:ext uri="{FF2B5EF4-FFF2-40B4-BE49-F238E27FC236}">
                    <a16:creationId xmlns:a16="http://schemas.microsoft.com/office/drawing/2014/main" id="{435BA015-64B2-737A-9A86-D549717731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9" name="Rectangle 66">
                <a:extLst>
                  <a:ext uri="{FF2B5EF4-FFF2-40B4-BE49-F238E27FC236}">
                    <a16:creationId xmlns:a16="http://schemas.microsoft.com/office/drawing/2014/main" id="{3031E6F8-69FC-8AB7-7CAD-B697FD1CC2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0" name="Rectangle 67">
                <a:extLst>
                  <a:ext uri="{FF2B5EF4-FFF2-40B4-BE49-F238E27FC236}">
                    <a16:creationId xmlns:a16="http://schemas.microsoft.com/office/drawing/2014/main" id="{98A9E087-77B6-B916-63A9-93E00435FA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1" name="Rectangle 68">
                <a:extLst>
                  <a:ext uri="{FF2B5EF4-FFF2-40B4-BE49-F238E27FC236}">
                    <a16:creationId xmlns:a16="http://schemas.microsoft.com/office/drawing/2014/main" id="{CDB8A0CC-8C05-434C-086C-3BCDFA2DE9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2" name="Rectangle 70">
                <a:extLst>
                  <a:ext uri="{FF2B5EF4-FFF2-40B4-BE49-F238E27FC236}">
                    <a16:creationId xmlns:a16="http://schemas.microsoft.com/office/drawing/2014/main" id="{9D9F6AEE-D09C-3E4C-D543-8CAE83ECBE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3" name="Rectangle 71">
                <a:extLst>
                  <a:ext uri="{FF2B5EF4-FFF2-40B4-BE49-F238E27FC236}">
                    <a16:creationId xmlns:a16="http://schemas.microsoft.com/office/drawing/2014/main" id="{5037557C-BFF9-7A65-A88E-DDD2D3632E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4" name="Rectangle 72">
                <a:extLst>
                  <a:ext uri="{FF2B5EF4-FFF2-40B4-BE49-F238E27FC236}">
                    <a16:creationId xmlns:a16="http://schemas.microsoft.com/office/drawing/2014/main" id="{5E8FC621-37A1-053B-7928-E8C159F49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5" name="Rectangle 75">
                <a:extLst>
                  <a:ext uri="{FF2B5EF4-FFF2-40B4-BE49-F238E27FC236}">
                    <a16:creationId xmlns:a16="http://schemas.microsoft.com/office/drawing/2014/main" id="{16B2C39C-BFCF-CEA3-BE95-475053A710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6" name="Rectangle 76">
                <a:extLst>
                  <a:ext uri="{FF2B5EF4-FFF2-40B4-BE49-F238E27FC236}">
                    <a16:creationId xmlns:a16="http://schemas.microsoft.com/office/drawing/2014/main" id="{E8100413-12D5-3603-A6C5-2D7930721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7" name="Rectangle 77">
                <a:extLst>
                  <a:ext uri="{FF2B5EF4-FFF2-40B4-BE49-F238E27FC236}">
                    <a16:creationId xmlns:a16="http://schemas.microsoft.com/office/drawing/2014/main" id="{18F1FAF2-AAE0-F6A7-80D1-74847B9E7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8" name="Rectangle 79">
                <a:extLst>
                  <a:ext uri="{FF2B5EF4-FFF2-40B4-BE49-F238E27FC236}">
                    <a16:creationId xmlns:a16="http://schemas.microsoft.com/office/drawing/2014/main" id="{D92A94B5-9DEE-5E04-2C99-72081A7706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9" name="Rectangle 80">
                <a:extLst>
                  <a:ext uri="{FF2B5EF4-FFF2-40B4-BE49-F238E27FC236}">
                    <a16:creationId xmlns:a16="http://schemas.microsoft.com/office/drawing/2014/main" id="{7DBE1796-A2C9-B15D-4F17-EE0DB68850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0" name="Rectangle 81">
                <a:extLst>
                  <a:ext uri="{FF2B5EF4-FFF2-40B4-BE49-F238E27FC236}">
                    <a16:creationId xmlns:a16="http://schemas.microsoft.com/office/drawing/2014/main" id="{4172E96C-6A2E-444D-F3BE-BF0117C5F9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1" name="Rectangle 82">
                <a:extLst>
                  <a:ext uri="{FF2B5EF4-FFF2-40B4-BE49-F238E27FC236}">
                    <a16:creationId xmlns:a16="http://schemas.microsoft.com/office/drawing/2014/main" id="{F50E48F2-5E03-7AAB-8FBB-9554B8BD45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2" name="Rectangle 83">
                <a:extLst>
                  <a:ext uri="{FF2B5EF4-FFF2-40B4-BE49-F238E27FC236}">
                    <a16:creationId xmlns:a16="http://schemas.microsoft.com/office/drawing/2014/main" id="{A134582B-BA5A-0343-4CBC-899E88252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3" name="Rectangle 85">
                <a:extLst>
                  <a:ext uri="{FF2B5EF4-FFF2-40B4-BE49-F238E27FC236}">
                    <a16:creationId xmlns:a16="http://schemas.microsoft.com/office/drawing/2014/main" id="{F0785B0E-A5B1-1A92-24A3-ED828F3BF7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4" name="Rectangle 86">
                <a:extLst>
                  <a:ext uri="{FF2B5EF4-FFF2-40B4-BE49-F238E27FC236}">
                    <a16:creationId xmlns:a16="http://schemas.microsoft.com/office/drawing/2014/main" id="{C80AB1D2-F567-4DB3-1216-06A521018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5" name="Rectangle 87">
                <a:extLst>
                  <a:ext uri="{FF2B5EF4-FFF2-40B4-BE49-F238E27FC236}">
                    <a16:creationId xmlns:a16="http://schemas.microsoft.com/office/drawing/2014/main" id="{BEAAC9A9-3F32-B6E1-5D29-D257E2606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6" name="Rectangle 89">
                <a:extLst>
                  <a:ext uri="{FF2B5EF4-FFF2-40B4-BE49-F238E27FC236}">
                    <a16:creationId xmlns:a16="http://schemas.microsoft.com/office/drawing/2014/main" id="{D2CB5A1A-80BB-EB4A-0F21-501DB1CC2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7" name="Rectangle 91">
                <a:extLst>
                  <a:ext uri="{FF2B5EF4-FFF2-40B4-BE49-F238E27FC236}">
                    <a16:creationId xmlns:a16="http://schemas.microsoft.com/office/drawing/2014/main" id="{5D624E30-74D4-997A-9D54-AE7AD3B3CE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8" name="Rectangle 92">
                <a:extLst>
                  <a:ext uri="{FF2B5EF4-FFF2-40B4-BE49-F238E27FC236}">
                    <a16:creationId xmlns:a16="http://schemas.microsoft.com/office/drawing/2014/main" id="{B1D87CAF-69A8-C10A-2992-E84A9C9D8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9" name="Rectangle 93">
                <a:extLst>
                  <a:ext uri="{FF2B5EF4-FFF2-40B4-BE49-F238E27FC236}">
                    <a16:creationId xmlns:a16="http://schemas.microsoft.com/office/drawing/2014/main" id="{A2D8CADD-062B-9E13-3D70-DF897D5350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0" name="Rectangle 94">
                <a:extLst>
                  <a:ext uri="{FF2B5EF4-FFF2-40B4-BE49-F238E27FC236}">
                    <a16:creationId xmlns:a16="http://schemas.microsoft.com/office/drawing/2014/main" id="{E9E69336-A164-23BB-F01C-12A91CDC74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1" name="Rectangle 97">
                <a:extLst>
                  <a:ext uri="{FF2B5EF4-FFF2-40B4-BE49-F238E27FC236}">
                    <a16:creationId xmlns:a16="http://schemas.microsoft.com/office/drawing/2014/main" id="{0E7520B5-1D17-ABD8-FA80-9A2013065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2" name="Rectangle 99">
                <a:extLst>
                  <a:ext uri="{FF2B5EF4-FFF2-40B4-BE49-F238E27FC236}">
                    <a16:creationId xmlns:a16="http://schemas.microsoft.com/office/drawing/2014/main" id="{CF7E5F08-13F8-95AF-E3D8-338D578EFB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3" name="Rectangle 101">
                <a:extLst>
                  <a:ext uri="{FF2B5EF4-FFF2-40B4-BE49-F238E27FC236}">
                    <a16:creationId xmlns:a16="http://schemas.microsoft.com/office/drawing/2014/main" id="{89D2A5D5-5470-91E1-5D02-73BCF68DAE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4" name="Rectangle 102">
                <a:extLst>
                  <a:ext uri="{FF2B5EF4-FFF2-40B4-BE49-F238E27FC236}">
                    <a16:creationId xmlns:a16="http://schemas.microsoft.com/office/drawing/2014/main" id="{C9F4E671-A07B-7F21-A265-E4035055C9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5" name="Rectangle 103">
                <a:extLst>
                  <a:ext uri="{FF2B5EF4-FFF2-40B4-BE49-F238E27FC236}">
                    <a16:creationId xmlns:a16="http://schemas.microsoft.com/office/drawing/2014/main" id="{ACB913D5-F2DE-3C5D-3E49-F289E16E2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6" name="Rectangle 104">
                <a:extLst>
                  <a:ext uri="{FF2B5EF4-FFF2-40B4-BE49-F238E27FC236}">
                    <a16:creationId xmlns:a16="http://schemas.microsoft.com/office/drawing/2014/main" id="{F6B460F7-253E-0F4B-2FCD-06CF3C19D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7" name="Rectangle 106">
                <a:extLst>
                  <a:ext uri="{FF2B5EF4-FFF2-40B4-BE49-F238E27FC236}">
                    <a16:creationId xmlns:a16="http://schemas.microsoft.com/office/drawing/2014/main" id="{A040A585-C927-FCB2-BEF9-B2AB56F8BE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8" name="Rectangle 107">
                <a:extLst>
                  <a:ext uri="{FF2B5EF4-FFF2-40B4-BE49-F238E27FC236}">
                    <a16:creationId xmlns:a16="http://schemas.microsoft.com/office/drawing/2014/main" id="{82F94A00-96B3-09A8-59D7-A9B95CAE1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9" name="Rectangle 111">
                <a:extLst>
                  <a:ext uri="{FF2B5EF4-FFF2-40B4-BE49-F238E27FC236}">
                    <a16:creationId xmlns:a16="http://schemas.microsoft.com/office/drawing/2014/main" id="{2D012754-A4B6-4C44-B04A-6A1F723CE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0" name="Rectangle 112">
                <a:extLst>
                  <a:ext uri="{FF2B5EF4-FFF2-40B4-BE49-F238E27FC236}">
                    <a16:creationId xmlns:a16="http://schemas.microsoft.com/office/drawing/2014/main" id="{0654AF3D-6AD4-41AC-FA89-3637AF4E1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1" name="Rectangle 115">
                <a:extLst>
                  <a:ext uri="{FF2B5EF4-FFF2-40B4-BE49-F238E27FC236}">
                    <a16:creationId xmlns:a16="http://schemas.microsoft.com/office/drawing/2014/main" id="{16D4CAF3-B9C5-1DAA-52E8-5DF7DBD0F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2" name="Rectangle 116">
                <a:extLst>
                  <a:ext uri="{FF2B5EF4-FFF2-40B4-BE49-F238E27FC236}">
                    <a16:creationId xmlns:a16="http://schemas.microsoft.com/office/drawing/2014/main" id="{76C8E67B-E469-32BD-DFBB-E705A9663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3" name="Rectangle 117">
                <a:extLst>
                  <a:ext uri="{FF2B5EF4-FFF2-40B4-BE49-F238E27FC236}">
                    <a16:creationId xmlns:a16="http://schemas.microsoft.com/office/drawing/2014/main" id="{76FFEF25-CEAC-D9B7-7BD9-847224A2ED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4" name="Rectangle 118">
                <a:extLst>
                  <a:ext uri="{FF2B5EF4-FFF2-40B4-BE49-F238E27FC236}">
                    <a16:creationId xmlns:a16="http://schemas.microsoft.com/office/drawing/2014/main" id="{E7270165-653B-A038-C0CE-D67EC092D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5" name="Rectangle 119">
                <a:extLst>
                  <a:ext uri="{FF2B5EF4-FFF2-40B4-BE49-F238E27FC236}">
                    <a16:creationId xmlns:a16="http://schemas.microsoft.com/office/drawing/2014/main" id="{7808BBFF-A754-A28A-CEEB-014B1E7C7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6" name="Rectangle 121">
                <a:extLst>
                  <a:ext uri="{FF2B5EF4-FFF2-40B4-BE49-F238E27FC236}">
                    <a16:creationId xmlns:a16="http://schemas.microsoft.com/office/drawing/2014/main" id="{FB8248E1-4398-C7CA-1CF1-9806D7786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7" name="Rectangle 122">
                <a:extLst>
                  <a:ext uri="{FF2B5EF4-FFF2-40B4-BE49-F238E27FC236}">
                    <a16:creationId xmlns:a16="http://schemas.microsoft.com/office/drawing/2014/main" id="{27F9ABBB-DC44-266B-596F-6162DAA1F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8" name="Rectangle 123">
                <a:extLst>
                  <a:ext uri="{FF2B5EF4-FFF2-40B4-BE49-F238E27FC236}">
                    <a16:creationId xmlns:a16="http://schemas.microsoft.com/office/drawing/2014/main" id="{198036E7-85FE-9290-EC3D-35741610F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9" name="Rectangle 124">
                <a:extLst>
                  <a:ext uri="{FF2B5EF4-FFF2-40B4-BE49-F238E27FC236}">
                    <a16:creationId xmlns:a16="http://schemas.microsoft.com/office/drawing/2014/main" id="{EF59842B-5BEF-E45B-ECCC-90E3A984A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0" name="Rectangle 126">
                <a:extLst>
                  <a:ext uri="{FF2B5EF4-FFF2-40B4-BE49-F238E27FC236}">
                    <a16:creationId xmlns:a16="http://schemas.microsoft.com/office/drawing/2014/main" id="{B9818163-35DC-D2F5-3970-59F4C470B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1" name="Rectangle 127">
                <a:extLst>
                  <a:ext uri="{FF2B5EF4-FFF2-40B4-BE49-F238E27FC236}">
                    <a16:creationId xmlns:a16="http://schemas.microsoft.com/office/drawing/2014/main" id="{77F8DD3B-BB92-20C1-A950-BEDC6FC2A2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2" name="Rectangle 130">
                <a:extLst>
                  <a:ext uri="{FF2B5EF4-FFF2-40B4-BE49-F238E27FC236}">
                    <a16:creationId xmlns:a16="http://schemas.microsoft.com/office/drawing/2014/main" id="{BDD677F6-F1CA-4732-8950-9F2B47942E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3" name="Rectangle 131">
                <a:extLst>
                  <a:ext uri="{FF2B5EF4-FFF2-40B4-BE49-F238E27FC236}">
                    <a16:creationId xmlns:a16="http://schemas.microsoft.com/office/drawing/2014/main" id="{D99166AF-93C2-DF2E-C2FC-EAEBEF78C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4" name="Rectangle 132">
                <a:extLst>
                  <a:ext uri="{FF2B5EF4-FFF2-40B4-BE49-F238E27FC236}">
                    <a16:creationId xmlns:a16="http://schemas.microsoft.com/office/drawing/2014/main" id="{2CA7FD7B-1DB4-CB54-C5AA-F72F755E6C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5" name="Rectangle 133">
                <a:extLst>
                  <a:ext uri="{FF2B5EF4-FFF2-40B4-BE49-F238E27FC236}">
                    <a16:creationId xmlns:a16="http://schemas.microsoft.com/office/drawing/2014/main" id="{E5872B2D-A8D2-D514-AD16-14E26C1C35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6" name="Rectangle 135">
                <a:extLst>
                  <a:ext uri="{FF2B5EF4-FFF2-40B4-BE49-F238E27FC236}">
                    <a16:creationId xmlns:a16="http://schemas.microsoft.com/office/drawing/2014/main" id="{E89B0A4C-6930-4DB7-CF75-D63492F139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7" name="Rectangle 136">
                <a:extLst>
                  <a:ext uri="{FF2B5EF4-FFF2-40B4-BE49-F238E27FC236}">
                    <a16:creationId xmlns:a16="http://schemas.microsoft.com/office/drawing/2014/main" id="{EF659203-0DA8-64F8-C51E-7EE99A2C1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8" name="Rectangle 137">
                <a:extLst>
                  <a:ext uri="{FF2B5EF4-FFF2-40B4-BE49-F238E27FC236}">
                    <a16:creationId xmlns:a16="http://schemas.microsoft.com/office/drawing/2014/main" id="{F5DCA719-B3C3-8C97-E896-63C5815A1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9" name="Rectangle 138">
                <a:extLst>
                  <a:ext uri="{FF2B5EF4-FFF2-40B4-BE49-F238E27FC236}">
                    <a16:creationId xmlns:a16="http://schemas.microsoft.com/office/drawing/2014/main" id="{1A80F896-0D91-698F-47DD-ABE91C2E9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0" name="Rectangle 141">
                <a:extLst>
                  <a:ext uri="{FF2B5EF4-FFF2-40B4-BE49-F238E27FC236}">
                    <a16:creationId xmlns:a16="http://schemas.microsoft.com/office/drawing/2014/main" id="{CE265BBC-EA25-1688-EA3B-9BD893087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1" name="Rectangle 142">
                <a:extLst>
                  <a:ext uri="{FF2B5EF4-FFF2-40B4-BE49-F238E27FC236}">
                    <a16:creationId xmlns:a16="http://schemas.microsoft.com/office/drawing/2014/main" id="{08DE77DA-3640-D664-E919-677504EFD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2" name="Rectangle 143">
                <a:extLst>
                  <a:ext uri="{FF2B5EF4-FFF2-40B4-BE49-F238E27FC236}">
                    <a16:creationId xmlns:a16="http://schemas.microsoft.com/office/drawing/2014/main" id="{A6577FE4-1867-DEDD-01FD-49140E950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3" name="Rectangle 144">
                <a:extLst>
                  <a:ext uri="{FF2B5EF4-FFF2-40B4-BE49-F238E27FC236}">
                    <a16:creationId xmlns:a16="http://schemas.microsoft.com/office/drawing/2014/main" id="{47F6DE36-C16B-EB84-CFAE-E9D5871689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4" name="Rectangle 146">
                <a:extLst>
                  <a:ext uri="{FF2B5EF4-FFF2-40B4-BE49-F238E27FC236}">
                    <a16:creationId xmlns:a16="http://schemas.microsoft.com/office/drawing/2014/main" id="{AC2D75A6-A9AB-A5EE-5FE7-A652DEF53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5" name="Rectangle 147">
                <a:extLst>
                  <a:ext uri="{FF2B5EF4-FFF2-40B4-BE49-F238E27FC236}">
                    <a16:creationId xmlns:a16="http://schemas.microsoft.com/office/drawing/2014/main" id="{F844662A-40F0-FCF7-A66A-83C28E4488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6" name="Rectangle 148">
                <a:extLst>
                  <a:ext uri="{FF2B5EF4-FFF2-40B4-BE49-F238E27FC236}">
                    <a16:creationId xmlns:a16="http://schemas.microsoft.com/office/drawing/2014/main" id="{B3C6F5F6-3C60-B679-FE67-35D82FED0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7" name="Rectangle 149">
                <a:extLst>
                  <a:ext uri="{FF2B5EF4-FFF2-40B4-BE49-F238E27FC236}">
                    <a16:creationId xmlns:a16="http://schemas.microsoft.com/office/drawing/2014/main" id="{4F8A9404-E189-FC33-4416-0A15BA82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8" name="Rectangle 150">
                <a:extLst>
                  <a:ext uri="{FF2B5EF4-FFF2-40B4-BE49-F238E27FC236}">
                    <a16:creationId xmlns:a16="http://schemas.microsoft.com/office/drawing/2014/main" id="{68F00E4E-23EB-7621-5F88-67AD9E0524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06DEC54-4D41-6C17-0038-2F8D63F6BA41}"/>
                </a:ext>
              </a:extLst>
            </p:cNvPr>
            <p:cNvGrpSpPr/>
            <p:nvPr/>
          </p:nvGrpSpPr>
          <p:grpSpPr>
            <a:xfrm>
              <a:off x="-116540" y="4482605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BE4EB7FF-A6C5-B046-63C4-37190D2051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" name="Rectangle 6">
                <a:extLst>
                  <a:ext uri="{FF2B5EF4-FFF2-40B4-BE49-F238E27FC236}">
                    <a16:creationId xmlns:a16="http://schemas.microsoft.com/office/drawing/2014/main" id="{D064CD8B-D0A8-EFE6-E5B9-83AAB5603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" name="Rectangle 7">
                <a:extLst>
                  <a:ext uri="{FF2B5EF4-FFF2-40B4-BE49-F238E27FC236}">
                    <a16:creationId xmlns:a16="http://schemas.microsoft.com/office/drawing/2014/main" id="{906F8CA0-7D5C-32B4-4E0C-AED0A20CCB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" name="Rectangle 10">
                <a:extLst>
                  <a:ext uri="{FF2B5EF4-FFF2-40B4-BE49-F238E27FC236}">
                    <a16:creationId xmlns:a16="http://schemas.microsoft.com/office/drawing/2014/main" id="{D9ADC7E0-CC66-709F-9031-9B0511E84B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" name="Rectangle 11">
                <a:extLst>
                  <a:ext uri="{FF2B5EF4-FFF2-40B4-BE49-F238E27FC236}">
                    <a16:creationId xmlns:a16="http://schemas.microsoft.com/office/drawing/2014/main" id="{39C7A175-0B7C-FD23-B111-A73F5029C2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" name="Rectangle 12">
                <a:extLst>
                  <a:ext uri="{FF2B5EF4-FFF2-40B4-BE49-F238E27FC236}">
                    <a16:creationId xmlns:a16="http://schemas.microsoft.com/office/drawing/2014/main" id="{8657BC1D-AB49-84AF-579E-A834F775B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" name="Rectangle 13">
                <a:extLst>
                  <a:ext uri="{FF2B5EF4-FFF2-40B4-BE49-F238E27FC236}">
                    <a16:creationId xmlns:a16="http://schemas.microsoft.com/office/drawing/2014/main" id="{F1AF3E6B-9C5E-D267-8D7B-C33A5E19DF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" name="Rectangle 14">
                <a:extLst>
                  <a:ext uri="{FF2B5EF4-FFF2-40B4-BE49-F238E27FC236}">
                    <a16:creationId xmlns:a16="http://schemas.microsoft.com/office/drawing/2014/main" id="{73CCC63B-A40B-6F8C-DA87-F07A6AEA6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" name="Rectangle 16">
                <a:extLst>
                  <a:ext uri="{FF2B5EF4-FFF2-40B4-BE49-F238E27FC236}">
                    <a16:creationId xmlns:a16="http://schemas.microsoft.com/office/drawing/2014/main" id="{434E12E3-9F2D-0DEC-A36F-113A119723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" name="Rectangle 17">
                <a:extLst>
                  <a:ext uri="{FF2B5EF4-FFF2-40B4-BE49-F238E27FC236}">
                    <a16:creationId xmlns:a16="http://schemas.microsoft.com/office/drawing/2014/main" id="{AEA53E6F-5C7B-9D3A-38CF-9B0868761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4" name="Rectangle 18">
                <a:extLst>
                  <a:ext uri="{FF2B5EF4-FFF2-40B4-BE49-F238E27FC236}">
                    <a16:creationId xmlns:a16="http://schemas.microsoft.com/office/drawing/2014/main" id="{E9D93ED1-D63F-67B6-9760-909FA8D48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5" name="Rectangle 19">
                <a:extLst>
                  <a:ext uri="{FF2B5EF4-FFF2-40B4-BE49-F238E27FC236}">
                    <a16:creationId xmlns:a16="http://schemas.microsoft.com/office/drawing/2014/main" id="{4409793C-19AA-CF99-CF41-E2BB0E7BC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6" name="Rectangle 20">
                <a:extLst>
                  <a:ext uri="{FF2B5EF4-FFF2-40B4-BE49-F238E27FC236}">
                    <a16:creationId xmlns:a16="http://schemas.microsoft.com/office/drawing/2014/main" id="{E6C94A92-8C21-F598-A4FB-A698833B51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7" name="Rectangle 22">
                <a:extLst>
                  <a:ext uri="{FF2B5EF4-FFF2-40B4-BE49-F238E27FC236}">
                    <a16:creationId xmlns:a16="http://schemas.microsoft.com/office/drawing/2014/main" id="{E3EE5737-C206-BA10-4B2A-647719999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8" name="Rectangle 26">
                <a:extLst>
                  <a:ext uri="{FF2B5EF4-FFF2-40B4-BE49-F238E27FC236}">
                    <a16:creationId xmlns:a16="http://schemas.microsoft.com/office/drawing/2014/main" id="{626F7F8E-9F40-DE77-759C-A7F3FC89C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9" name="Rectangle 27">
                <a:extLst>
                  <a:ext uri="{FF2B5EF4-FFF2-40B4-BE49-F238E27FC236}">
                    <a16:creationId xmlns:a16="http://schemas.microsoft.com/office/drawing/2014/main" id="{36EF36FA-D2A0-468A-083B-0D7BBAB65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0" name="Rectangle 28">
                <a:extLst>
                  <a:ext uri="{FF2B5EF4-FFF2-40B4-BE49-F238E27FC236}">
                    <a16:creationId xmlns:a16="http://schemas.microsoft.com/office/drawing/2014/main" id="{F680ED98-EEEB-5264-0B6A-F3167D4853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" name="Rectangle 29">
                <a:extLst>
                  <a:ext uri="{FF2B5EF4-FFF2-40B4-BE49-F238E27FC236}">
                    <a16:creationId xmlns:a16="http://schemas.microsoft.com/office/drawing/2014/main" id="{4FD9836C-F477-C3B2-260B-1493BB835E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" name="Rectangle 30">
                <a:extLst>
                  <a:ext uri="{FF2B5EF4-FFF2-40B4-BE49-F238E27FC236}">
                    <a16:creationId xmlns:a16="http://schemas.microsoft.com/office/drawing/2014/main" id="{1D7B749C-3E45-A53E-21B4-7EE0066DDB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3" name="Rectangle 32">
                <a:extLst>
                  <a:ext uri="{FF2B5EF4-FFF2-40B4-BE49-F238E27FC236}">
                    <a16:creationId xmlns:a16="http://schemas.microsoft.com/office/drawing/2014/main" id="{9B365B7F-F8A6-1049-0902-F296401A34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4" name="Rectangle 33">
                <a:extLst>
                  <a:ext uri="{FF2B5EF4-FFF2-40B4-BE49-F238E27FC236}">
                    <a16:creationId xmlns:a16="http://schemas.microsoft.com/office/drawing/2014/main" id="{294DFD30-26D0-CFE6-D998-46C02118B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5" name="Rectangle 34">
                <a:extLst>
                  <a:ext uri="{FF2B5EF4-FFF2-40B4-BE49-F238E27FC236}">
                    <a16:creationId xmlns:a16="http://schemas.microsoft.com/office/drawing/2014/main" id="{2BCC450C-C28D-E5CF-20FE-71211F4E57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" name="Rectangle 36">
                <a:extLst>
                  <a:ext uri="{FF2B5EF4-FFF2-40B4-BE49-F238E27FC236}">
                    <a16:creationId xmlns:a16="http://schemas.microsoft.com/office/drawing/2014/main" id="{50B838AC-10A0-2267-266E-9B6C02E06B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7" name="Rectangle 37">
                <a:extLst>
                  <a:ext uri="{FF2B5EF4-FFF2-40B4-BE49-F238E27FC236}">
                    <a16:creationId xmlns:a16="http://schemas.microsoft.com/office/drawing/2014/main" id="{9B807826-ABA0-3EC1-50A1-CFF959600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8" name="Rectangle 38">
                <a:extLst>
                  <a:ext uri="{FF2B5EF4-FFF2-40B4-BE49-F238E27FC236}">
                    <a16:creationId xmlns:a16="http://schemas.microsoft.com/office/drawing/2014/main" id="{DA12CEC5-6107-8B9F-56A3-ED1892DDE8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9" name="Rectangle 39">
                <a:extLst>
                  <a:ext uri="{FF2B5EF4-FFF2-40B4-BE49-F238E27FC236}">
                    <a16:creationId xmlns:a16="http://schemas.microsoft.com/office/drawing/2014/main" id="{CCE9F0C2-7C2A-E2AF-AA62-2868FACA33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0" name="Rectangle 43">
                <a:extLst>
                  <a:ext uri="{FF2B5EF4-FFF2-40B4-BE49-F238E27FC236}">
                    <a16:creationId xmlns:a16="http://schemas.microsoft.com/office/drawing/2014/main" id="{0A2F00E1-77B4-4E29-F00F-2F67A564BC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1" name="Rectangle 45">
                <a:extLst>
                  <a:ext uri="{FF2B5EF4-FFF2-40B4-BE49-F238E27FC236}">
                    <a16:creationId xmlns:a16="http://schemas.microsoft.com/office/drawing/2014/main" id="{31667396-65C6-2DF7-5EED-BB223D8966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2" name="Rectangle 46">
                <a:extLst>
                  <a:ext uri="{FF2B5EF4-FFF2-40B4-BE49-F238E27FC236}">
                    <a16:creationId xmlns:a16="http://schemas.microsoft.com/office/drawing/2014/main" id="{24D2582F-4180-1FE4-0E3D-EAF37532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3" name="Rectangle 47">
                <a:extLst>
                  <a:ext uri="{FF2B5EF4-FFF2-40B4-BE49-F238E27FC236}">
                    <a16:creationId xmlns:a16="http://schemas.microsoft.com/office/drawing/2014/main" id="{A3B37F39-2656-4A89-CEAE-BE2EB7E7B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4" name="Rectangle 48">
                <a:extLst>
                  <a:ext uri="{FF2B5EF4-FFF2-40B4-BE49-F238E27FC236}">
                    <a16:creationId xmlns:a16="http://schemas.microsoft.com/office/drawing/2014/main" id="{C1440C25-6829-F3D8-3963-1E3FFB1EA3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5" name="Rectangle 49">
                <a:extLst>
                  <a:ext uri="{FF2B5EF4-FFF2-40B4-BE49-F238E27FC236}">
                    <a16:creationId xmlns:a16="http://schemas.microsoft.com/office/drawing/2014/main" id="{A5D5EE79-9E9F-84A7-BD0B-CC7B4F6FB5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6" name="Rectangle 51">
                <a:extLst>
                  <a:ext uri="{FF2B5EF4-FFF2-40B4-BE49-F238E27FC236}">
                    <a16:creationId xmlns:a16="http://schemas.microsoft.com/office/drawing/2014/main" id="{EE15583F-0E35-0702-1A79-6650C7D46F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7" name="Rectangle 52">
                <a:extLst>
                  <a:ext uri="{FF2B5EF4-FFF2-40B4-BE49-F238E27FC236}">
                    <a16:creationId xmlns:a16="http://schemas.microsoft.com/office/drawing/2014/main" id="{BDA47826-94EC-01A3-2D15-11FFEDCED5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" name="Rectangle 53">
                <a:extLst>
                  <a:ext uri="{FF2B5EF4-FFF2-40B4-BE49-F238E27FC236}">
                    <a16:creationId xmlns:a16="http://schemas.microsoft.com/office/drawing/2014/main" id="{FFA1FD2B-57A3-61AB-B549-EB65146FF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" name="Rectangle 55">
                <a:extLst>
                  <a:ext uri="{FF2B5EF4-FFF2-40B4-BE49-F238E27FC236}">
                    <a16:creationId xmlns:a16="http://schemas.microsoft.com/office/drawing/2014/main" id="{B694100B-245B-68B4-0A79-8B7694A993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" name="Rectangle 56">
                <a:extLst>
                  <a:ext uri="{FF2B5EF4-FFF2-40B4-BE49-F238E27FC236}">
                    <a16:creationId xmlns:a16="http://schemas.microsoft.com/office/drawing/2014/main" id="{3F8A98BB-36EA-DA21-7ABA-C51A79CB9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" name="Rectangle 57">
                <a:extLst>
                  <a:ext uri="{FF2B5EF4-FFF2-40B4-BE49-F238E27FC236}">
                    <a16:creationId xmlns:a16="http://schemas.microsoft.com/office/drawing/2014/main" id="{D3FFE0CF-D248-C256-2792-2B1FBC36EC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" name="Rectangle 60">
                <a:extLst>
                  <a:ext uri="{FF2B5EF4-FFF2-40B4-BE49-F238E27FC236}">
                    <a16:creationId xmlns:a16="http://schemas.microsoft.com/office/drawing/2014/main" id="{CBBC0A10-51A2-E0F3-1933-3B42E3368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254CE6E-39B3-1E50-BF4B-A2B2086B1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81E446A-431B-0AC6-604A-7C208D176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" name="Rectangle 65">
                <a:extLst>
                  <a:ext uri="{FF2B5EF4-FFF2-40B4-BE49-F238E27FC236}">
                    <a16:creationId xmlns:a16="http://schemas.microsoft.com/office/drawing/2014/main" id="{E1DCA4EB-63F4-2144-BC34-D60539E2E3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" name="Rectangle 66">
                <a:extLst>
                  <a:ext uri="{FF2B5EF4-FFF2-40B4-BE49-F238E27FC236}">
                    <a16:creationId xmlns:a16="http://schemas.microsoft.com/office/drawing/2014/main" id="{A512736A-1A82-B8C3-B4FA-AF58C2C73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" name="Rectangle 67">
                <a:extLst>
                  <a:ext uri="{FF2B5EF4-FFF2-40B4-BE49-F238E27FC236}">
                    <a16:creationId xmlns:a16="http://schemas.microsoft.com/office/drawing/2014/main" id="{0F22A2FD-DA80-9B8D-A6AA-2E60BD966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" name="Rectangle 68">
                <a:extLst>
                  <a:ext uri="{FF2B5EF4-FFF2-40B4-BE49-F238E27FC236}">
                    <a16:creationId xmlns:a16="http://schemas.microsoft.com/office/drawing/2014/main" id="{5913D6CE-C051-8FA7-9B12-A176567598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" name="Rectangle 70">
                <a:extLst>
                  <a:ext uri="{FF2B5EF4-FFF2-40B4-BE49-F238E27FC236}">
                    <a16:creationId xmlns:a16="http://schemas.microsoft.com/office/drawing/2014/main" id="{BCEB56B0-9C44-8F03-C832-2BC64E103D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" name="Rectangle 71">
                <a:extLst>
                  <a:ext uri="{FF2B5EF4-FFF2-40B4-BE49-F238E27FC236}">
                    <a16:creationId xmlns:a16="http://schemas.microsoft.com/office/drawing/2014/main" id="{3EF249A7-BC0B-3174-BB41-16352FAE8D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1" name="Rectangle 72">
                <a:extLst>
                  <a:ext uri="{FF2B5EF4-FFF2-40B4-BE49-F238E27FC236}">
                    <a16:creationId xmlns:a16="http://schemas.microsoft.com/office/drawing/2014/main" id="{FB7910AC-57B4-8A31-1C44-16D5A6EC3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2" name="Rectangle 75">
                <a:extLst>
                  <a:ext uri="{FF2B5EF4-FFF2-40B4-BE49-F238E27FC236}">
                    <a16:creationId xmlns:a16="http://schemas.microsoft.com/office/drawing/2014/main" id="{9F64932F-1B36-0889-F89A-61644057D0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3" name="Rectangle 76">
                <a:extLst>
                  <a:ext uri="{FF2B5EF4-FFF2-40B4-BE49-F238E27FC236}">
                    <a16:creationId xmlns:a16="http://schemas.microsoft.com/office/drawing/2014/main" id="{BD320084-2DFB-A048-DBA3-42CEAEBFF9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4" name="Rectangle 77">
                <a:extLst>
                  <a:ext uri="{FF2B5EF4-FFF2-40B4-BE49-F238E27FC236}">
                    <a16:creationId xmlns:a16="http://schemas.microsoft.com/office/drawing/2014/main" id="{1D915314-2999-786D-6D20-8FF57CE252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5" name="Rectangle 79">
                <a:extLst>
                  <a:ext uri="{FF2B5EF4-FFF2-40B4-BE49-F238E27FC236}">
                    <a16:creationId xmlns:a16="http://schemas.microsoft.com/office/drawing/2014/main" id="{2E6A5A39-A06A-E0F4-6C9B-D3C90B477F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6" name="Rectangle 80">
                <a:extLst>
                  <a:ext uri="{FF2B5EF4-FFF2-40B4-BE49-F238E27FC236}">
                    <a16:creationId xmlns:a16="http://schemas.microsoft.com/office/drawing/2014/main" id="{030DB171-D537-BA6A-2267-2A397D5A4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7" name="Rectangle 81">
                <a:extLst>
                  <a:ext uri="{FF2B5EF4-FFF2-40B4-BE49-F238E27FC236}">
                    <a16:creationId xmlns:a16="http://schemas.microsoft.com/office/drawing/2014/main" id="{829CA4AE-0A3D-A008-1DD4-A0F0631B78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8" name="Rectangle 82">
                <a:extLst>
                  <a:ext uri="{FF2B5EF4-FFF2-40B4-BE49-F238E27FC236}">
                    <a16:creationId xmlns:a16="http://schemas.microsoft.com/office/drawing/2014/main" id="{79ABFD13-8334-505D-5FE6-B6CA0DBA06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9" name="Rectangle 83">
                <a:extLst>
                  <a:ext uri="{FF2B5EF4-FFF2-40B4-BE49-F238E27FC236}">
                    <a16:creationId xmlns:a16="http://schemas.microsoft.com/office/drawing/2014/main" id="{58C01383-7817-B0B5-1CB1-C898DCFAD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0" name="Rectangle 85">
                <a:extLst>
                  <a:ext uri="{FF2B5EF4-FFF2-40B4-BE49-F238E27FC236}">
                    <a16:creationId xmlns:a16="http://schemas.microsoft.com/office/drawing/2014/main" id="{7B681EA7-9CCD-7A96-3360-0D666CD480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1" name="Rectangle 86">
                <a:extLst>
                  <a:ext uri="{FF2B5EF4-FFF2-40B4-BE49-F238E27FC236}">
                    <a16:creationId xmlns:a16="http://schemas.microsoft.com/office/drawing/2014/main" id="{D1760EB1-5984-32C9-EF6A-BFD1A92BD1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2" name="Rectangle 87">
                <a:extLst>
                  <a:ext uri="{FF2B5EF4-FFF2-40B4-BE49-F238E27FC236}">
                    <a16:creationId xmlns:a16="http://schemas.microsoft.com/office/drawing/2014/main" id="{2FFFB89D-FE23-9787-1257-D35DCAC288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3" name="Rectangle 88">
                <a:extLst>
                  <a:ext uri="{FF2B5EF4-FFF2-40B4-BE49-F238E27FC236}">
                    <a16:creationId xmlns:a16="http://schemas.microsoft.com/office/drawing/2014/main" id="{55ACA7D8-1C6E-66E9-FA6E-3D549627E2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4" name="Rectangle 89">
                <a:extLst>
                  <a:ext uri="{FF2B5EF4-FFF2-40B4-BE49-F238E27FC236}">
                    <a16:creationId xmlns:a16="http://schemas.microsoft.com/office/drawing/2014/main" id="{AFFECCC1-E9F6-5DE5-7A4A-9BC4D51DB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5" name="Rectangle 91">
                <a:extLst>
                  <a:ext uri="{FF2B5EF4-FFF2-40B4-BE49-F238E27FC236}">
                    <a16:creationId xmlns:a16="http://schemas.microsoft.com/office/drawing/2014/main" id="{46E5C37D-340B-CC16-BDD3-DE8CA8473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6" name="Rectangle 92">
                <a:extLst>
                  <a:ext uri="{FF2B5EF4-FFF2-40B4-BE49-F238E27FC236}">
                    <a16:creationId xmlns:a16="http://schemas.microsoft.com/office/drawing/2014/main" id="{5DAF332A-3594-FCFF-5116-E8317F4AAD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7" name="Rectangle 93">
                <a:extLst>
                  <a:ext uri="{FF2B5EF4-FFF2-40B4-BE49-F238E27FC236}">
                    <a16:creationId xmlns:a16="http://schemas.microsoft.com/office/drawing/2014/main" id="{CFA52501-EA46-EE1A-B69C-6B071EAA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8" name="Rectangle 94">
                <a:extLst>
                  <a:ext uri="{FF2B5EF4-FFF2-40B4-BE49-F238E27FC236}">
                    <a16:creationId xmlns:a16="http://schemas.microsoft.com/office/drawing/2014/main" id="{826B44F0-733C-5295-A388-9AD8918419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9" name="Rectangle 97">
                <a:extLst>
                  <a:ext uri="{FF2B5EF4-FFF2-40B4-BE49-F238E27FC236}">
                    <a16:creationId xmlns:a16="http://schemas.microsoft.com/office/drawing/2014/main" id="{729A7740-E33E-4823-A5D4-C1264A8922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0" name="Rectangle 99">
                <a:extLst>
                  <a:ext uri="{FF2B5EF4-FFF2-40B4-BE49-F238E27FC236}">
                    <a16:creationId xmlns:a16="http://schemas.microsoft.com/office/drawing/2014/main" id="{86DA2667-B203-2DFA-7B46-2F741A507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1" name="Rectangle 101">
                <a:extLst>
                  <a:ext uri="{FF2B5EF4-FFF2-40B4-BE49-F238E27FC236}">
                    <a16:creationId xmlns:a16="http://schemas.microsoft.com/office/drawing/2014/main" id="{D7BF61E7-4723-2C16-BB8B-9FFC43DFD4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2" name="Rectangle 102">
                <a:extLst>
                  <a:ext uri="{FF2B5EF4-FFF2-40B4-BE49-F238E27FC236}">
                    <a16:creationId xmlns:a16="http://schemas.microsoft.com/office/drawing/2014/main" id="{22FF78CB-5215-DCE4-EB8E-00B36FE24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3" name="Rectangle 103">
                <a:extLst>
                  <a:ext uri="{FF2B5EF4-FFF2-40B4-BE49-F238E27FC236}">
                    <a16:creationId xmlns:a16="http://schemas.microsoft.com/office/drawing/2014/main" id="{CD521219-7AA3-B3FE-4584-FA035923FD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4" name="Rectangle 104">
                <a:extLst>
                  <a:ext uri="{FF2B5EF4-FFF2-40B4-BE49-F238E27FC236}">
                    <a16:creationId xmlns:a16="http://schemas.microsoft.com/office/drawing/2014/main" id="{77C178FB-2E76-BFA2-D52D-170C40D30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5" name="Rectangle 106">
                <a:extLst>
                  <a:ext uri="{FF2B5EF4-FFF2-40B4-BE49-F238E27FC236}">
                    <a16:creationId xmlns:a16="http://schemas.microsoft.com/office/drawing/2014/main" id="{0F85378A-CFBE-F7F6-595A-9EC5154BA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6" name="Rectangle 107">
                <a:extLst>
                  <a:ext uri="{FF2B5EF4-FFF2-40B4-BE49-F238E27FC236}">
                    <a16:creationId xmlns:a16="http://schemas.microsoft.com/office/drawing/2014/main" id="{377EBC78-BDB7-E28C-9F16-4FEE0B1ED1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7" name="Rectangle 108">
                <a:extLst>
                  <a:ext uri="{FF2B5EF4-FFF2-40B4-BE49-F238E27FC236}">
                    <a16:creationId xmlns:a16="http://schemas.microsoft.com/office/drawing/2014/main" id="{64912E3C-0324-AF0D-B4C6-D2DF3521A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8" name="Rectangle 111">
                <a:extLst>
                  <a:ext uri="{FF2B5EF4-FFF2-40B4-BE49-F238E27FC236}">
                    <a16:creationId xmlns:a16="http://schemas.microsoft.com/office/drawing/2014/main" id="{8A732ECE-CF72-CC2C-09F3-BC64F78EFB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9" name="Rectangle 112">
                <a:extLst>
                  <a:ext uri="{FF2B5EF4-FFF2-40B4-BE49-F238E27FC236}">
                    <a16:creationId xmlns:a16="http://schemas.microsoft.com/office/drawing/2014/main" id="{2C00C739-0061-9C85-94F9-7172CEE2CD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0" name="Rectangle 115">
                <a:extLst>
                  <a:ext uri="{FF2B5EF4-FFF2-40B4-BE49-F238E27FC236}">
                    <a16:creationId xmlns:a16="http://schemas.microsoft.com/office/drawing/2014/main" id="{EEECB51E-A11F-DBCA-4404-D68771645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1" name="Rectangle 116">
                <a:extLst>
                  <a:ext uri="{FF2B5EF4-FFF2-40B4-BE49-F238E27FC236}">
                    <a16:creationId xmlns:a16="http://schemas.microsoft.com/office/drawing/2014/main" id="{36F3A0F7-AC89-E409-49CB-BDA6B9F77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2" name="Rectangle 117">
                <a:extLst>
                  <a:ext uri="{FF2B5EF4-FFF2-40B4-BE49-F238E27FC236}">
                    <a16:creationId xmlns:a16="http://schemas.microsoft.com/office/drawing/2014/main" id="{4C6241EE-44A7-00E9-F89E-FEC200B6C7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3" name="Rectangle 118">
                <a:extLst>
                  <a:ext uri="{FF2B5EF4-FFF2-40B4-BE49-F238E27FC236}">
                    <a16:creationId xmlns:a16="http://schemas.microsoft.com/office/drawing/2014/main" id="{BE61A6A6-EAF0-A75D-E039-ED87F10D6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4" name="Rectangle 119">
                <a:extLst>
                  <a:ext uri="{FF2B5EF4-FFF2-40B4-BE49-F238E27FC236}">
                    <a16:creationId xmlns:a16="http://schemas.microsoft.com/office/drawing/2014/main" id="{9A3D746D-7DEC-46C6-E561-4EEDB1CA9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5" name="Rectangle 121">
                <a:extLst>
                  <a:ext uri="{FF2B5EF4-FFF2-40B4-BE49-F238E27FC236}">
                    <a16:creationId xmlns:a16="http://schemas.microsoft.com/office/drawing/2014/main" id="{B8161ADF-23B0-C343-D100-C898E3E7A9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6" name="Rectangle 122">
                <a:extLst>
                  <a:ext uri="{FF2B5EF4-FFF2-40B4-BE49-F238E27FC236}">
                    <a16:creationId xmlns:a16="http://schemas.microsoft.com/office/drawing/2014/main" id="{C37606A9-91D2-AE30-111D-9F8993839C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7" name="Rectangle 123">
                <a:extLst>
                  <a:ext uri="{FF2B5EF4-FFF2-40B4-BE49-F238E27FC236}">
                    <a16:creationId xmlns:a16="http://schemas.microsoft.com/office/drawing/2014/main" id="{5D67F754-B45D-D63E-1F75-70438D3D1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8" name="Rectangle 124">
                <a:extLst>
                  <a:ext uri="{FF2B5EF4-FFF2-40B4-BE49-F238E27FC236}">
                    <a16:creationId xmlns:a16="http://schemas.microsoft.com/office/drawing/2014/main" id="{29696571-5AD0-964A-3EF0-3BA8A8E52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9" name="Rectangle 126">
                <a:extLst>
                  <a:ext uri="{FF2B5EF4-FFF2-40B4-BE49-F238E27FC236}">
                    <a16:creationId xmlns:a16="http://schemas.microsoft.com/office/drawing/2014/main" id="{5664AC4C-DC44-8440-346E-AA5EE3A337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0" name="Rectangle 127">
                <a:extLst>
                  <a:ext uri="{FF2B5EF4-FFF2-40B4-BE49-F238E27FC236}">
                    <a16:creationId xmlns:a16="http://schemas.microsoft.com/office/drawing/2014/main" id="{709F46BC-92E7-9A0F-2AB3-960E7B3E8E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1" name="Rectangle 130">
                <a:extLst>
                  <a:ext uri="{FF2B5EF4-FFF2-40B4-BE49-F238E27FC236}">
                    <a16:creationId xmlns:a16="http://schemas.microsoft.com/office/drawing/2014/main" id="{7E853658-8B4B-97C1-B0E7-5356FF135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2" name="Rectangle 131">
                <a:extLst>
                  <a:ext uri="{FF2B5EF4-FFF2-40B4-BE49-F238E27FC236}">
                    <a16:creationId xmlns:a16="http://schemas.microsoft.com/office/drawing/2014/main" id="{BBA32551-15ED-B961-3FFA-7D256B9E44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3" name="Rectangle 132">
                <a:extLst>
                  <a:ext uri="{FF2B5EF4-FFF2-40B4-BE49-F238E27FC236}">
                    <a16:creationId xmlns:a16="http://schemas.microsoft.com/office/drawing/2014/main" id="{BAAE3A5B-BBB3-0D02-FBFE-36E8C2F62A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4" name="Rectangle 133">
                <a:extLst>
                  <a:ext uri="{FF2B5EF4-FFF2-40B4-BE49-F238E27FC236}">
                    <a16:creationId xmlns:a16="http://schemas.microsoft.com/office/drawing/2014/main" id="{42110633-2D54-8E4B-51EA-738B45D76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5" name="Rectangle 135">
                <a:extLst>
                  <a:ext uri="{FF2B5EF4-FFF2-40B4-BE49-F238E27FC236}">
                    <a16:creationId xmlns:a16="http://schemas.microsoft.com/office/drawing/2014/main" id="{66557E0D-D314-12A3-8076-4AF7C6751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6" name="Rectangle 137">
                <a:extLst>
                  <a:ext uri="{FF2B5EF4-FFF2-40B4-BE49-F238E27FC236}">
                    <a16:creationId xmlns:a16="http://schemas.microsoft.com/office/drawing/2014/main" id="{E61B3713-B006-0C1A-F6B9-CF1C75C545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7" name="Rectangle 138">
                <a:extLst>
                  <a:ext uri="{FF2B5EF4-FFF2-40B4-BE49-F238E27FC236}">
                    <a16:creationId xmlns:a16="http://schemas.microsoft.com/office/drawing/2014/main" id="{B347CD87-C652-822D-5B69-933A89771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8" name="Rectangle 141">
                <a:extLst>
                  <a:ext uri="{FF2B5EF4-FFF2-40B4-BE49-F238E27FC236}">
                    <a16:creationId xmlns:a16="http://schemas.microsoft.com/office/drawing/2014/main" id="{77E2A5FA-5F98-9A72-4D87-68B3967CF0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9" name="Rectangle 142">
                <a:extLst>
                  <a:ext uri="{FF2B5EF4-FFF2-40B4-BE49-F238E27FC236}">
                    <a16:creationId xmlns:a16="http://schemas.microsoft.com/office/drawing/2014/main" id="{DEB337A8-C4BE-9C10-7077-F3BDDFF3B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0" name="Rectangle 143">
                <a:extLst>
                  <a:ext uri="{FF2B5EF4-FFF2-40B4-BE49-F238E27FC236}">
                    <a16:creationId xmlns:a16="http://schemas.microsoft.com/office/drawing/2014/main" id="{8AF58877-D1C9-E917-B993-3F3D2DCBA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1" name="Rectangle 144">
                <a:extLst>
                  <a:ext uri="{FF2B5EF4-FFF2-40B4-BE49-F238E27FC236}">
                    <a16:creationId xmlns:a16="http://schemas.microsoft.com/office/drawing/2014/main" id="{AAC457B7-EEA3-EB6B-2B03-95DFD0DC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2" name="Rectangle 146">
                <a:extLst>
                  <a:ext uri="{FF2B5EF4-FFF2-40B4-BE49-F238E27FC236}">
                    <a16:creationId xmlns:a16="http://schemas.microsoft.com/office/drawing/2014/main" id="{E59FAE8B-3111-ED90-FF9E-387866611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3" name="Rectangle 147">
                <a:extLst>
                  <a:ext uri="{FF2B5EF4-FFF2-40B4-BE49-F238E27FC236}">
                    <a16:creationId xmlns:a16="http://schemas.microsoft.com/office/drawing/2014/main" id="{595C16DB-8B74-C5EB-67FB-BE4111A890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4" name="Rectangle 148">
                <a:extLst>
                  <a:ext uri="{FF2B5EF4-FFF2-40B4-BE49-F238E27FC236}">
                    <a16:creationId xmlns:a16="http://schemas.microsoft.com/office/drawing/2014/main" id="{5A1497A8-6880-E04D-5B40-3BB82710E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5" name="Rectangle 149">
                <a:extLst>
                  <a:ext uri="{FF2B5EF4-FFF2-40B4-BE49-F238E27FC236}">
                    <a16:creationId xmlns:a16="http://schemas.microsoft.com/office/drawing/2014/main" id="{8B4B39D3-CBD6-1053-D27E-362E8131EB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6" name="Rectangle 150">
                <a:extLst>
                  <a:ext uri="{FF2B5EF4-FFF2-40B4-BE49-F238E27FC236}">
                    <a16:creationId xmlns:a16="http://schemas.microsoft.com/office/drawing/2014/main" id="{03943551-C625-E257-4489-D738473DC5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5" name="Title 1"/>
          <p:cNvSpPr txBox="1">
            <a:spLocks/>
          </p:cNvSpPr>
          <p:nvPr/>
        </p:nvSpPr>
        <p:spPr>
          <a:xfrm>
            <a:off x="502722" y="505426"/>
            <a:ext cx="801806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PT Sans"/>
                <a:ea typeface="+mj-ea"/>
                <a:cs typeface="PT Sans"/>
              </a:defRPr>
            </a:lvl1pPr>
          </a:lstStyle>
          <a:p>
            <a:pPr>
              <a:lnSpc>
                <a:spcPts val="3600"/>
              </a:lnSpc>
            </a:pPr>
            <a:r>
              <a:rPr lang="en-US" sz="1200" spc="300" dirty="0"/>
              <a:t>Design Decisions</a:t>
            </a:r>
            <a:br>
              <a:rPr lang="en-US" sz="1200" spc="300" dirty="0"/>
            </a:br>
            <a:r>
              <a:rPr lang="en-US" dirty="0"/>
              <a:t>Specific Design Decisions</a:t>
            </a:r>
            <a:endParaRPr lang="en-JM" dirty="0"/>
          </a:p>
        </p:txBody>
      </p:sp>
      <p:sp>
        <p:nvSpPr>
          <p:cNvPr id="6" name="Content Placeholder 5"/>
          <p:cNvSpPr txBox="1">
            <a:spLocks/>
          </p:cNvSpPr>
          <p:nvPr/>
        </p:nvSpPr>
        <p:spPr>
          <a:xfrm>
            <a:off x="719644" y="2122678"/>
            <a:ext cx="5277393" cy="18318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2000" dirty="0">
                <a:solidFill>
                  <a:srgbClr val="FFFFFF"/>
                </a:solidFill>
                <a:latin typeface="PT Sans"/>
                <a:cs typeface="PT Sans"/>
              </a:rPr>
              <a:t>Homepage:</a:t>
            </a:r>
          </a:p>
          <a:p>
            <a:pPr marL="0" indent="0">
              <a:spcBef>
                <a:spcPts val="0"/>
              </a:spcBef>
              <a:buNone/>
            </a:pPr>
            <a:endParaRPr lang="en-GB" sz="2000" dirty="0">
              <a:solidFill>
                <a:srgbClr val="FFFFFF"/>
              </a:solidFill>
              <a:latin typeface="PT Sans"/>
              <a:cs typeface="PT San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000" dirty="0">
                <a:solidFill>
                  <a:srgbClr val="FFFFFF"/>
                </a:solidFill>
                <a:latin typeface="PT Sans"/>
                <a:cs typeface="PT Sans"/>
              </a:rPr>
              <a:t>Engaging hero section that highlights the platform’s primary benefits: Discover, Share, Connect.</a:t>
            </a:r>
            <a:endParaRPr lang="en-US" sz="2000" dirty="0">
              <a:solidFill>
                <a:srgbClr val="FFFFFF"/>
              </a:solidFill>
              <a:latin typeface="PT Sans"/>
              <a:cs typeface="PT San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502722" y="2055619"/>
            <a:ext cx="0" cy="1198880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805346" y="6294566"/>
            <a:ext cx="2133600" cy="365125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fld id="{8BA6482E-F363-B343-ABCE-D1D2D29F80BC}" type="slidenum">
              <a:rPr lang="en-US" sz="1400">
                <a:solidFill>
                  <a:srgbClr val="A6A6A6"/>
                </a:solidFill>
              </a:rPr>
              <a:pPr marL="0" indent="0" algn="r">
                <a:buNone/>
              </a:pPr>
              <a:t>5</a:t>
            </a:fld>
            <a:endParaRPr lang="en-US" sz="1400" dirty="0">
              <a:solidFill>
                <a:srgbClr val="A6A6A6"/>
              </a:solidFill>
            </a:endParaRP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68DF5F10-8952-A3CB-16AB-6028187FB3C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8" t="-120" r="268" b="69372"/>
          <a:stretch/>
        </p:blipFill>
        <p:spPr>
          <a:xfrm>
            <a:off x="6311900" y="2295525"/>
            <a:ext cx="4430184" cy="2103438"/>
          </a:xfrm>
        </p:spPr>
      </p:pic>
      <p:grpSp>
        <p:nvGrpSpPr>
          <p:cNvPr id="12" name="Group 2">
            <a:extLst>
              <a:ext uri="{FF2B5EF4-FFF2-40B4-BE49-F238E27FC236}">
                <a16:creationId xmlns:a16="http://schemas.microsoft.com/office/drawing/2014/main" id="{55A58028-2B21-00EF-66CB-9989B9E5423D}"/>
              </a:ext>
            </a:extLst>
          </p:cNvPr>
          <p:cNvGrpSpPr>
            <a:grpSpLocks/>
          </p:cNvGrpSpPr>
          <p:nvPr/>
        </p:nvGrpSpPr>
        <p:grpSpPr bwMode="auto">
          <a:xfrm>
            <a:off x="11376025" y="388938"/>
            <a:ext cx="360363" cy="466725"/>
            <a:chOff x="11376383" y="389144"/>
            <a:chExt cx="360002" cy="465737"/>
          </a:xfrm>
        </p:grpSpPr>
        <p:sp>
          <p:nvSpPr>
            <p:cNvPr id="13" name="Pentagon 637">
              <a:extLst>
                <a:ext uri="{FF2B5EF4-FFF2-40B4-BE49-F238E27FC236}">
                  <a16:creationId xmlns:a16="http://schemas.microsoft.com/office/drawing/2014/main" id="{26896EE6-4E3E-7F88-F779-FB0696E5E035}"/>
                </a:ext>
              </a:extLst>
            </p:cNvPr>
            <p:cNvSpPr/>
            <p:nvPr/>
          </p:nvSpPr>
          <p:spPr>
            <a:xfrm rot="5400000">
              <a:off x="11354407" y="411120"/>
              <a:ext cx="403955" cy="360002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8B5C707-E14D-FA9E-3046-2B0184B57BA2}"/>
                </a:ext>
              </a:extLst>
            </p:cNvPr>
            <p:cNvCxnSpPr/>
            <p:nvPr/>
          </p:nvCxnSpPr>
          <p:spPr>
            <a:xfrm>
              <a:off x="11550833" y="726565"/>
              <a:ext cx="0" cy="128316"/>
            </a:xfrm>
            <a:prstGeom prst="line">
              <a:avLst/>
            </a:prstGeom>
            <a:ln>
              <a:solidFill>
                <a:schemeClr val="accent2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638">
            <a:extLst>
              <a:ext uri="{FF2B5EF4-FFF2-40B4-BE49-F238E27FC236}">
                <a16:creationId xmlns:a16="http://schemas.microsoft.com/office/drawing/2014/main" id="{2B8F50BA-68FA-52B6-9D56-D7ADD7E5A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90300" y="387350"/>
            <a:ext cx="5572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fld id="{D95A3F76-14D4-4A3B-8187-9E866394116F}" type="slidenum">
              <a:rPr lang="en-US" altLang="LID4096" sz="1200">
                <a:solidFill>
                  <a:schemeClr val="bg1"/>
                </a:solidFill>
              </a:rPr>
              <a:pPr algn="ctr" eaLnBrk="1" hangingPunct="1"/>
              <a:t>5</a:t>
            </a:fld>
            <a:endParaRPr lang="en-US" altLang="LID4096" sz="120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6CB8508-B6A4-7CFB-FBA2-EEC2A392F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047" y="4502432"/>
            <a:ext cx="1755440" cy="22417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7DD153B-3E44-F0AD-F39B-046E7816C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673" y="4502432"/>
            <a:ext cx="1089812" cy="224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3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6C268-19E4-FB06-ED0E-F9C1E6AE0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ED894FE-A3F8-0729-CD6E-58BEC4FEFC40}"/>
              </a:ext>
            </a:extLst>
          </p:cNvPr>
          <p:cNvGrpSpPr/>
          <p:nvPr/>
        </p:nvGrpSpPr>
        <p:grpSpPr>
          <a:xfrm>
            <a:off x="-201332" y="0"/>
            <a:ext cx="12812244" cy="697119"/>
            <a:chOff x="-116540" y="4468112"/>
            <a:chExt cx="12812244" cy="697119"/>
          </a:xfrm>
          <a:solidFill>
            <a:schemeClr val="bg2">
              <a:alpha val="60000"/>
            </a:schemeClr>
          </a:solidFill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91AC98B-EE87-13BD-03B1-DA4E645CC53F}"/>
                </a:ext>
              </a:extLst>
            </p:cNvPr>
            <p:cNvGrpSpPr/>
            <p:nvPr/>
          </p:nvGrpSpPr>
          <p:grpSpPr>
            <a:xfrm>
              <a:off x="4112933" y="4472081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224" name="Rectangle 5">
                <a:extLst>
                  <a:ext uri="{FF2B5EF4-FFF2-40B4-BE49-F238E27FC236}">
                    <a16:creationId xmlns:a16="http://schemas.microsoft.com/office/drawing/2014/main" id="{8B472E8B-AAC2-6F03-651E-85493BAD0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5" name="Rectangle 6">
                <a:extLst>
                  <a:ext uri="{FF2B5EF4-FFF2-40B4-BE49-F238E27FC236}">
                    <a16:creationId xmlns:a16="http://schemas.microsoft.com/office/drawing/2014/main" id="{F0A499A1-941E-F668-CEF6-D630369643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6" name="Rectangle 7">
                <a:extLst>
                  <a:ext uri="{FF2B5EF4-FFF2-40B4-BE49-F238E27FC236}">
                    <a16:creationId xmlns:a16="http://schemas.microsoft.com/office/drawing/2014/main" id="{9317EEDF-3761-0B7C-6B94-B112A243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7" name="Rectangle 10">
                <a:extLst>
                  <a:ext uri="{FF2B5EF4-FFF2-40B4-BE49-F238E27FC236}">
                    <a16:creationId xmlns:a16="http://schemas.microsoft.com/office/drawing/2014/main" id="{CDF7D4FE-1D42-18CD-3F2E-1CC9382D09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8" name="Rectangle 11">
                <a:extLst>
                  <a:ext uri="{FF2B5EF4-FFF2-40B4-BE49-F238E27FC236}">
                    <a16:creationId xmlns:a16="http://schemas.microsoft.com/office/drawing/2014/main" id="{CFF6102D-035A-F2EC-33B7-CA6F32491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9" name="Rectangle 12">
                <a:extLst>
                  <a:ext uri="{FF2B5EF4-FFF2-40B4-BE49-F238E27FC236}">
                    <a16:creationId xmlns:a16="http://schemas.microsoft.com/office/drawing/2014/main" id="{ECA7E7FF-4E55-7466-A1CF-8CEA0E14A3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0" name="Rectangle 13">
                <a:extLst>
                  <a:ext uri="{FF2B5EF4-FFF2-40B4-BE49-F238E27FC236}">
                    <a16:creationId xmlns:a16="http://schemas.microsoft.com/office/drawing/2014/main" id="{A9F348E9-0648-C3B3-90FE-6CAA7864C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1" name="Rectangle 14">
                <a:extLst>
                  <a:ext uri="{FF2B5EF4-FFF2-40B4-BE49-F238E27FC236}">
                    <a16:creationId xmlns:a16="http://schemas.microsoft.com/office/drawing/2014/main" id="{3B446D74-F0C2-2EE7-B245-53224B68A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2" name="Rectangle 16">
                <a:extLst>
                  <a:ext uri="{FF2B5EF4-FFF2-40B4-BE49-F238E27FC236}">
                    <a16:creationId xmlns:a16="http://schemas.microsoft.com/office/drawing/2014/main" id="{2EAF3937-A6E3-CC9A-CE75-1CF2DF6C7A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3" name="Rectangle 17">
                <a:extLst>
                  <a:ext uri="{FF2B5EF4-FFF2-40B4-BE49-F238E27FC236}">
                    <a16:creationId xmlns:a16="http://schemas.microsoft.com/office/drawing/2014/main" id="{746AC9BA-B312-803E-200F-EE3948DA9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4" name="Rectangle 18">
                <a:extLst>
                  <a:ext uri="{FF2B5EF4-FFF2-40B4-BE49-F238E27FC236}">
                    <a16:creationId xmlns:a16="http://schemas.microsoft.com/office/drawing/2014/main" id="{52BB1BB8-EBE5-F344-26D4-B7BA7FF0C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5" name="Rectangle 19">
                <a:extLst>
                  <a:ext uri="{FF2B5EF4-FFF2-40B4-BE49-F238E27FC236}">
                    <a16:creationId xmlns:a16="http://schemas.microsoft.com/office/drawing/2014/main" id="{1E2D76A6-AD71-7E1A-B47F-DA47198967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6" name="Rectangle 20">
                <a:extLst>
                  <a:ext uri="{FF2B5EF4-FFF2-40B4-BE49-F238E27FC236}">
                    <a16:creationId xmlns:a16="http://schemas.microsoft.com/office/drawing/2014/main" id="{80814965-2164-364C-C646-84C892983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7" name="Rectangle 22">
                <a:extLst>
                  <a:ext uri="{FF2B5EF4-FFF2-40B4-BE49-F238E27FC236}">
                    <a16:creationId xmlns:a16="http://schemas.microsoft.com/office/drawing/2014/main" id="{6DFB3BD5-A2BB-6D47-6FF2-422F7B1405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8" name="Rectangle 23">
                <a:extLst>
                  <a:ext uri="{FF2B5EF4-FFF2-40B4-BE49-F238E27FC236}">
                    <a16:creationId xmlns:a16="http://schemas.microsoft.com/office/drawing/2014/main" id="{91A3BA30-8322-1586-4522-E323D7E2D8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9" name="Rectangle 26">
                <a:extLst>
                  <a:ext uri="{FF2B5EF4-FFF2-40B4-BE49-F238E27FC236}">
                    <a16:creationId xmlns:a16="http://schemas.microsoft.com/office/drawing/2014/main" id="{302665B2-759E-29BD-8604-914478BBA5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0" name="Rectangle 27">
                <a:extLst>
                  <a:ext uri="{FF2B5EF4-FFF2-40B4-BE49-F238E27FC236}">
                    <a16:creationId xmlns:a16="http://schemas.microsoft.com/office/drawing/2014/main" id="{88D22253-F7FC-5AF7-1E6B-0FF6BB677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1" name="Rectangle 28">
                <a:extLst>
                  <a:ext uri="{FF2B5EF4-FFF2-40B4-BE49-F238E27FC236}">
                    <a16:creationId xmlns:a16="http://schemas.microsoft.com/office/drawing/2014/main" id="{7235952C-B674-08EB-7763-940F218C4B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2" name="Rectangle 29">
                <a:extLst>
                  <a:ext uri="{FF2B5EF4-FFF2-40B4-BE49-F238E27FC236}">
                    <a16:creationId xmlns:a16="http://schemas.microsoft.com/office/drawing/2014/main" id="{69D07E64-9E10-002A-13DF-7C5839F928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3" name="Rectangle 30">
                <a:extLst>
                  <a:ext uri="{FF2B5EF4-FFF2-40B4-BE49-F238E27FC236}">
                    <a16:creationId xmlns:a16="http://schemas.microsoft.com/office/drawing/2014/main" id="{E0A81743-B860-9789-B514-03C00270D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4" name="Rectangle 32">
                <a:extLst>
                  <a:ext uri="{FF2B5EF4-FFF2-40B4-BE49-F238E27FC236}">
                    <a16:creationId xmlns:a16="http://schemas.microsoft.com/office/drawing/2014/main" id="{495D763C-BB49-3D7A-8A10-B5D678D613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5" name="Rectangle 33">
                <a:extLst>
                  <a:ext uri="{FF2B5EF4-FFF2-40B4-BE49-F238E27FC236}">
                    <a16:creationId xmlns:a16="http://schemas.microsoft.com/office/drawing/2014/main" id="{A1212AB2-03DE-C3C2-82D2-30BEF1675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6" name="Rectangle 34">
                <a:extLst>
                  <a:ext uri="{FF2B5EF4-FFF2-40B4-BE49-F238E27FC236}">
                    <a16:creationId xmlns:a16="http://schemas.microsoft.com/office/drawing/2014/main" id="{23A71717-A38E-25A5-DC7F-9AAA06BB8F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7" name="Rectangle 36">
                <a:extLst>
                  <a:ext uri="{FF2B5EF4-FFF2-40B4-BE49-F238E27FC236}">
                    <a16:creationId xmlns:a16="http://schemas.microsoft.com/office/drawing/2014/main" id="{EFB2342E-D71E-EFA9-30E5-21E97D1AB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8" name="Rectangle 37">
                <a:extLst>
                  <a:ext uri="{FF2B5EF4-FFF2-40B4-BE49-F238E27FC236}">
                    <a16:creationId xmlns:a16="http://schemas.microsoft.com/office/drawing/2014/main" id="{2C22F397-6346-BFB7-157A-712F6C58A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9" name="Rectangle 38">
                <a:extLst>
                  <a:ext uri="{FF2B5EF4-FFF2-40B4-BE49-F238E27FC236}">
                    <a16:creationId xmlns:a16="http://schemas.microsoft.com/office/drawing/2014/main" id="{C4E7BDB6-F991-5995-D726-6F3C3D856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0" name="Rectangle 39">
                <a:extLst>
                  <a:ext uri="{FF2B5EF4-FFF2-40B4-BE49-F238E27FC236}">
                    <a16:creationId xmlns:a16="http://schemas.microsoft.com/office/drawing/2014/main" id="{07BE7093-7128-951E-6CC9-AED016ECBA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1" name="Rectangle 41">
                <a:extLst>
                  <a:ext uri="{FF2B5EF4-FFF2-40B4-BE49-F238E27FC236}">
                    <a16:creationId xmlns:a16="http://schemas.microsoft.com/office/drawing/2014/main" id="{2A74C67F-6F38-9EA7-92D7-4B318B607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2" name="Rectangle 43">
                <a:extLst>
                  <a:ext uri="{FF2B5EF4-FFF2-40B4-BE49-F238E27FC236}">
                    <a16:creationId xmlns:a16="http://schemas.microsoft.com/office/drawing/2014/main" id="{2C8E9055-C05B-6F14-9156-67B118E47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3" name="Rectangle 45">
                <a:extLst>
                  <a:ext uri="{FF2B5EF4-FFF2-40B4-BE49-F238E27FC236}">
                    <a16:creationId xmlns:a16="http://schemas.microsoft.com/office/drawing/2014/main" id="{71C3061F-FDA4-98F7-CA03-2E3BE5459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4" name="Rectangle 46">
                <a:extLst>
                  <a:ext uri="{FF2B5EF4-FFF2-40B4-BE49-F238E27FC236}">
                    <a16:creationId xmlns:a16="http://schemas.microsoft.com/office/drawing/2014/main" id="{49B24238-F656-28FF-73EA-F99A7AA4E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5" name="Rectangle 47">
                <a:extLst>
                  <a:ext uri="{FF2B5EF4-FFF2-40B4-BE49-F238E27FC236}">
                    <a16:creationId xmlns:a16="http://schemas.microsoft.com/office/drawing/2014/main" id="{F544EA25-00E0-A3FB-1269-B2A41F6806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6" name="Rectangle 48">
                <a:extLst>
                  <a:ext uri="{FF2B5EF4-FFF2-40B4-BE49-F238E27FC236}">
                    <a16:creationId xmlns:a16="http://schemas.microsoft.com/office/drawing/2014/main" id="{76371E83-A6BA-D777-F944-436086C78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7" name="Rectangle 49">
                <a:extLst>
                  <a:ext uri="{FF2B5EF4-FFF2-40B4-BE49-F238E27FC236}">
                    <a16:creationId xmlns:a16="http://schemas.microsoft.com/office/drawing/2014/main" id="{82ED24D5-9CB7-7AF7-113E-61161573D4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8" name="Rectangle 51">
                <a:extLst>
                  <a:ext uri="{FF2B5EF4-FFF2-40B4-BE49-F238E27FC236}">
                    <a16:creationId xmlns:a16="http://schemas.microsoft.com/office/drawing/2014/main" id="{664C7882-9D33-A86E-31E4-289910570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9" name="Rectangle 53">
                <a:extLst>
                  <a:ext uri="{FF2B5EF4-FFF2-40B4-BE49-F238E27FC236}">
                    <a16:creationId xmlns:a16="http://schemas.microsoft.com/office/drawing/2014/main" id="{FCD9DA74-BDF5-AB06-73A8-8B133B883D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0" name="Rectangle 55">
                <a:extLst>
                  <a:ext uri="{FF2B5EF4-FFF2-40B4-BE49-F238E27FC236}">
                    <a16:creationId xmlns:a16="http://schemas.microsoft.com/office/drawing/2014/main" id="{3BD4EB8E-6600-642C-2D24-69FE08E1A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1" name="Rectangle 56">
                <a:extLst>
                  <a:ext uri="{FF2B5EF4-FFF2-40B4-BE49-F238E27FC236}">
                    <a16:creationId xmlns:a16="http://schemas.microsoft.com/office/drawing/2014/main" id="{0ADB6947-970E-7B02-19D7-0AD9E0B93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2" name="Rectangle 57">
                <a:extLst>
                  <a:ext uri="{FF2B5EF4-FFF2-40B4-BE49-F238E27FC236}">
                    <a16:creationId xmlns:a16="http://schemas.microsoft.com/office/drawing/2014/main" id="{4B7E33D0-7C2E-A472-1F56-8E4218492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3" name="Rectangle 60">
                <a:extLst>
                  <a:ext uri="{FF2B5EF4-FFF2-40B4-BE49-F238E27FC236}">
                    <a16:creationId xmlns:a16="http://schemas.microsoft.com/office/drawing/2014/main" id="{72C79AA4-408E-D65D-0C8F-EC4A31C422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4" name="Rectangle 62">
                <a:extLst>
                  <a:ext uri="{FF2B5EF4-FFF2-40B4-BE49-F238E27FC236}">
                    <a16:creationId xmlns:a16="http://schemas.microsoft.com/office/drawing/2014/main" id="{86AE973C-0E44-A3B1-D94E-0E82CABB1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5" name="Rectangle 63">
                <a:extLst>
                  <a:ext uri="{FF2B5EF4-FFF2-40B4-BE49-F238E27FC236}">
                    <a16:creationId xmlns:a16="http://schemas.microsoft.com/office/drawing/2014/main" id="{5DC216F3-1D18-C215-D1C7-4983D4BD9E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6" name="Rectangle 65">
                <a:extLst>
                  <a:ext uri="{FF2B5EF4-FFF2-40B4-BE49-F238E27FC236}">
                    <a16:creationId xmlns:a16="http://schemas.microsoft.com/office/drawing/2014/main" id="{882BAE74-B850-41B2-A262-D4BE657A6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7" name="Rectangle 66">
                <a:extLst>
                  <a:ext uri="{FF2B5EF4-FFF2-40B4-BE49-F238E27FC236}">
                    <a16:creationId xmlns:a16="http://schemas.microsoft.com/office/drawing/2014/main" id="{5523D591-8916-E4F6-9F31-77A4A1132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8" name="Rectangle 67">
                <a:extLst>
                  <a:ext uri="{FF2B5EF4-FFF2-40B4-BE49-F238E27FC236}">
                    <a16:creationId xmlns:a16="http://schemas.microsoft.com/office/drawing/2014/main" id="{1E4B3EA4-C870-94AB-F494-91D664E0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9" name="Rectangle 68">
                <a:extLst>
                  <a:ext uri="{FF2B5EF4-FFF2-40B4-BE49-F238E27FC236}">
                    <a16:creationId xmlns:a16="http://schemas.microsoft.com/office/drawing/2014/main" id="{9FF484E4-27E6-AF54-1B40-306831A66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0" name="Rectangle 70">
                <a:extLst>
                  <a:ext uri="{FF2B5EF4-FFF2-40B4-BE49-F238E27FC236}">
                    <a16:creationId xmlns:a16="http://schemas.microsoft.com/office/drawing/2014/main" id="{1EE55DFC-DE9C-AEB6-5EE9-F1DD90454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1" name="Rectangle 71">
                <a:extLst>
                  <a:ext uri="{FF2B5EF4-FFF2-40B4-BE49-F238E27FC236}">
                    <a16:creationId xmlns:a16="http://schemas.microsoft.com/office/drawing/2014/main" id="{DFFCFB43-9C48-DCA4-D2CA-19B9DD6F52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2" name="Rectangle 72">
                <a:extLst>
                  <a:ext uri="{FF2B5EF4-FFF2-40B4-BE49-F238E27FC236}">
                    <a16:creationId xmlns:a16="http://schemas.microsoft.com/office/drawing/2014/main" id="{FB6E3664-3545-7208-EBA8-59861BCEA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3" name="Rectangle 75">
                <a:extLst>
                  <a:ext uri="{FF2B5EF4-FFF2-40B4-BE49-F238E27FC236}">
                    <a16:creationId xmlns:a16="http://schemas.microsoft.com/office/drawing/2014/main" id="{73D027C3-4DD3-5526-35D7-268BB4766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4" name="Rectangle 76">
                <a:extLst>
                  <a:ext uri="{FF2B5EF4-FFF2-40B4-BE49-F238E27FC236}">
                    <a16:creationId xmlns:a16="http://schemas.microsoft.com/office/drawing/2014/main" id="{B0764651-DF42-18BD-C794-24E24B9FCF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5" name="Rectangle 77">
                <a:extLst>
                  <a:ext uri="{FF2B5EF4-FFF2-40B4-BE49-F238E27FC236}">
                    <a16:creationId xmlns:a16="http://schemas.microsoft.com/office/drawing/2014/main" id="{974392D7-0F45-5E75-C11E-B317457EC7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6" name="Rectangle 79">
                <a:extLst>
                  <a:ext uri="{FF2B5EF4-FFF2-40B4-BE49-F238E27FC236}">
                    <a16:creationId xmlns:a16="http://schemas.microsoft.com/office/drawing/2014/main" id="{C1E69CD4-6088-DEF2-3445-6F1FDF80CF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7" name="Rectangle 80">
                <a:extLst>
                  <a:ext uri="{FF2B5EF4-FFF2-40B4-BE49-F238E27FC236}">
                    <a16:creationId xmlns:a16="http://schemas.microsoft.com/office/drawing/2014/main" id="{5817214B-733A-54FC-50E3-28295CB205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8" name="Rectangle 81">
                <a:extLst>
                  <a:ext uri="{FF2B5EF4-FFF2-40B4-BE49-F238E27FC236}">
                    <a16:creationId xmlns:a16="http://schemas.microsoft.com/office/drawing/2014/main" id="{A549BAB9-8830-1303-3BDA-693CE1B2A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9" name="Rectangle 82">
                <a:extLst>
                  <a:ext uri="{FF2B5EF4-FFF2-40B4-BE49-F238E27FC236}">
                    <a16:creationId xmlns:a16="http://schemas.microsoft.com/office/drawing/2014/main" id="{2121E5D0-F34C-4C0B-CEB3-2CD786EC82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0" name="Rectangle 83">
                <a:extLst>
                  <a:ext uri="{FF2B5EF4-FFF2-40B4-BE49-F238E27FC236}">
                    <a16:creationId xmlns:a16="http://schemas.microsoft.com/office/drawing/2014/main" id="{04B10A7B-486F-9F9B-64A4-D02CDF6FF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1" name="Rectangle 85">
                <a:extLst>
                  <a:ext uri="{FF2B5EF4-FFF2-40B4-BE49-F238E27FC236}">
                    <a16:creationId xmlns:a16="http://schemas.microsoft.com/office/drawing/2014/main" id="{EFAE0D1D-D2B7-E6A6-1EAA-584FF4241E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2" name="Rectangle 86">
                <a:extLst>
                  <a:ext uri="{FF2B5EF4-FFF2-40B4-BE49-F238E27FC236}">
                    <a16:creationId xmlns:a16="http://schemas.microsoft.com/office/drawing/2014/main" id="{9CCCB8F3-FE9B-8B69-DF7A-9F6625C8A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3" name="Rectangle 87">
                <a:extLst>
                  <a:ext uri="{FF2B5EF4-FFF2-40B4-BE49-F238E27FC236}">
                    <a16:creationId xmlns:a16="http://schemas.microsoft.com/office/drawing/2014/main" id="{7DA583BB-524C-E63D-C777-9B962EE99B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4" name="Rectangle 88">
                <a:extLst>
                  <a:ext uri="{FF2B5EF4-FFF2-40B4-BE49-F238E27FC236}">
                    <a16:creationId xmlns:a16="http://schemas.microsoft.com/office/drawing/2014/main" id="{EE3F2427-E7C9-FAF7-9F2E-A1C4AB738D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5" name="Rectangle 89">
                <a:extLst>
                  <a:ext uri="{FF2B5EF4-FFF2-40B4-BE49-F238E27FC236}">
                    <a16:creationId xmlns:a16="http://schemas.microsoft.com/office/drawing/2014/main" id="{8161C757-C854-A8C8-2C6C-44FA09174A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6" name="Rectangle 91">
                <a:extLst>
                  <a:ext uri="{FF2B5EF4-FFF2-40B4-BE49-F238E27FC236}">
                    <a16:creationId xmlns:a16="http://schemas.microsoft.com/office/drawing/2014/main" id="{39C520A2-249F-9548-48EB-DE2239D541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7" name="Rectangle 92">
                <a:extLst>
                  <a:ext uri="{FF2B5EF4-FFF2-40B4-BE49-F238E27FC236}">
                    <a16:creationId xmlns:a16="http://schemas.microsoft.com/office/drawing/2014/main" id="{4F4F891B-F02C-713C-CF03-FCC886F90C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8" name="Rectangle 93">
                <a:extLst>
                  <a:ext uri="{FF2B5EF4-FFF2-40B4-BE49-F238E27FC236}">
                    <a16:creationId xmlns:a16="http://schemas.microsoft.com/office/drawing/2014/main" id="{C5E6B943-2BB2-64B7-D4C7-E0CEE6FB3A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9" name="Rectangle 94">
                <a:extLst>
                  <a:ext uri="{FF2B5EF4-FFF2-40B4-BE49-F238E27FC236}">
                    <a16:creationId xmlns:a16="http://schemas.microsoft.com/office/drawing/2014/main" id="{374E2C8C-39E6-3AED-1CF6-36417D3D12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0" name="Rectangle 99">
                <a:extLst>
                  <a:ext uri="{FF2B5EF4-FFF2-40B4-BE49-F238E27FC236}">
                    <a16:creationId xmlns:a16="http://schemas.microsoft.com/office/drawing/2014/main" id="{DEFCFCAE-3F8F-3A87-E63D-9D93B0A148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1" name="Rectangle 101">
                <a:extLst>
                  <a:ext uri="{FF2B5EF4-FFF2-40B4-BE49-F238E27FC236}">
                    <a16:creationId xmlns:a16="http://schemas.microsoft.com/office/drawing/2014/main" id="{EB32BCF2-F8E8-74BC-DD64-6E2526A03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2" name="Rectangle 102">
                <a:extLst>
                  <a:ext uri="{FF2B5EF4-FFF2-40B4-BE49-F238E27FC236}">
                    <a16:creationId xmlns:a16="http://schemas.microsoft.com/office/drawing/2014/main" id="{0AF3B5D9-B41F-4080-94CC-053C3E7A1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3" name="Rectangle 103">
                <a:extLst>
                  <a:ext uri="{FF2B5EF4-FFF2-40B4-BE49-F238E27FC236}">
                    <a16:creationId xmlns:a16="http://schemas.microsoft.com/office/drawing/2014/main" id="{11045CD0-00AC-E0EF-A0D3-6D170CDA1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4" name="Rectangle 104">
                <a:extLst>
                  <a:ext uri="{FF2B5EF4-FFF2-40B4-BE49-F238E27FC236}">
                    <a16:creationId xmlns:a16="http://schemas.microsoft.com/office/drawing/2014/main" id="{BFAFC5B2-9D19-B7C6-3741-D2799D1FEA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5" name="Rectangle 106">
                <a:extLst>
                  <a:ext uri="{FF2B5EF4-FFF2-40B4-BE49-F238E27FC236}">
                    <a16:creationId xmlns:a16="http://schemas.microsoft.com/office/drawing/2014/main" id="{68D38AC7-5637-0CE6-FF13-0439FD8385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6" name="Rectangle 107">
                <a:extLst>
                  <a:ext uri="{FF2B5EF4-FFF2-40B4-BE49-F238E27FC236}">
                    <a16:creationId xmlns:a16="http://schemas.microsoft.com/office/drawing/2014/main" id="{FC73E7ED-2772-63E0-2992-FB28C0262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7" name="Rectangle 108">
                <a:extLst>
                  <a:ext uri="{FF2B5EF4-FFF2-40B4-BE49-F238E27FC236}">
                    <a16:creationId xmlns:a16="http://schemas.microsoft.com/office/drawing/2014/main" id="{98651668-7AA5-FE95-B007-340162F59E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8" name="Rectangle 111">
                <a:extLst>
                  <a:ext uri="{FF2B5EF4-FFF2-40B4-BE49-F238E27FC236}">
                    <a16:creationId xmlns:a16="http://schemas.microsoft.com/office/drawing/2014/main" id="{D81941DB-69F8-CD75-6408-0B27F9059C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9" name="Rectangle 112">
                <a:extLst>
                  <a:ext uri="{FF2B5EF4-FFF2-40B4-BE49-F238E27FC236}">
                    <a16:creationId xmlns:a16="http://schemas.microsoft.com/office/drawing/2014/main" id="{5C51B7F5-6ECA-F7B6-7CD9-12FAA1F93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0" name="Rectangle 115">
                <a:extLst>
                  <a:ext uri="{FF2B5EF4-FFF2-40B4-BE49-F238E27FC236}">
                    <a16:creationId xmlns:a16="http://schemas.microsoft.com/office/drawing/2014/main" id="{39786394-83A3-5CAA-886E-00A52134BC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1" name="Rectangle 116">
                <a:extLst>
                  <a:ext uri="{FF2B5EF4-FFF2-40B4-BE49-F238E27FC236}">
                    <a16:creationId xmlns:a16="http://schemas.microsoft.com/office/drawing/2014/main" id="{0102765F-653E-12C7-56F5-325FC6234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2" name="Rectangle 117">
                <a:extLst>
                  <a:ext uri="{FF2B5EF4-FFF2-40B4-BE49-F238E27FC236}">
                    <a16:creationId xmlns:a16="http://schemas.microsoft.com/office/drawing/2014/main" id="{C743868A-2F63-2B15-2433-7116025E94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3" name="Rectangle 118">
                <a:extLst>
                  <a:ext uri="{FF2B5EF4-FFF2-40B4-BE49-F238E27FC236}">
                    <a16:creationId xmlns:a16="http://schemas.microsoft.com/office/drawing/2014/main" id="{D1D75A41-853B-5F44-186F-C8377DE391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4" name="Rectangle 119">
                <a:extLst>
                  <a:ext uri="{FF2B5EF4-FFF2-40B4-BE49-F238E27FC236}">
                    <a16:creationId xmlns:a16="http://schemas.microsoft.com/office/drawing/2014/main" id="{C17AA7AC-1538-8BBE-FB0C-51380AA205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5" name="Rectangle 121">
                <a:extLst>
                  <a:ext uri="{FF2B5EF4-FFF2-40B4-BE49-F238E27FC236}">
                    <a16:creationId xmlns:a16="http://schemas.microsoft.com/office/drawing/2014/main" id="{64290B88-179B-5F4A-DD2B-51F22E673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6" name="Rectangle 122">
                <a:extLst>
                  <a:ext uri="{FF2B5EF4-FFF2-40B4-BE49-F238E27FC236}">
                    <a16:creationId xmlns:a16="http://schemas.microsoft.com/office/drawing/2014/main" id="{544807C8-08BC-FF7D-C8D6-4EEDFDFDF1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7" name="Rectangle 123">
                <a:extLst>
                  <a:ext uri="{FF2B5EF4-FFF2-40B4-BE49-F238E27FC236}">
                    <a16:creationId xmlns:a16="http://schemas.microsoft.com/office/drawing/2014/main" id="{D8C69851-7148-F69A-A9BE-ABA3A9299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8" name="Rectangle 124">
                <a:extLst>
                  <a:ext uri="{FF2B5EF4-FFF2-40B4-BE49-F238E27FC236}">
                    <a16:creationId xmlns:a16="http://schemas.microsoft.com/office/drawing/2014/main" id="{93B951F4-3DA1-4764-9262-7A238EB55D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9" name="Rectangle 126">
                <a:extLst>
                  <a:ext uri="{FF2B5EF4-FFF2-40B4-BE49-F238E27FC236}">
                    <a16:creationId xmlns:a16="http://schemas.microsoft.com/office/drawing/2014/main" id="{A22DF1FF-ACB3-8DDB-B4B1-19C5CBEEB2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0" name="Rectangle 127">
                <a:extLst>
                  <a:ext uri="{FF2B5EF4-FFF2-40B4-BE49-F238E27FC236}">
                    <a16:creationId xmlns:a16="http://schemas.microsoft.com/office/drawing/2014/main" id="{9F478E49-774E-A8D7-1333-63505E9734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1" name="Rectangle 130">
                <a:extLst>
                  <a:ext uri="{FF2B5EF4-FFF2-40B4-BE49-F238E27FC236}">
                    <a16:creationId xmlns:a16="http://schemas.microsoft.com/office/drawing/2014/main" id="{A5C55C20-E1A5-ED1C-AC78-55DF62A953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2" name="Rectangle 131">
                <a:extLst>
                  <a:ext uri="{FF2B5EF4-FFF2-40B4-BE49-F238E27FC236}">
                    <a16:creationId xmlns:a16="http://schemas.microsoft.com/office/drawing/2014/main" id="{871E2326-DE0B-B69A-56CE-D9D6EF4837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3" name="Rectangle 132">
                <a:extLst>
                  <a:ext uri="{FF2B5EF4-FFF2-40B4-BE49-F238E27FC236}">
                    <a16:creationId xmlns:a16="http://schemas.microsoft.com/office/drawing/2014/main" id="{CC37ED8E-9189-54AB-BC04-FA5C0FD4D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4" name="Rectangle 133">
                <a:extLst>
                  <a:ext uri="{FF2B5EF4-FFF2-40B4-BE49-F238E27FC236}">
                    <a16:creationId xmlns:a16="http://schemas.microsoft.com/office/drawing/2014/main" id="{63DEBF35-B3CC-8819-7A11-874376682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5" name="Rectangle 135">
                <a:extLst>
                  <a:ext uri="{FF2B5EF4-FFF2-40B4-BE49-F238E27FC236}">
                    <a16:creationId xmlns:a16="http://schemas.microsoft.com/office/drawing/2014/main" id="{CDD7227C-7E29-6F02-3A75-08D09F744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6" name="Rectangle 136">
                <a:extLst>
                  <a:ext uri="{FF2B5EF4-FFF2-40B4-BE49-F238E27FC236}">
                    <a16:creationId xmlns:a16="http://schemas.microsoft.com/office/drawing/2014/main" id="{31999121-6030-B1D5-599E-1579F5A89A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7" name="Rectangle 137">
                <a:extLst>
                  <a:ext uri="{FF2B5EF4-FFF2-40B4-BE49-F238E27FC236}">
                    <a16:creationId xmlns:a16="http://schemas.microsoft.com/office/drawing/2014/main" id="{4A961A17-C59D-C043-51B0-4CB14E33CD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8" name="Rectangle 138">
                <a:extLst>
                  <a:ext uri="{FF2B5EF4-FFF2-40B4-BE49-F238E27FC236}">
                    <a16:creationId xmlns:a16="http://schemas.microsoft.com/office/drawing/2014/main" id="{D4CCFC47-E724-7716-FC50-5EB5B3FB73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9" name="Rectangle 141">
                <a:extLst>
                  <a:ext uri="{FF2B5EF4-FFF2-40B4-BE49-F238E27FC236}">
                    <a16:creationId xmlns:a16="http://schemas.microsoft.com/office/drawing/2014/main" id="{7E84E82E-EC20-93F7-32FB-4518AC8F9E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0" name="Rectangle 142">
                <a:extLst>
                  <a:ext uri="{FF2B5EF4-FFF2-40B4-BE49-F238E27FC236}">
                    <a16:creationId xmlns:a16="http://schemas.microsoft.com/office/drawing/2014/main" id="{3128BA2B-0D04-10D0-5C33-F22780DFCC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1" name="Rectangle 143">
                <a:extLst>
                  <a:ext uri="{FF2B5EF4-FFF2-40B4-BE49-F238E27FC236}">
                    <a16:creationId xmlns:a16="http://schemas.microsoft.com/office/drawing/2014/main" id="{E64A7CA9-E0ED-CA7B-1747-E124F8C5F5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2" name="Rectangle 144">
                <a:extLst>
                  <a:ext uri="{FF2B5EF4-FFF2-40B4-BE49-F238E27FC236}">
                    <a16:creationId xmlns:a16="http://schemas.microsoft.com/office/drawing/2014/main" id="{9C434A36-ECA5-0040-0F2F-80694A42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3" name="Rectangle 146">
                <a:extLst>
                  <a:ext uri="{FF2B5EF4-FFF2-40B4-BE49-F238E27FC236}">
                    <a16:creationId xmlns:a16="http://schemas.microsoft.com/office/drawing/2014/main" id="{B6527A3E-38C6-98DD-8BFD-C0B26FF05B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4" name="Rectangle 147">
                <a:extLst>
                  <a:ext uri="{FF2B5EF4-FFF2-40B4-BE49-F238E27FC236}">
                    <a16:creationId xmlns:a16="http://schemas.microsoft.com/office/drawing/2014/main" id="{C95AD95D-8944-9EFE-F187-C6844FEF43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5" name="Rectangle 148">
                <a:extLst>
                  <a:ext uri="{FF2B5EF4-FFF2-40B4-BE49-F238E27FC236}">
                    <a16:creationId xmlns:a16="http://schemas.microsoft.com/office/drawing/2014/main" id="{3BA159A7-322F-BCAD-0F82-E45B56E92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6" name="Rectangle 149">
                <a:extLst>
                  <a:ext uri="{FF2B5EF4-FFF2-40B4-BE49-F238E27FC236}">
                    <a16:creationId xmlns:a16="http://schemas.microsoft.com/office/drawing/2014/main" id="{0193153B-3C18-7F71-6626-A392AF90A3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7" name="Rectangle 150">
                <a:extLst>
                  <a:ext uri="{FF2B5EF4-FFF2-40B4-BE49-F238E27FC236}">
                    <a16:creationId xmlns:a16="http://schemas.microsoft.com/office/drawing/2014/main" id="{8F5EF837-BFFD-BB8E-BC9F-09C46D349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EE0656A-FC1F-4BEC-1099-D602DC120CD7}"/>
                </a:ext>
              </a:extLst>
            </p:cNvPr>
            <p:cNvGrpSpPr/>
            <p:nvPr/>
          </p:nvGrpSpPr>
          <p:grpSpPr>
            <a:xfrm>
              <a:off x="8496766" y="4468112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122" name="Rectangle 5">
                <a:extLst>
                  <a:ext uri="{FF2B5EF4-FFF2-40B4-BE49-F238E27FC236}">
                    <a16:creationId xmlns:a16="http://schemas.microsoft.com/office/drawing/2014/main" id="{EF57C4AE-2645-487A-5D4C-603F222319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3" name="Rectangle 6">
                <a:extLst>
                  <a:ext uri="{FF2B5EF4-FFF2-40B4-BE49-F238E27FC236}">
                    <a16:creationId xmlns:a16="http://schemas.microsoft.com/office/drawing/2014/main" id="{A6AA01F6-D81D-AB90-B535-2D011C29B7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4" name="Rectangle 7">
                <a:extLst>
                  <a:ext uri="{FF2B5EF4-FFF2-40B4-BE49-F238E27FC236}">
                    <a16:creationId xmlns:a16="http://schemas.microsoft.com/office/drawing/2014/main" id="{BE3B2B91-2A5F-391C-D71C-91BF1D579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5" name="Rectangle 10">
                <a:extLst>
                  <a:ext uri="{FF2B5EF4-FFF2-40B4-BE49-F238E27FC236}">
                    <a16:creationId xmlns:a16="http://schemas.microsoft.com/office/drawing/2014/main" id="{A91DD654-5CA1-A6BD-079B-D56AD86A7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6" name="Rectangle 11">
                <a:extLst>
                  <a:ext uri="{FF2B5EF4-FFF2-40B4-BE49-F238E27FC236}">
                    <a16:creationId xmlns:a16="http://schemas.microsoft.com/office/drawing/2014/main" id="{47BDDE36-0501-868D-C5FD-A99D528DBE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7" name="Rectangle 12">
                <a:extLst>
                  <a:ext uri="{FF2B5EF4-FFF2-40B4-BE49-F238E27FC236}">
                    <a16:creationId xmlns:a16="http://schemas.microsoft.com/office/drawing/2014/main" id="{BD72760E-6864-C7BB-2532-F59968F91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8" name="Rectangle 13">
                <a:extLst>
                  <a:ext uri="{FF2B5EF4-FFF2-40B4-BE49-F238E27FC236}">
                    <a16:creationId xmlns:a16="http://schemas.microsoft.com/office/drawing/2014/main" id="{A9D1C68C-E5F7-11DA-7843-13BDF64211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9" name="Rectangle 14">
                <a:extLst>
                  <a:ext uri="{FF2B5EF4-FFF2-40B4-BE49-F238E27FC236}">
                    <a16:creationId xmlns:a16="http://schemas.microsoft.com/office/drawing/2014/main" id="{92EB2CC2-B388-EFE1-5159-DD0F0B436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0" name="Rectangle 16">
                <a:extLst>
                  <a:ext uri="{FF2B5EF4-FFF2-40B4-BE49-F238E27FC236}">
                    <a16:creationId xmlns:a16="http://schemas.microsoft.com/office/drawing/2014/main" id="{7738A187-E26A-20A4-CF8E-146F09461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1" name="Rectangle 17">
                <a:extLst>
                  <a:ext uri="{FF2B5EF4-FFF2-40B4-BE49-F238E27FC236}">
                    <a16:creationId xmlns:a16="http://schemas.microsoft.com/office/drawing/2014/main" id="{B1D51536-74BA-C6ED-ACCB-C9A71DF19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2" name="Rectangle 18">
                <a:extLst>
                  <a:ext uri="{FF2B5EF4-FFF2-40B4-BE49-F238E27FC236}">
                    <a16:creationId xmlns:a16="http://schemas.microsoft.com/office/drawing/2014/main" id="{2C7659BB-B373-F053-1F9F-E09730CDA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3" name="Rectangle 19">
                <a:extLst>
                  <a:ext uri="{FF2B5EF4-FFF2-40B4-BE49-F238E27FC236}">
                    <a16:creationId xmlns:a16="http://schemas.microsoft.com/office/drawing/2014/main" id="{BDE15B21-E95A-9904-05B6-DA61120664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4" name="Rectangle 20">
                <a:extLst>
                  <a:ext uri="{FF2B5EF4-FFF2-40B4-BE49-F238E27FC236}">
                    <a16:creationId xmlns:a16="http://schemas.microsoft.com/office/drawing/2014/main" id="{FFAD8066-624B-9081-9031-2F471A25E2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5" name="Rectangle 22">
                <a:extLst>
                  <a:ext uri="{FF2B5EF4-FFF2-40B4-BE49-F238E27FC236}">
                    <a16:creationId xmlns:a16="http://schemas.microsoft.com/office/drawing/2014/main" id="{37864CCE-7E10-6728-3F26-451216137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6" name="Rectangle 23">
                <a:extLst>
                  <a:ext uri="{FF2B5EF4-FFF2-40B4-BE49-F238E27FC236}">
                    <a16:creationId xmlns:a16="http://schemas.microsoft.com/office/drawing/2014/main" id="{A8061B00-3437-6BCD-D9F7-CE1AE9C53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7" name="Rectangle 26">
                <a:extLst>
                  <a:ext uri="{FF2B5EF4-FFF2-40B4-BE49-F238E27FC236}">
                    <a16:creationId xmlns:a16="http://schemas.microsoft.com/office/drawing/2014/main" id="{B388630B-EDBB-94F5-2F22-0F2DCF091D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8" name="Rectangle 27">
                <a:extLst>
                  <a:ext uri="{FF2B5EF4-FFF2-40B4-BE49-F238E27FC236}">
                    <a16:creationId xmlns:a16="http://schemas.microsoft.com/office/drawing/2014/main" id="{BFDB7438-DE84-C772-2C60-5552F8B33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9" name="Rectangle 28">
                <a:extLst>
                  <a:ext uri="{FF2B5EF4-FFF2-40B4-BE49-F238E27FC236}">
                    <a16:creationId xmlns:a16="http://schemas.microsoft.com/office/drawing/2014/main" id="{D33B2739-A0A4-08D0-9314-55F377945D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0" name="Rectangle 29">
                <a:extLst>
                  <a:ext uri="{FF2B5EF4-FFF2-40B4-BE49-F238E27FC236}">
                    <a16:creationId xmlns:a16="http://schemas.microsoft.com/office/drawing/2014/main" id="{025DBFF4-88A8-CA46-FC9C-4320F12BD4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1" name="Rectangle 30">
                <a:extLst>
                  <a:ext uri="{FF2B5EF4-FFF2-40B4-BE49-F238E27FC236}">
                    <a16:creationId xmlns:a16="http://schemas.microsoft.com/office/drawing/2014/main" id="{0121AE90-0A7D-E178-7901-37A7A06A17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2" name="Rectangle 32">
                <a:extLst>
                  <a:ext uri="{FF2B5EF4-FFF2-40B4-BE49-F238E27FC236}">
                    <a16:creationId xmlns:a16="http://schemas.microsoft.com/office/drawing/2014/main" id="{592E9DC6-171A-69FC-BF49-5674C25D7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3" name="Rectangle 34">
                <a:extLst>
                  <a:ext uri="{FF2B5EF4-FFF2-40B4-BE49-F238E27FC236}">
                    <a16:creationId xmlns:a16="http://schemas.microsoft.com/office/drawing/2014/main" id="{3FF69AA3-24EA-FF00-9F6E-53FDBFC403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4" name="Rectangle 36">
                <a:extLst>
                  <a:ext uri="{FF2B5EF4-FFF2-40B4-BE49-F238E27FC236}">
                    <a16:creationId xmlns:a16="http://schemas.microsoft.com/office/drawing/2014/main" id="{16F7DA58-566E-F8A4-FBA3-F171D5E95B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5" name="Rectangle 37">
                <a:extLst>
                  <a:ext uri="{FF2B5EF4-FFF2-40B4-BE49-F238E27FC236}">
                    <a16:creationId xmlns:a16="http://schemas.microsoft.com/office/drawing/2014/main" id="{AF4E4B0E-0A65-14F8-F011-FC130050E9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6" name="Rectangle 38">
                <a:extLst>
                  <a:ext uri="{FF2B5EF4-FFF2-40B4-BE49-F238E27FC236}">
                    <a16:creationId xmlns:a16="http://schemas.microsoft.com/office/drawing/2014/main" id="{67F7826A-B91A-58A5-8E74-F76E19A160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7" name="Rectangle 39">
                <a:extLst>
                  <a:ext uri="{FF2B5EF4-FFF2-40B4-BE49-F238E27FC236}">
                    <a16:creationId xmlns:a16="http://schemas.microsoft.com/office/drawing/2014/main" id="{B575A7E0-B0A3-C327-1C8B-F26975EFD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8" name="Rectangle 41">
                <a:extLst>
                  <a:ext uri="{FF2B5EF4-FFF2-40B4-BE49-F238E27FC236}">
                    <a16:creationId xmlns:a16="http://schemas.microsoft.com/office/drawing/2014/main" id="{898825AA-8ACF-52B1-BB52-3470E475F0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9" name="Rectangle 43">
                <a:extLst>
                  <a:ext uri="{FF2B5EF4-FFF2-40B4-BE49-F238E27FC236}">
                    <a16:creationId xmlns:a16="http://schemas.microsoft.com/office/drawing/2014/main" id="{9AEE4F4D-1B61-BEA2-55CE-5DE7FE4CCD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0" name="Rectangle 45">
                <a:extLst>
                  <a:ext uri="{FF2B5EF4-FFF2-40B4-BE49-F238E27FC236}">
                    <a16:creationId xmlns:a16="http://schemas.microsoft.com/office/drawing/2014/main" id="{3AB92F4A-C429-56EF-568C-56D6C9780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1" name="Rectangle 46">
                <a:extLst>
                  <a:ext uri="{FF2B5EF4-FFF2-40B4-BE49-F238E27FC236}">
                    <a16:creationId xmlns:a16="http://schemas.microsoft.com/office/drawing/2014/main" id="{B53BABC0-20D7-4AFB-F7DC-0C4EDBB383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2" name="Rectangle 47">
                <a:extLst>
                  <a:ext uri="{FF2B5EF4-FFF2-40B4-BE49-F238E27FC236}">
                    <a16:creationId xmlns:a16="http://schemas.microsoft.com/office/drawing/2014/main" id="{F0A506DF-4D1C-B165-6784-EDB856623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3" name="Rectangle 48">
                <a:extLst>
                  <a:ext uri="{FF2B5EF4-FFF2-40B4-BE49-F238E27FC236}">
                    <a16:creationId xmlns:a16="http://schemas.microsoft.com/office/drawing/2014/main" id="{1ACF5D85-23F5-2C23-408B-4B2BAE988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4" name="Rectangle 49">
                <a:extLst>
                  <a:ext uri="{FF2B5EF4-FFF2-40B4-BE49-F238E27FC236}">
                    <a16:creationId xmlns:a16="http://schemas.microsoft.com/office/drawing/2014/main" id="{FF5C4A9B-6078-9125-35E4-DEA454BB4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5" name="Rectangle 51">
                <a:extLst>
                  <a:ext uri="{FF2B5EF4-FFF2-40B4-BE49-F238E27FC236}">
                    <a16:creationId xmlns:a16="http://schemas.microsoft.com/office/drawing/2014/main" id="{9BFC6090-ACCD-5EC7-F196-B122E442FE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6" name="Rectangle 52">
                <a:extLst>
                  <a:ext uri="{FF2B5EF4-FFF2-40B4-BE49-F238E27FC236}">
                    <a16:creationId xmlns:a16="http://schemas.microsoft.com/office/drawing/2014/main" id="{210B1F47-D275-307F-04BD-0D3D4641E5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7" name="Rectangle 53">
                <a:extLst>
                  <a:ext uri="{FF2B5EF4-FFF2-40B4-BE49-F238E27FC236}">
                    <a16:creationId xmlns:a16="http://schemas.microsoft.com/office/drawing/2014/main" id="{376A28E8-0CF9-6721-6F7B-CFEB91257D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8" name="Rectangle 55">
                <a:extLst>
                  <a:ext uri="{FF2B5EF4-FFF2-40B4-BE49-F238E27FC236}">
                    <a16:creationId xmlns:a16="http://schemas.microsoft.com/office/drawing/2014/main" id="{A1CC3738-B9B1-DFD5-0864-4D6F78C557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9" name="Rectangle 56">
                <a:extLst>
                  <a:ext uri="{FF2B5EF4-FFF2-40B4-BE49-F238E27FC236}">
                    <a16:creationId xmlns:a16="http://schemas.microsoft.com/office/drawing/2014/main" id="{75192F35-EB8A-CB03-DABF-9214D3BF92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0" name="Rectangle 57">
                <a:extLst>
                  <a:ext uri="{FF2B5EF4-FFF2-40B4-BE49-F238E27FC236}">
                    <a16:creationId xmlns:a16="http://schemas.microsoft.com/office/drawing/2014/main" id="{2480A7B4-08E8-BE58-131C-03146C513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1" name="Rectangle 60">
                <a:extLst>
                  <a:ext uri="{FF2B5EF4-FFF2-40B4-BE49-F238E27FC236}">
                    <a16:creationId xmlns:a16="http://schemas.microsoft.com/office/drawing/2014/main" id="{EBFFADF2-A6C3-A35F-A949-B66B0F6FD3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2" name="Rectangle 63">
                <a:extLst>
                  <a:ext uri="{FF2B5EF4-FFF2-40B4-BE49-F238E27FC236}">
                    <a16:creationId xmlns:a16="http://schemas.microsoft.com/office/drawing/2014/main" id="{5E496BF2-7C0D-70F4-9E86-1D0327F7E9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3" name="Rectangle 65">
                <a:extLst>
                  <a:ext uri="{FF2B5EF4-FFF2-40B4-BE49-F238E27FC236}">
                    <a16:creationId xmlns:a16="http://schemas.microsoft.com/office/drawing/2014/main" id="{A3FEBBDC-39D1-B4CE-02B8-35A6BDAEE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4" name="Rectangle 66">
                <a:extLst>
                  <a:ext uri="{FF2B5EF4-FFF2-40B4-BE49-F238E27FC236}">
                    <a16:creationId xmlns:a16="http://schemas.microsoft.com/office/drawing/2014/main" id="{6C78FB5C-1FEC-BA47-26C7-EEED3C0291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5" name="Rectangle 67">
                <a:extLst>
                  <a:ext uri="{FF2B5EF4-FFF2-40B4-BE49-F238E27FC236}">
                    <a16:creationId xmlns:a16="http://schemas.microsoft.com/office/drawing/2014/main" id="{40541129-82B6-5300-5E75-80CA6B3636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6" name="Rectangle 68">
                <a:extLst>
                  <a:ext uri="{FF2B5EF4-FFF2-40B4-BE49-F238E27FC236}">
                    <a16:creationId xmlns:a16="http://schemas.microsoft.com/office/drawing/2014/main" id="{C328BEC4-857C-0CC7-53F4-4107F67565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7" name="Rectangle 70">
                <a:extLst>
                  <a:ext uri="{FF2B5EF4-FFF2-40B4-BE49-F238E27FC236}">
                    <a16:creationId xmlns:a16="http://schemas.microsoft.com/office/drawing/2014/main" id="{2EBC827E-33A9-C9F9-E87F-59CBF4FF50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8" name="Rectangle 71">
                <a:extLst>
                  <a:ext uri="{FF2B5EF4-FFF2-40B4-BE49-F238E27FC236}">
                    <a16:creationId xmlns:a16="http://schemas.microsoft.com/office/drawing/2014/main" id="{BD2C620D-49E1-325E-2DD4-50AA3E68A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9" name="Rectangle 72">
                <a:extLst>
                  <a:ext uri="{FF2B5EF4-FFF2-40B4-BE49-F238E27FC236}">
                    <a16:creationId xmlns:a16="http://schemas.microsoft.com/office/drawing/2014/main" id="{EFCD3AE8-09D9-9243-8814-6616268AA1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0" name="Rectangle 75">
                <a:extLst>
                  <a:ext uri="{FF2B5EF4-FFF2-40B4-BE49-F238E27FC236}">
                    <a16:creationId xmlns:a16="http://schemas.microsoft.com/office/drawing/2014/main" id="{9E62E381-4F93-9731-431F-A01221B44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1" name="Rectangle 76">
                <a:extLst>
                  <a:ext uri="{FF2B5EF4-FFF2-40B4-BE49-F238E27FC236}">
                    <a16:creationId xmlns:a16="http://schemas.microsoft.com/office/drawing/2014/main" id="{E9F7ED80-E385-0900-990A-FF89BE0255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2" name="Rectangle 77">
                <a:extLst>
                  <a:ext uri="{FF2B5EF4-FFF2-40B4-BE49-F238E27FC236}">
                    <a16:creationId xmlns:a16="http://schemas.microsoft.com/office/drawing/2014/main" id="{1F22DAB1-F6E0-5123-1F75-93CEF9C8A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3" name="Rectangle 79">
                <a:extLst>
                  <a:ext uri="{FF2B5EF4-FFF2-40B4-BE49-F238E27FC236}">
                    <a16:creationId xmlns:a16="http://schemas.microsoft.com/office/drawing/2014/main" id="{BD66C1BD-E034-FF92-CF80-91AD1BB6A7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4" name="Rectangle 80">
                <a:extLst>
                  <a:ext uri="{FF2B5EF4-FFF2-40B4-BE49-F238E27FC236}">
                    <a16:creationId xmlns:a16="http://schemas.microsoft.com/office/drawing/2014/main" id="{F0F10F75-C6F1-7FE3-7F1E-785EE90B2F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5" name="Rectangle 81">
                <a:extLst>
                  <a:ext uri="{FF2B5EF4-FFF2-40B4-BE49-F238E27FC236}">
                    <a16:creationId xmlns:a16="http://schemas.microsoft.com/office/drawing/2014/main" id="{20A7D766-5DE7-781B-7BB8-22217B7E15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6" name="Rectangle 82">
                <a:extLst>
                  <a:ext uri="{FF2B5EF4-FFF2-40B4-BE49-F238E27FC236}">
                    <a16:creationId xmlns:a16="http://schemas.microsoft.com/office/drawing/2014/main" id="{67C29E82-21EC-8404-158E-E96450ECF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7" name="Rectangle 83">
                <a:extLst>
                  <a:ext uri="{FF2B5EF4-FFF2-40B4-BE49-F238E27FC236}">
                    <a16:creationId xmlns:a16="http://schemas.microsoft.com/office/drawing/2014/main" id="{D44E48AB-5FA5-FA3A-A6FB-68CAA82203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8" name="Rectangle 85">
                <a:extLst>
                  <a:ext uri="{FF2B5EF4-FFF2-40B4-BE49-F238E27FC236}">
                    <a16:creationId xmlns:a16="http://schemas.microsoft.com/office/drawing/2014/main" id="{5A5D38C8-4241-D38F-D81E-A90537DD2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9" name="Rectangle 86">
                <a:extLst>
                  <a:ext uri="{FF2B5EF4-FFF2-40B4-BE49-F238E27FC236}">
                    <a16:creationId xmlns:a16="http://schemas.microsoft.com/office/drawing/2014/main" id="{770B6A54-9F37-1C98-84A3-CADA70711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0" name="Rectangle 87">
                <a:extLst>
                  <a:ext uri="{FF2B5EF4-FFF2-40B4-BE49-F238E27FC236}">
                    <a16:creationId xmlns:a16="http://schemas.microsoft.com/office/drawing/2014/main" id="{3ABEB479-F8EC-ADAA-9DBC-958ED0D46E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1" name="Rectangle 89">
                <a:extLst>
                  <a:ext uri="{FF2B5EF4-FFF2-40B4-BE49-F238E27FC236}">
                    <a16:creationId xmlns:a16="http://schemas.microsoft.com/office/drawing/2014/main" id="{931085DD-571F-1D41-C2FB-EAF52A4F4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2" name="Rectangle 91">
                <a:extLst>
                  <a:ext uri="{FF2B5EF4-FFF2-40B4-BE49-F238E27FC236}">
                    <a16:creationId xmlns:a16="http://schemas.microsoft.com/office/drawing/2014/main" id="{57378483-C5A3-1F48-E1CE-A0AD14108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3" name="Rectangle 92">
                <a:extLst>
                  <a:ext uri="{FF2B5EF4-FFF2-40B4-BE49-F238E27FC236}">
                    <a16:creationId xmlns:a16="http://schemas.microsoft.com/office/drawing/2014/main" id="{2ECA75BA-21F8-F593-F43B-3F68F413BF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4" name="Rectangle 93">
                <a:extLst>
                  <a:ext uri="{FF2B5EF4-FFF2-40B4-BE49-F238E27FC236}">
                    <a16:creationId xmlns:a16="http://schemas.microsoft.com/office/drawing/2014/main" id="{A4257A8B-61E7-C4B1-3EE3-726DF0B4D6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5" name="Rectangle 94">
                <a:extLst>
                  <a:ext uri="{FF2B5EF4-FFF2-40B4-BE49-F238E27FC236}">
                    <a16:creationId xmlns:a16="http://schemas.microsoft.com/office/drawing/2014/main" id="{4D1A0C3E-DAD0-BC49-443B-9127C8807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6" name="Rectangle 97">
                <a:extLst>
                  <a:ext uri="{FF2B5EF4-FFF2-40B4-BE49-F238E27FC236}">
                    <a16:creationId xmlns:a16="http://schemas.microsoft.com/office/drawing/2014/main" id="{D65064FB-2D32-4B11-3EBF-E91EECA6A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7" name="Rectangle 99">
                <a:extLst>
                  <a:ext uri="{FF2B5EF4-FFF2-40B4-BE49-F238E27FC236}">
                    <a16:creationId xmlns:a16="http://schemas.microsoft.com/office/drawing/2014/main" id="{C045CE30-6DB7-D06F-DE9F-AF704BBAB7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8" name="Rectangle 101">
                <a:extLst>
                  <a:ext uri="{FF2B5EF4-FFF2-40B4-BE49-F238E27FC236}">
                    <a16:creationId xmlns:a16="http://schemas.microsoft.com/office/drawing/2014/main" id="{CD05F27A-A523-A001-4086-946C1C8883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9" name="Rectangle 102">
                <a:extLst>
                  <a:ext uri="{FF2B5EF4-FFF2-40B4-BE49-F238E27FC236}">
                    <a16:creationId xmlns:a16="http://schemas.microsoft.com/office/drawing/2014/main" id="{1B98EA92-FD34-5322-FEDC-35A6A5BE1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0" name="Rectangle 103">
                <a:extLst>
                  <a:ext uri="{FF2B5EF4-FFF2-40B4-BE49-F238E27FC236}">
                    <a16:creationId xmlns:a16="http://schemas.microsoft.com/office/drawing/2014/main" id="{DC3DFA75-B9EF-41D3-D80B-7382A96655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1" name="Rectangle 104">
                <a:extLst>
                  <a:ext uri="{FF2B5EF4-FFF2-40B4-BE49-F238E27FC236}">
                    <a16:creationId xmlns:a16="http://schemas.microsoft.com/office/drawing/2014/main" id="{0EE64023-2460-332F-DDBE-710B6878C6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2" name="Rectangle 106">
                <a:extLst>
                  <a:ext uri="{FF2B5EF4-FFF2-40B4-BE49-F238E27FC236}">
                    <a16:creationId xmlns:a16="http://schemas.microsoft.com/office/drawing/2014/main" id="{63D02040-4896-58ED-6171-6600A24B5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3" name="Rectangle 107">
                <a:extLst>
                  <a:ext uri="{FF2B5EF4-FFF2-40B4-BE49-F238E27FC236}">
                    <a16:creationId xmlns:a16="http://schemas.microsoft.com/office/drawing/2014/main" id="{38EB3586-A537-9C83-53F7-090EA858B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4" name="Rectangle 111">
                <a:extLst>
                  <a:ext uri="{FF2B5EF4-FFF2-40B4-BE49-F238E27FC236}">
                    <a16:creationId xmlns:a16="http://schemas.microsoft.com/office/drawing/2014/main" id="{B3114906-6ABB-880C-D456-8ABB654E5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5" name="Rectangle 112">
                <a:extLst>
                  <a:ext uri="{FF2B5EF4-FFF2-40B4-BE49-F238E27FC236}">
                    <a16:creationId xmlns:a16="http://schemas.microsoft.com/office/drawing/2014/main" id="{1F994236-3BE5-745B-B05D-0FEB25BB1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6" name="Rectangle 115">
                <a:extLst>
                  <a:ext uri="{FF2B5EF4-FFF2-40B4-BE49-F238E27FC236}">
                    <a16:creationId xmlns:a16="http://schemas.microsoft.com/office/drawing/2014/main" id="{3274D91B-842B-4F9E-09DA-E0B6C84DA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7" name="Rectangle 116">
                <a:extLst>
                  <a:ext uri="{FF2B5EF4-FFF2-40B4-BE49-F238E27FC236}">
                    <a16:creationId xmlns:a16="http://schemas.microsoft.com/office/drawing/2014/main" id="{E043FB7A-70AA-D0BA-CAF9-378933726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8" name="Rectangle 117">
                <a:extLst>
                  <a:ext uri="{FF2B5EF4-FFF2-40B4-BE49-F238E27FC236}">
                    <a16:creationId xmlns:a16="http://schemas.microsoft.com/office/drawing/2014/main" id="{4CF17D0B-03BF-4446-29B0-575472005C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9" name="Rectangle 118">
                <a:extLst>
                  <a:ext uri="{FF2B5EF4-FFF2-40B4-BE49-F238E27FC236}">
                    <a16:creationId xmlns:a16="http://schemas.microsoft.com/office/drawing/2014/main" id="{AEF5DA2F-F0DB-6BD4-ED0A-671387686B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0" name="Rectangle 119">
                <a:extLst>
                  <a:ext uri="{FF2B5EF4-FFF2-40B4-BE49-F238E27FC236}">
                    <a16:creationId xmlns:a16="http://schemas.microsoft.com/office/drawing/2014/main" id="{79082EB7-434B-D7CA-5FAC-A0B0563B8D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1" name="Rectangle 121">
                <a:extLst>
                  <a:ext uri="{FF2B5EF4-FFF2-40B4-BE49-F238E27FC236}">
                    <a16:creationId xmlns:a16="http://schemas.microsoft.com/office/drawing/2014/main" id="{08534CC6-DB5A-A1D7-9604-283DCF601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2" name="Rectangle 122">
                <a:extLst>
                  <a:ext uri="{FF2B5EF4-FFF2-40B4-BE49-F238E27FC236}">
                    <a16:creationId xmlns:a16="http://schemas.microsoft.com/office/drawing/2014/main" id="{7DA8C3E4-06AA-0ADB-DC5A-D745EBDB6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3" name="Rectangle 123">
                <a:extLst>
                  <a:ext uri="{FF2B5EF4-FFF2-40B4-BE49-F238E27FC236}">
                    <a16:creationId xmlns:a16="http://schemas.microsoft.com/office/drawing/2014/main" id="{2149CB79-12E9-207B-1E9C-F11D1036A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4" name="Rectangle 124">
                <a:extLst>
                  <a:ext uri="{FF2B5EF4-FFF2-40B4-BE49-F238E27FC236}">
                    <a16:creationId xmlns:a16="http://schemas.microsoft.com/office/drawing/2014/main" id="{2DAA8ABF-9A28-2ED8-84D6-BFE3105E83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5" name="Rectangle 126">
                <a:extLst>
                  <a:ext uri="{FF2B5EF4-FFF2-40B4-BE49-F238E27FC236}">
                    <a16:creationId xmlns:a16="http://schemas.microsoft.com/office/drawing/2014/main" id="{B3401798-D554-5919-C4B5-EC12AE5DDF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6" name="Rectangle 127">
                <a:extLst>
                  <a:ext uri="{FF2B5EF4-FFF2-40B4-BE49-F238E27FC236}">
                    <a16:creationId xmlns:a16="http://schemas.microsoft.com/office/drawing/2014/main" id="{E6A52F51-579C-72BA-78CA-6CF38892D8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7" name="Rectangle 130">
                <a:extLst>
                  <a:ext uri="{FF2B5EF4-FFF2-40B4-BE49-F238E27FC236}">
                    <a16:creationId xmlns:a16="http://schemas.microsoft.com/office/drawing/2014/main" id="{16FE577D-3D7D-D90B-29A6-B143BCE30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8" name="Rectangle 131">
                <a:extLst>
                  <a:ext uri="{FF2B5EF4-FFF2-40B4-BE49-F238E27FC236}">
                    <a16:creationId xmlns:a16="http://schemas.microsoft.com/office/drawing/2014/main" id="{6D06411B-59C7-4CF3-18F1-0C8C18E32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9" name="Rectangle 132">
                <a:extLst>
                  <a:ext uri="{FF2B5EF4-FFF2-40B4-BE49-F238E27FC236}">
                    <a16:creationId xmlns:a16="http://schemas.microsoft.com/office/drawing/2014/main" id="{96E91B45-9983-9C79-41F8-35FE42642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0" name="Rectangle 133">
                <a:extLst>
                  <a:ext uri="{FF2B5EF4-FFF2-40B4-BE49-F238E27FC236}">
                    <a16:creationId xmlns:a16="http://schemas.microsoft.com/office/drawing/2014/main" id="{7CD95BA7-CEE6-6A56-8763-30D9DB80D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1" name="Rectangle 135">
                <a:extLst>
                  <a:ext uri="{FF2B5EF4-FFF2-40B4-BE49-F238E27FC236}">
                    <a16:creationId xmlns:a16="http://schemas.microsoft.com/office/drawing/2014/main" id="{A82E1BCC-2B77-6335-C728-3D90B9BC1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2" name="Rectangle 136">
                <a:extLst>
                  <a:ext uri="{FF2B5EF4-FFF2-40B4-BE49-F238E27FC236}">
                    <a16:creationId xmlns:a16="http://schemas.microsoft.com/office/drawing/2014/main" id="{969B4ECF-28ED-481F-28A2-8727016C12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3" name="Rectangle 137">
                <a:extLst>
                  <a:ext uri="{FF2B5EF4-FFF2-40B4-BE49-F238E27FC236}">
                    <a16:creationId xmlns:a16="http://schemas.microsoft.com/office/drawing/2014/main" id="{3F065AAC-BC20-3209-0E0E-50F1B4FA01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4" name="Rectangle 138">
                <a:extLst>
                  <a:ext uri="{FF2B5EF4-FFF2-40B4-BE49-F238E27FC236}">
                    <a16:creationId xmlns:a16="http://schemas.microsoft.com/office/drawing/2014/main" id="{4003C95F-0EFF-D974-78ED-946B360AA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5" name="Rectangle 141">
                <a:extLst>
                  <a:ext uri="{FF2B5EF4-FFF2-40B4-BE49-F238E27FC236}">
                    <a16:creationId xmlns:a16="http://schemas.microsoft.com/office/drawing/2014/main" id="{37A8059D-7CB6-39EC-9909-7570C883BB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6" name="Rectangle 142">
                <a:extLst>
                  <a:ext uri="{FF2B5EF4-FFF2-40B4-BE49-F238E27FC236}">
                    <a16:creationId xmlns:a16="http://schemas.microsoft.com/office/drawing/2014/main" id="{96A20631-9458-9C8D-BC79-1B1E89A0D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7" name="Rectangle 143">
                <a:extLst>
                  <a:ext uri="{FF2B5EF4-FFF2-40B4-BE49-F238E27FC236}">
                    <a16:creationId xmlns:a16="http://schemas.microsoft.com/office/drawing/2014/main" id="{9FF5A9AE-700C-9597-88FA-EF5F8E9E13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8" name="Rectangle 144">
                <a:extLst>
                  <a:ext uri="{FF2B5EF4-FFF2-40B4-BE49-F238E27FC236}">
                    <a16:creationId xmlns:a16="http://schemas.microsoft.com/office/drawing/2014/main" id="{2E231DED-6E4D-27EF-B32B-AAC0085E87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9" name="Rectangle 146">
                <a:extLst>
                  <a:ext uri="{FF2B5EF4-FFF2-40B4-BE49-F238E27FC236}">
                    <a16:creationId xmlns:a16="http://schemas.microsoft.com/office/drawing/2014/main" id="{0D8BF98A-608E-A020-2EF0-0270B36A2F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0" name="Rectangle 147">
                <a:extLst>
                  <a:ext uri="{FF2B5EF4-FFF2-40B4-BE49-F238E27FC236}">
                    <a16:creationId xmlns:a16="http://schemas.microsoft.com/office/drawing/2014/main" id="{DC1DF763-BF46-AF97-078D-6F4D994F2F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1" name="Rectangle 148">
                <a:extLst>
                  <a:ext uri="{FF2B5EF4-FFF2-40B4-BE49-F238E27FC236}">
                    <a16:creationId xmlns:a16="http://schemas.microsoft.com/office/drawing/2014/main" id="{31570ECA-6243-7CB6-6366-B534E1154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2" name="Rectangle 149">
                <a:extLst>
                  <a:ext uri="{FF2B5EF4-FFF2-40B4-BE49-F238E27FC236}">
                    <a16:creationId xmlns:a16="http://schemas.microsoft.com/office/drawing/2014/main" id="{961D6352-AFCD-08E8-5506-E269B3843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3" name="Rectangle 150">
                <a:extLst>
                  <a:ext uri="{FF2B5EF4-FFF2-40B4-BE49-F238E27FC236}">
                    <a16:creationId xmlns:a16="http://schemas.microsoft.com/office/drawing/2014/main" id="{F5FC3D3F-F351-D849-0A70-588937832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B0D715C-A614-38E1-4E03-B9A2C08A06CF}"/>
                </a:ext>
              </a:extLst>
            </p:cNvPr>
            <p:cNvGrpSpPr/>
            <p:nvPr/>
          </p:nvGrpSpPr>
          <p:grpSpPr>
            <a:xfrm>
              <a:off x="-116540" y="4482605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19" name="Rectangle 5">
                <a:extLst>
                  <a:ext uri="{FF2B5EF4-FFF2-40B4-BE49-F238E27FC236}">
                    <a16:creationId xmlns:a16="http://schemas.microsoft.com/office/drawing/2014/main" id="{7CB3F943-0DF6-E1EC-7545-55727FA320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" name="Rectangle 6">
                <a:extLst>
                  <a:ext uri="{FF2B5EF4-FFF2-40B4-BE49-F238E27FC236}">
                    <a16:creationId xmlns:a16="http://schemas.microsoft.com/office/drawing/2014/main" id="{EE420CE7-08DA-835C-76DA-FC0434608E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" name="Rectangle 7">
                <a:extLst>
                  <a:ext uri="{FF2B5EF4-FFF2-40B4-BE49-F238E27FC236}">
                    <a16:creationId xmlns:a16="http://schemas.microsoft.com/office/drawing/2014/main" id="{0D82663A-980B-D13E-BC7F-DFE01B73A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" name="Rectangle 10">
                <a:extLst>
                  <a:ext uri="{FF2B5EF4-FFF2-40B4-BE49-F238E27FC236}">
                    <a16:creationId xmlns:a16="http://schemas.microsoft.com/office/drawing/2014/main" id="{225F6F7D-2869-34B6-37FE-E6BF3B203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" name="Rectangle 11">
                <a:extLst>
                  <a:ext uri="{FF2B5EF4-FFF2-40B4-BE49-F238E27FC236}">
                    <a16:creationId xmlns:a16="http://schemas.microsoft.com/office/drawing/2014/main" id="{13A01A31-664E-25C0-14B0-16BA8CE00C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" name="Rectangle 12">
                <a:extLst>
                  <a:ext uri="{FF2B5EF4-FFF2-40B4-BE49-F238E27FC236}">
                    <a16:creationId xmlns:a16="http://schemas.microsoft.com/office/drawing/2014/main" id="{3744D1CA-B091-73E9-B68D-D63921D9EA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" name="Rectangle 13">
                <a:extLst>
                  <a:ext uri="{FF2B5EF4-FFF2-40B4-BE49-F238E27FC236}">
                    <a16:creationId xmlns:a16="http://schemas.microsoft.com/office/drawing/2014/main" id="{1203FC3E-A7E0-C52D-309D-4C18177A9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" name="Rectangle 14">
                <a:extLst>
                  <a:ext uri="{FF2B5EF4-FFF2-40B4-BE49-F238E27FC236}">
                    <a16:creationId xmlns:a16="http://schemas.microsoft.com/office/drawing/2014/main" id="{22F89955-575F-A201-CEBF-2564FA0A6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" name="Rectangle 16">
                <a:extLst>
                  <a:ext uri="{FF2B5EF4-FFF2-40B4-BE49-F238E27FC236}">
                    <a16:creationId xmlns:a16="http://schemas.microsoft.com/office/drawing/2014/main" id="{FFCA7162-B3B1-92AD-D411-97E7F59277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" name="Rectangle 17">
                <a:extLst>
                  <a:ext uri="{FF2B5EF4-FFF2-40B4-BE49-F238E27FC236}">
                    <a16:creationId xmlns:a16="http://schemas.microsoft.com/office/drawing/2014/main" id="{3AB727A9-9D81-48D7-6561-0FCFFBB5A3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0AD76044-D402-587A-0015-488C3709E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" name="Rectangle 19">
                <a:extLst>
                  <a:ext uri="{FF2B5EF4-FFF2-40B4-BE49-F238E27FC236}">
                    <a16:creationId xmlns:a16="http://schemas.microsoft.com/office/drawing/2014/main" id="{1C7B3E55-3223-F3AA-F6E3-02D52E357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" name="Rectangle 20">
                <a:extLst>
                  <a:ext uri="{FF2B5EF4-FFF2-40B4-BE49-F238E27FC236}">
                    <a16:creationId xmlns:a16="http://schemas.microsoft.com/office/drawing/2014/main" id="{5CC7C82A-D876-000B-A920-B371C2E845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2DC5B235-35C4-4980-0337-8463FF5864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" name="Rectangle 26">
                <a:extLst>
                  <a:ext uri="{FF2B5EF4-FFF2-40B4-BE49-F238E27FC236}">
                    <a16:creationId xmlns:a16="http://schemas.microsoft.com/office/drawing/2014/main" id="{5964D308-6497-EDF4-635B-2CB086AC65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4" name="Rectangle 27">
                <a:extLst>
                  <a:ext uri="{FF2B5EF4-FFF2-40B4-BE49-F238E27FC236}">
                    <a16:creationId xmlns:a16="http://schemas.microsoft.com/office/drawing/2014/main" id="{EEE5339C-7CAB-5538-3BC5-0805F51641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5" name="Rectangle 28">
                <a:extLst>
                  <a:ext uri="{FF2B5EF4-FFF2-40B4-BE49-F238E27FC236}">
                    <a16:creationId xmlns:a16="http://schemas.microsoft.com/office/drawing/2014/main" id="{F1898CD4-24E6-5D5B-0407-25E64D40B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6" name="Rectangle 29">
                <a:extLst>
                  <a:ext uri="{FF2B5EF4-FFF2-40B4-BE49-F238E27FC236}">
                    <a16:creationId xmlns:a16="http://schemas.microsoft.com/office/drawing/2014/main" id="{595E7C79-3EC0-D44D-13F3-DC993C8907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7" name="Rectangle 30">
                <a:extLst>
                  <a:ext uri="{FF2B5EF4-FFF2-40B4-BE49-F238E27FC236}">
                    <a16:creationId xmlns:a16="http://schemas.microsoft.com/office/drawing/2014/main" id="{8EFC9E72-EF11-EC05-4699-0F46B555E3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5DD50975-E2B7-50A3-F194-F7F3FB30DC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480CE68D-E47E-BCA3-1BAD-9DC60D559A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B3915994-8A12-44A2-402E-871238ADF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" name="Rectangle 36">
                <a:extLst>
                  <a:ext uri="{FF2B5EF4-FFF2-40B4-BE49-F238E27FC236}">
                    <a16:creationId xmlns:a16="http://schemas.microsoft.com/office/drawing/2014/main" id="{03E38F9A-7502-30AD-60C4-D81EAA87D5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" name="Rectangle 37">
                <a:extLst>
                  <a:ext uri="{FF2B5EF4-FFF2-40B4-BE49-F238E27FC236}">
                    <a16:creationId xmlns:a16="http://schemas.microsoft.com/office/drawing/2014/main" id="{AFB85A1C-940A-C61F-33FB-F2F1486F3D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3" name="Rectangle 38">
                <a:extLst>
                  <a:ext uri="{FF2B5EF4-FFF2-40B4-BE49-F238E27FC236}">
                    <a16:creationId xmlns:a16="http://schemas.microsoft.com/office/drawing/2014/main" id="{D5FEE064-DD10-78F9-8227-F38232503A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4" name="Rectangle 39">
                <a:extLst>
                  <a:ext uri="{FF2B5EF4-FFF2-40B4-BE49-F238E27FC236}">
                    <a16:creationId xmlns:a16="http://schemas.microsoft.com/office/drawing/2014/main" id="{507ED1BE-80C2-738E-10D6-DDC5680D3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5" name="Rectangle 43">
                <a:extLst>
                  <a:ext uri="{FF2B5EF4-FFF2-40B4-BE49-F238E27FC236}">
                    <a16:creationId xmlns:a16="http://schemas.microsoft.com/office/drawing/2014/main" id="{9EB08242-8B15-BD91-2988-B2D6127CC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62A7DFE-F0C8-B704-A6BF-DE28A4FDD6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C02BF5F-3AA5-0CEE-E60A-360C6B813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BDBA02F2-297D-2A76-F462-34D0E8BF2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19F73FF-86C0-BEFC-EE6C-D58DF71394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52B4F23-D52F-48A4-6452-E2EE65F8D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1" name="Rectangle 51">
                <a:extLst>
                  <a:ext uri="{FF2B5EF4-FFF2-40B4-BE49-F238E27FC236}">
                    <a16:creationId xmlns:a16="http://schemas.microsoft.com/office/drawing/2014/main" id="{E69614EB-A699-8C7F-FE01-63D40A478A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2" name="Rectangle 52">
                <a:extLst>
                  <a:ext uri="{FF2B5EF4-FFF2-40B4-BE49-F238E27FC236}">
                    <a16:creationId xmlns:a16="http://schemas.microsoft.com/office/drawing/2014/main" id="{8B79ADEA-431B-E6B7-D651-462D5BA92E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3" name="Rectangle 53">
                <a:extLst>
                  <a:ext uri="{FF2B5EF4-FFF2-40B4-BE49-F238E27FC236}">
                    <a16:creationId xmlns:a16="http://schemas.microsoft.com/office/drawing/2014/main" id="{B788F29E-19CA-7676-B013-09ED258C0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4" name="Rectangle 55">
                <a:extLst>
                  <a:ext uri="{FF2B5EF4-FFF2-40B4-BE49-F238E27FC236}">
                    <a16:creationId xmlns:a16="http://schemas.microsoft.com/office/drawing/2014/main" id="{9D98EB99-647C-EF81-7775-921169895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5" name="Rectangle 56">
                <a:extLst>
                  <a:ext uri="{FF2B5EF4-FFF2-40B4-BE49-F238E27FC236}">
                    <a16:creationId xmlns:a16="http://schemas.microsoft.com/office/drawing/2014/main" id="{51F0599F-8E55-3BF0-4789-6F23B74CA1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6" name="Rectangle 57">
                <a:extLst>
                  <a:ext uri="{FF2B5EF4-FFF2-40B4-BE49-F238E27FC236}">
                    <a16:creationId xmlns:a16="http://schemas.microsoft.com/office/drawing/2014/main" id="{19A7634A-269F-B23A-F776-F05A6AE69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7" name="Rectangle 60">
                <a:extLst>
                  <a:ext uri="{FF2B5EF4-FFF2-40B4-BE49-F238E27FC236}">
                    <a16:creationId xmlns:a16="http://schemas.microsoft.com/office/drawing/2014/main" id="{7483EFA0-AAA3-E7C6-FEC9-EC5B92F09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" name="Rectangle 62">
                <a:extLst>
                  <a:ext uri="{FF2B5EF4-FFF2-40B4-BE49-F238E27FC236}">
                    <a16:creationId xmlns:a16="http://schemas.microsoft.com/office/drawing/2014/main" id="{75941A8C-D47B-C9E3-DB07-D5E66FE2D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" name="Rectangle 63">
                <a:extLst>
                  <a:ext uri="{FF2B5EF4-FFF2-40B4-BE49-F238E27FC236}">
                    <a16:creationId xmlns:a16="http://schemas.microsoft.com/office/drawing/2014/main" id="{140C8920-B79B-4F03-4F29-5409DD1696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" name="Rectangle 65">
                <a:extLst>
                  <a:ext uri="{FF2B5EF4-FFF2-40B4-BE49-F238E27FC236}">
                    <a16:creationId xmlns:a16="http://schemas.microsoft.com/office/drawing/2014/main" id="{4A479350-EFAB-DDC5-3D5E-D81708D45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" name="Rectangle 66">
                <a:extLst>
                  <a:ext uri="{FF2B5EF4-FFF2-40B4-BE49-F238E27FC236}">
                    <a16:creationId xmlns:a16="http://schemas.microsoft.com/office/drawing/2014/main" id="{31C9D168-5036-38E6-2C87-1B94A9BE41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" name="Rectangle 67">
                <a:extLst>
                  <a:ext uri="{FF2B5EF4-FFF2-40B4-BE49-F238E27FC236}">
                    <a16:creationId xmlns:a16="http://schemas.microsoft.com/office/drawing/2014/main" id="{BDD1B25F-64DB-6997-E537-C8F4E33987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" name="Rectangle 68">
                <a:extLst>
                  <a:ext uri="{FF2B5EF4-FFF2-40B4-BE49-F238E27FC236}">
                    <a16:creationId xmlns:a16="http://schemas.microsoft.com/office/drawing/2014/main" id="{3FC0ACD2-D56E-F639-3491-742042E62E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" name="Rectangle 70">
                <a:extLst>
                  <a:ext uri="{FF2B5EF4-FFF2-40B4-BE49-F238E27FC236}">
                    <a16:creationId xmlns:a16="http://schemas.microsoft.com/office/drawing/2014/main" id="{84F9F13B-5145-9CBA-67A0-AE11AA0008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" name="Rectangle 71">
                <a:extLst>
                  <a:ext uri="{FF2B5EF4-FFF2-40B4-BE49-F238E27FC236}">
                    <a16:creationId xmlns:a16="http://schemas.microsoft.com/office/drawing/2014/main" id="{CF43CC63-044F-036B-8F3C-8CB64758E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" name="Rectangle 72">
                <a:extLst>
                  <a:ext uri="{FF2B5EF4-FFF2-40B4-BE49-F238E27FC236}">
                    <a16:creationId xmlns:a16="http://schemas.microsoft.com/office/drawing/2014/main" id="{DC055433-1C22-911E-D003-535FF62AD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DB0E43BE-A7A6-0EE6-2EB9-4BEA2E6BF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DC7CD14-0D81-5AC3-784F-6953E74CC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7D914CBA-F495-0C69-D804-E66DE898B7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" name="Rectangle 79">
                <a:extLst>
                  <a:ext uri="{FF2B5EF4-FFF2-40B4-BE49-F238E27FC236}">
                    <a16:creationId xmlns:a16="http://schemas.microsoft.com/office/drawing/2014/main" id="{81F8A07D-87ED-1D93-58DD-056662444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1" name="Rectangle 80">
                <a:extLst>
                  <a:ext uri="{FF2B5EF4-FFF2-40B4-BE49-F238E27FC236}">
                    <a16:creationId xmlns:a16="http://schemas.microsoft.com/office/drawing/2014/main" id="{5A9083CB-A52F-FFF6-1F47-60543027F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2" name="Rectangle 81">
                <a:extLst>
                  <a:ext uri="{FF2B5EF4-FFF2-40B4-BE49-F238E27FC236}">
                    <a16:creationId xmlns:a16="http://schemas.microsoft.com/office/drawing/2014/main" id="{1CA5860C-DBBB-64CD-7E6B-19C63A573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3" name="Rectangle 82">
                <a:extLst>
                  <a:ext uri="{FF2B5EF4-FFF2-40B4-BE49-F238E27FC236}">
                    <a16:creationId xmlns:a16="http://schemas.microsoft.com/office/drawing/2014/main" id="{A05EE3FB-A118-18D2-ADBD-0882758C73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4" name="Rectangle 83">
                <a:extLst>
                  <a:ext uri="{FF2B5EF4-FFF2-40B4-BE49-F238E27FC236}">
                    <a16:creationId xmlns:a16="http://schemas.microsoft.com/office/drawing/2014/main" id="{1F7F9972-A496-0F2C-897D-562A207A2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5" name="Rectangle 85">
                <a:extLst>
                  <a:ext uri="{FF2B5EF4-FFF2-40B4-BE49-F238E27FC236}">
                    <a16:creationId xmlns:a16="http://schemas.microsoft.com/office/drawing/2014/main" id="{D85FA590-0C76-9FA3-0045-F8C51C0D1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6" name="Rectangle 86">
                <a:extLst>
                  <a:ext uri="{FF2B5EF4-FFF2-40B4-BE49-F238E27FC236}">
                    <a16:creationId xmlns:a16="http://schemas.microsoft.com/office/drawing/2014/main" id="{45C3C7AF-37A4-AD4D-B7F6-F08552765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7" name="Rectangle 87">
                <a:extLst>
                  <a:ext uri="{FF2B5EF4-FFF2-40B4-BE49-F238E27FC236}">
                    <a16:creationId xmlns:a16="http://schemas.microsoft.com/office/drawing/2014/main" id="{17270B6C-D816-D06D-CC1A-0B1C3ED06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8" name="Rectangle 88">
                <a:extLst>
                  <a:ext uri="{FF2B5EF4-FFF2-40B4-BE49-F238E27FC236}">
                    <a16:creationId xmlns:a16="http://schemas.microsoft.com/office/drawing/2014/main" id="{B458DF76-7554-666B-B402-74E980E06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9" name="Rectangle 89">
                <a:extLst>
                  <a:ext uri="{FF2B5EF4-FFF2-40B4-BE49-F238E27FC236}">
                    <a16:creationId xmlns:a16="http://schemas.microsoft.com/office/drawing/2014/main" id="{CE27FFD2-77FB-19D6-E74D-DD625B05B7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0" name="Rectangle 91">
                <a:extLst>
                  <a:ext uri="{FF2B5EF4-FFF2-40B4-BE49-F238E27FC236}">
                    <a16:creationId xmlns:a16="http://schemas.microsoft.com/office/drawing/2014/main" id="{A4CD41CD-CFCB-A03C-E07E-2533B9A551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1" name="Rectangle 92">
                <a:extLst>
                  <a:ext uri="{FF2B5EF4-FFF2-40B4-BE49-F238E27FC236}">
                    <a16:creationId xmlns:a16="http://schemas.microsoft.com/office/drawing/2014/main" id="{B9527A70-5F45-319F-6E1F-A00AC35B4D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2" name="Rectangle 93">
                <a:extLst>
                  <a:ext uri="{FF2B5EF4-FFF2-40B4-BE49-F238E27FC236}">
                    <a16:creationId xmlns:a16="http://schemas.microsoft.com/office/drawing/2014/main" id="{071D3DA4-E7C9-B2B5-A0A2-F7CAC55F7F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3" name="Rectangle 94">
                <a:extLst>
                  <a:ext uri="{FF2B5EF4-FFF2-40B4-BE49-F238E27FC236}">
                    <a16:creationId xmlns:a16="http://schemas.microsoft.com/office/drawing/2014/main" id="{8AE34D7F-85AB-8666-5DF8-BF1B07DE6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4" name="Rectangle 97">
                <a:extLst>
                  <a:ext uri="{FF2B5EF4-FFF2-40B4-BE49-F238E27FC236}">
                    <a16:creationId xmlns:a16="http://schemas.microsoft.com/office/drawing/2014/main" id="{137FA886-8CA8-4B31-81D8-DB769DC39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5" name="Rectangle 99">
                <a:extLst>
                  <a:ext uri="{FF2B5EF4-FFF2-40B4-BE49-F238E27FC236}">
                    <a16:creationId xmlns:a16="http://schemas.microsoft.com/office/drawing/2014/main" id="{4E91CE98-52ED-0A02-151C-C70102259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6" name="Rectangle 101">
                <a:extLst>
                  <a:ext uri="{FF2B5EF4-FFF2-40B4-BE49-F238E27FC236}">
                    <a16:creationId xmlns:a16="http://schemas.microsoft.com/office/drawing/2014/main" id="{D153BED0-68A0-5308-1E70-CA494317C6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7" name="Rectangle 102">
                <a:extLst>
                  <a:ext uri="{FF2B5EF4-FFF2-40B4-BE49-F238E27FC236}">
                    <a16:creationId xmlns:a16="http://schemas.microsoft.com/office/drawing/2014/main" id="{1594488C-7B09-62E9-6B01-5E59ABAB6E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8" name="Rectangle 103">
                <a:extLst>
                  <a:ext uri="{FF2B5EF4-FFF2-40B4-BE49-F238E27FC236}">
                    <a16:creationId xmlns:a16="http://schemas.microsoft.com/office/drawing/2014/main" id="{4A7DB560-EF65-CBE1-4BB0-B67F5A2C1F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9" name="Rectangle 104">
                <a:extLst>
                  <a:ext uri="{FF2B5EF4-FFF2-40B4-BE49-F238E27FC236}">
                    <a16:creationId xmlns:a16="http://schemas.microsoft.com/office/drawing/2014/main" id="{5A21B592-4C67-6C41-B3CB-B3698948E0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0" name="Rectangle 106">
                <a:extLst>
                  <a:ext uri="{FF2B5EF4-FFF2-40B4-BE49-F238E27FC236}">
                    <a16:creationId xmlns:a16="http://schemas.microsoft.com/office/drawing/2014/main" id="{AF581CBD-0B75-4631-BBDB-4338A8C959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1" name="Rectangle 107">
                <a:extLst>
                  <a:ext uri="{FF2B5EF4-FFF2-40B4-BE49-F238E27FC236}">
                    <a16:creationId xmlns:a16="http://schemas.microsoft.com/office/drawing/2014/main" id="{41D805F2-ABFD-86D9-58E3-4C48776E53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2" name="Rectangle 108">
                <a:extLst>
                  <a:ext uri="{FF2B5EF4-FFF2-40B4-BE49-F238E27FC236}">
                    <a16:creationId xmlns:a16="http://schemas.microsoft.com/office/drawing/2014/main" id="{2847E01A-0D79-7234-A1DE-B2FA95119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3" name="Rectangle 111">
                <a:extLst>
                  <a:ext uri="{FF2B5EF4-FFF2-40B4-BE49-F238E27FC236}">
                    <a16:creationId xmlns:a16="http://schemas.microsoft.com/office/drawing/2014/main" id="{B57DB680-3B98-6171-D807-B1686082C7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4" name="Rectangle 112">
                <a:extLst>
                  <a:ext uri="{FF2B5EF4-FFF2-40B4-BE49-F238E27FC236}">
                    <a16:creationId xmlns:a16="http://schemas.microsoft.com/office/drawing/2014/main" id="{F4E9A90E-50F7-FB6C-304B-77D57F910D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5" name="Rectangle 115">
                <a:extLst>
                  <a:ext uri="{FF2B5EF4-FFF2-40B4-BE49-F238E27FC236}">
                    <a16:creationId xmlns:a16="http://schemas.microsoft.com/office/drawing/2014/main" id="{BE953A6A-92F3-1BE7-13D8-6B8A7109B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6" name="Rectangle 116">
                <a:extLst>
                  <a:ext uri="{FF2B5EF4-FFF2-40B4-BE49-F238E27FC236}">
                    <a16:creationId xmlns:a16="http://schemas.microsoft.com/office/drawing/2014/main" id="{52133E16-5806-B08C-0B0D-0004118B53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7" name="Rectangle 117">
                <a:extLst>
                  <a:ext uri="{FF2B5EF4-FFF2-40B4-BE49-F238E27FC236}">
                    <a16:creationId xmlns:a16="http://schemas.microsoft.com/office/drawing/2014/main" id="{6612DE34-5B16-07A1-F470-7001F573D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8" name="Rectangle 118">
                <a:extLst>
                  <a:ext uri="{FF2B5EF4-FFF2-40B4-BE49-F238E27FC236}">
                    <a16:creationId xmlns:a16="http://schemas.microsoft.com/office/drawing/2014/main" id="{D30F9EFF-B5E6-ECC0-D62D-BB24B3B8B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9" name="Rectangle 119">
                <a:extLst>
                  <a:ext uri="{FF2B5EF4-FFF2-40B4-BE49-F238E27FC236}">
                    <a16:creationId xmlns:a16="http://schemas.microsoft.com/office/drawing/2014/main" id="{AEC2A652-EA25-D8A3-B927-34EDB84AF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0" name="Rectangle 121">
                <a:extLst>
                  <a:ext uri="{FF2B5EF4-FFF2-40B4-BE49-F238E27FC236}">
                    <a16:creationId xmlns:a16="http://schemas.microsoft.com/office/drawing/2014/main" id="{3C111FFE-D917-5663-A3AD-7CD1004058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1" name="Rectangle 122">
                <a:extLst>
                  <a:ext uri="{FF2B5EF4-FFF2-40B4-BE49-F238E27FC236}">
                    <a16:creationId xmlns:a16="http://schemas.microsoft.com/office/drawing/2014/main" id="{EE80B83B-25DE-249E-9961-0E0ACB1C5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2" name="Rectangle 123">
                <a:extLst>
                  <a:ext uri="{FF2B5EF4-FFF2-40B4-BE49-F238E27FC236}">
                    <a16:creationId xmlns:a16="http://schemas.microsoft.com/office/drawing/2014/main" id="{27A10A1F-602A-AB74-20A1-2AEC2BD1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3" name="Rectangle 124">
                <a:extLst>
                  <a:ext uri="{FF2B5EF4-FFF2-40B4-BE49-F238E27FC236}">
                    <a16:creationId xmlns:a16="http://schemas.microsoft.com/office/drawing/2014/main" id="{30B10573-6DCB-7093-BED2-E3EF74F2E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4" name="Rectangle 126">
                <a:extLst>
                  <a:ext uri="{FF2B5EF4-FFF2-40B4-BE49-F238E27FC236}">
                    <a16:creationId xmlns:a16="http://schemas.microsoft.com/office/drawing/2014/main" id="{189893BD-E3DE-4E1B-36E6-8CB2BA02D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5" name="Rectangle 127">
                <a:extLst>
                  <a:ext uri="{FF2B5EF4-FFF2-40B4-BE49-F238E27FC236}">
                    <a16:creationId xmlns:a16="http://schemas.microsoft.com/office/drawing/2014/main" id="{133CFDFB-89AC-6E82-6AC1-F5F577A6E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6" name="Rectangle 130">
                <a:extLst>
                  <a:ext uri="{FF2B5EF4-FFF2-40B4-BE49-F238E27FC236}">
                    <a16:creationId xmlns:a16="http://schemas.microsoft.com/office/drawing/2014/main" id="{84AB0148-1A8A-BC22-1A4E-F141D34DC9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7" name="Rectangle 131">
                <a:extLst>
                  <a:ext uri="{FF2B5EF4-FFF2-40B4-BE49-F238E27FC236}">
                    <a16:creationId xmlns:a16="http://schemas.microsoft.com/office/drawing/2014/main" id="{1CAE4FA5-4103-9444-0FEC-E248EEF7D2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8" name="Rectangle 132">
                <a:extLst>
                  <a:ext uri="{FF2B5EF4-FFF2-40B4-BE49-F238E27FC236}">
                    <a16:creationId xmlns:a16="http://schemas.microsoft.com/office/drawing/2014/main" id="{A3C8C15E-94F8-255F-1D60-BB7C28714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9" name="Rectangle 133">
                <a:extLst>
                  <a:ext uri="{FF2B5EF4-FFF2-40B4-BE49-F238E27FC236}">
                    <a16:creationId xmlns:a16="http://schemas.microsoft.com/office/drawing/2014/main" id="{B41CC16E-8165-57B2-FB9A-CCE177D14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0" name="Rectangle 135">
                <a:extLst>
                  <a:ext uri="{FF2B5EF4-FFF2-40B4-BE49-F238E27FC236}">
                    <a16:creationId xmlns:a16="http://schemas.microsoft.com/office/drawing/2014/main" id="{0CAE39FE-FFA8-2762-93B9-078073D5C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1" name="Rectangle 137">
                <a:extLst>
                  <a:ext uri="{FF2B5EF4-FFF2-40B4-BE49-F238E27FC236}">
                    <a16:creationId xmlns:a16="http://schemas.microsoft.com/office/drawing/2014/main" id="{05303161-510E-293D-9EEA-7CC8566569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2" name="Rectangle 138">
                <a:extLst>
                  <a:ext uri="{FF2B5EF4-FFF2-40B4-BE49-F238E27FC236}">
                    <a16:creationId xmlns:a16="http://schemas.microsoft.com/office/drawing/2014/main" id="{7B8BBC0F-A3E4-ABCB-FFB4-996BB56C07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3" name="Rectangle 141">
                <a:extLst>
                  <a:ext uri="{FF2B5EF4-FFF2-40B4-BE49-F238E27FC236}">
                    <a16:creationId xmlns:a16="http://schemas.microsoft.com/office/drawing/2014/main" id="{D83B09D0-AA2A-002D-D8D5-0DAADA707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4" name="Rectangle 142">
                <a:extLst>
                  <a:ext uri="{FF2B5EF4-FFF2-40B4-BE49-F238E27FC236}">
                    <a16:creationId xmlns:a16="http://schemas.microsoft.com/office/drawing/2014/main" id="{F44EA909-2A81-F589-7A26-2FB70405B3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5" name="Rectangle 143">
                <a:extLst>
                  <a:ext uri="{FF2B5EF4-FFF2-40B4-BE49-F238E27FC236}">
                    <a16:creationId xmlns:a16="http://schemas.microsoft.com/office/drawing/2014/main" id="{EAEC165C-9F99-F02C-97FB-493075632C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6" name="Rectangle 144">
                <a:extLst>
                  <a:ext uri="{FF2B5EF4-FFF2-40B4-BE49-F238E27FC236}">
                    <a16:creationId xmlns:a16="http://schemas.microsoft.com/office/drawing/2014/main" id="{4AC0DBE1-8612-8EB2-F248-DB88261E4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7" name="Rectangle 146">
                <a:extLst>
                  <a:ext uri="{FF2B5EF4-FFF2-40B4-BE49-F238E27FC236}">
                    <a16:creationId xmlns:a16="http://schemas.microsoft.com/office/drawing/2014/main" id="{8C018A35-7E64-B28B-7A12-A7B2DA340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8" name="Rectangle 147">
                <a:extLst>
                  <a:ext uri="{FF2B5EF4-FFF2-40B4-BE49-F238E27FC236}">
                    <a16:creationId xmlns:a16="http://schemas.microsoft.com/office/drawing/2014/main" id="{8A0D2CE1-D552-0D97-8EAC-4CF619E2C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9" name="Rectangle 148">
                <a:extLst>
                  <a:ext uri="{FF2B5EF4-FFF2-40B4-BE49-F238E27FC236}">
                    <a16:creationId xmlns:a16="http://schemas.microsoft.com/office/drawing/2014/main" id="{AD1AD9A9-78FC-95A1-D8B4-180F08468F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0" name="Rectangle 149">
                <a:extLst>
                  <a:ext uri="{FF2B5EF4-FFF2-40B4-BE49-F238E27FC236}">
                    <a16:creationId xmlns:a16="http://schemas.microsoft.com/office/drawing/2014/main" id="{A9260EEA-CADB-17FC-9815-41CCE05691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1" name="Rectangle 150">
                <a:extLst>
                  <a:ext uri="{FF2B5EF4-FFF2-40B4-BE49-F238E27FC236}">
                    <a16:creationId xmlns:a16="http://schemas.microsoft.com/office/drawing/2014/main" id="{653AEF04-487A-6396-F471-1465B8E50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F5CC1DAE-EF08-5213-EFFD-FCD9C99DCBD1}"/>
              </a:ext>
            </a:extLst>
          </p:cNvPr>
          <p:cNvSpPr txBox="1">
            <a:spLocks/>
          </p:cNvSpPr>
          <p:nvPr/>
        </p:nvSpPr>
        <p:spPr>
          <a:xfrm>
            <a:off x="502722" y="505426"/>
            <a:ext cx="801806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PT Sans"/>
                <a:ea typeface="+mj-ea"/>
                <a:cs typeface="PT Sans"/>
              </a:defRPr>
            </a:lvl1pPr>
          </a:lstStyle>
          <a:p>
            <a:pPr>
              <a:lnSpc>
                <a:spcPts val="3600"/>
              </a:lnSpc>
            </a:pPr>
            <a:r>
              <a:rPr lang="en-US" sz="1200" spc="300" dirty="0">
                <a:solidFill>
                  <a:srgbClr val="FFFFFF"/>
                </a:solidFill>
              </a:rPr>
              <a:t>Design Decisions</a:t>
            </a:r>
            <a:br>
              <a:rPr lang="en-US" sz="1200" spc="300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Specific Design Decisions</a:t>
            </a:r>
            <a:endParaRPr lang="en-JM" dirty="0">
              <a:solidFill>
                <a:srgbClr val="FFFFFF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FB38EE-EE5D-1ADD-BF29-0CFBEA7A509B}"/>
              </a:ext>
            </a:extLst>
          </p:cNvPr>
          <p:cNvSpPr txBox="1">
            <a:spLocks/>
          </p:cNvSpPr>
          <p:nvPr/>
        </p:nvSpPr>
        <p:spPr>
          <a:xfrm>
            <a:off x="719644" y="2122678"/>
            <a:ext cx="5277393" cy="2276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2000" dirty="0">
                <a:solidFill>
                  <a:srgbClr val="FFFFFF"/>
                </a:solidFill>
                <a:latin typeface="PT Sans"/>
                <a:cs typeface="PT Sans"/>
              </a:rPr>
              <a:t>Client Dashboard:</a:t>
            </a:r>
          </a:p>
          <a:p>
            <a:pPr marL="0" indent="0">
              <a:spcBef>
                <a:spcPts val="0"/>
              </a:spcBef>
              <a:buNone/>
            </a:pPr>
            <a:endParaRPr lang="en-GB" sz="2000" dirty="0">
              <a:solidFill>
                <a:srgbClr val="FFFFFF"/>
              </a:solidFill>
              <a:latin typeface="PT Sans"/>
              <a:cs typeface="PT Sans"/>
            </a:endParaRP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FFFFFF"/>
                </a:solidFill>
                <a:latin typeface="PT Sans"/>
                <a:cs typeface="PT Sans"/>
              </a:rPr>
              <a:t>Organized layout with categories and personalized recommendations.</a:t>
            </a:r>
          </a:p>
          <a:p>
            <a:pPr>
              <a:spcBef>
                <a:spcPts val="0"/>
              </a:spcBef>
            </a:pPr>
            <a:endParaRPr lang="en-GB" sz="2000" dirty="0">
              <a:solidFill>
                <a:srgbClr val="FFFFFF"/>
              </a:solidFill>
              <a:latin typeface="PT Sans"/>
              <a:cs typeface="PT Sans"/>
            </a:endParaRP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FFFFFF"/>
                </a:solidFill>
                <a:latin typeface="PT Sans"/>
                <a:cs typeface="PT Sans"/>
              </a:rPr>
              <a:t>Recently played tracks and categories placed prominently for quick access.</a:t>
            </a:r>
            <a:endParaRPr lang="en-US" sz="2000" dirty="0">
              <a:solidFill>
                <a:srgbClr val="FFFFFF"/>
              </a:solidFill>
              <a:latin typeface="PT Sans"/>
              <a:cs typeface="PT San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184C6F-3488-6A0A-DF95-192421D54B3C}"/>
              </a:ext>
            </a:extLst>
          </p:cNvPr>
          <p:cNvCxnSpPr/>
          <p:nvPr/>
        </p:nvCxnSpPr>
        <p:spPr>
          <a:xfrm>
            <a:off x="502722" y="2055619"/>
            <a:ext cx="0" cy="1198880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78AF6FDF-5576-BD07-01A7-07B9E03DB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05346" y="6294566"/>
            <a:ext cx="2133600" cy="365125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fld id="{8BA6482E-F363-B343-ABCE-D1D2D29F80BC}" type="slidenum">
              <a:rPr lang="en-US" sz="1400">
                <a:solidFill>
                  <a:srgbClr val="A6A6A6"/>
                </a:solidFill>
              </a:rPr>
              <a:pPr marL="0" indent="0" algn="r">
                <a:buNone/>
              </a:pPr>
              <a:t>6</a:t>
            </a:fld>
            <a:endParaRPr lang="en-US" sz="1400" dirty="0">
              <a:solidFill>
                <a:srgbClr val="A6A6A6"/>
              </a:solidFill>
            </a:endParaRP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A0D47638-F547-044A-1C86-1B8A63AD405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74" b="13274"/>
          <a:stretch/>
        </p:blipFill>
        <p:spPr>
          <a:xfrm>
            <a:off x="6311900" y="2295525"/>
            <a:ext cx="4430184" cy="2103438"/>
          </a:xfr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8491785D-B72D-0F32-F8C1-F50B7CAC109B}"/>
              </a:ext>
            </a:extLst>
          </p:cNvPr>
          <p:cNvGrpSpPr>
            <a:grpSpLocks/>
          </p:cNvGrpSpPr>
          <p:nvPr/>
        </p:nvGrpSpPr>
        <p:grpSpPr bwMode="auto">
          <a:xfrm>
            <a:off x="11376025" y="388938"/>
            <a:ext cx="360363" cy="466725"/>
            <a:chOff x="11376383" y="389144"/>
            <a:chExt cx="360002" cy="465737"/>
          </a:xfrm>
        </p:grpSpPr>
        <p:sp>
          <p:nvSpPr>
            <p:cNvPr id="3" name="Pentagon 637">
              <a:extLst>
                <a:ext uri="{FF2B5EF4-FFF2-40B4-BE49-F238E27FC236}">
                  <a16:creationId xmlns:a16="http://schemas.microsoft.com/office/drawing/2014/main" id="{EE7B3CFA-32F3-5A4F-391C-90405EB297E9}"/>
                </a:ext>
              </a:extLst>
            </p:cNvPr>
            <p:cNvSpPr/>
            <p:nvPr/>
          </p:nvSpPr>
          <p:spPr>
            <a:xfrm rot="5400000">
              <a:off x="11354407" y="411120"/>
              <a:ext cx="403955" cy="360002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4EE9950-252C-5F99-C8BF-446C75C8AB7B}"/>
                </a:ext>
              </a:extLst>
            </p:cNvPr>
            <p:cNvCxnSpPr/>
            <p:nvPr/>
          </p:nvCxnSpPr>
          <p:spPr>
            <a:xfrm>
              <a:off x="11550833" y="726565"/>
              <a:ext cx="0" cy="128316"/>
            </a:xfrm>
            <a:prstGeom prst="line">
              <a:avLst/>
            </a:prstGeom>
            <a:ln>
              <a:solidFill>
                <a:schemeClr val="accent2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38">
            <a:extLst>
              <a:ext uri="{FF2B5EF4-FFF2-40B4-BE49-F238E27FC236}">
                <a16:creationId xmlns:a16="http://schemas.microsoft.com/office/drawing/2014/main" id="{B6E37B7E-C8D1-FC65-9471-58B05F0C1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90300" y="387350"/>
            <a:ext cx="5572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fld id="{D95A3F76-14D4-4A3B-8187-9E866394116F}" type="slidenum">
              <a:rPr lang="en-US" altLang="LID4096" sz="1200">
                <a:solidFill>
                  <a:schemeClr val="bg1"/>
                </a:solidFill>
              </a:rPr>
              <a:pPr algn="ctr" eaLnBrk="1" hangingPunct="1"/>
              <a:t>6</a:t>
            </a:fld>
            <a:endParaRPr lang="en-US" altLang="LID4096" sz="120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953158-4BD5-59BC-E0F9-5C9E8EB4F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05" y="4468898"/>
            <a:ext cx="1109814" cy="22762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124F0A-2C38-3344-2328-96ED84B99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782" y="4398963"/>
            <a:ext cx="1853915" cy="238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7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9B498-BC96-C70F-1968-01065CAF4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7AC463ED-0095-7684-1239-C2547DE67090}"/>
              </a:ext>
            </a:extLst>
          </p:cNvPr>
          <p:cNvGrpSpPr/>
          <p:nvPr/>
        </p:nvGrpSpPr>
        <p:grpSpPr>
          <a:xfrm>
            <a:off x="-201332" y="0"/>
            <a:ext cx="12812244" cy="697119"/>
            <a:chOff x="-116540" y="4468112"/>
            <a:chExt cx="12812244" cy="697119"/>
          </a:xfrm>
          <a:solidFill>
            <a:schemeClr val="bg2">
              <a:alpha val="60000"/>
            </a:schemeClr>
          </a:solidFill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73F99B8-F9AB-217B-598D-8924B7827E7A}"/>
                </a:ext>
              </a:extLst>
            </p:cNvPr>
            <p:cNvGrpSpPr/>
            <p:nvPr/>
          </p:nvGrpSpPr>
          <p:grpSpPr>
            <a:xfrm>
              <a:off x="4112933" y="4472081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224" name="Rectangle 5">
                <a:extLst>
                  <a:ext uri="{FF2B5EF4-FFF2-40B4-BE49-F238E27FC236}">
                    <a16:creationId xmlns:a16="http://schemas.microsoft.com/office/drawing/2014/main" id="{89A29485-9BDC-68A0-A5AB-90D9481935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5" name="Rectangle 6">
                <a:extLst>
                  <a:ext uri="{FF2B5EF4-FFF2-40B4-BE49-F238E27FC236}">
                    <a16:creationId xmlns:a16="http://schemas.microsoft.com/office/drawing/2014/main" id="{130CE793-8254-298F-80D4-7876B0CE03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6" name="Rectangle 7">
                <a:extLst>
                  <a:ext uri="{FF2B5EF4-FFF2-40B4-BE49-F238E27FC236}">
                    <a16:creationId xmlns:a16="http://schemas.microsoft.com/office/drawing/2014/main" id="{E24BE99E-B24E-1AB2-2A0C-1F745B2F3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7" name="Rectangle 10">
                <a:extLst>
                  <a:ext uri="{FF2B5EF4-FFF2-40B4-BE49-F238E27FC236}">
                    <a16:creationId xmlns:a16="http://schemas.microsoft.com/office/drawing/2014/main" id="{C6A53964-7A86-FAEA-1E04-812DDF185E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8" name="Rectangle 11">
                <a:extLst>
                  <a:ext uri="{FF2B5EF4-FFF2-40B4-BE49-F238E27FC236}">
                    <a16:creationId xmlns:a16="http://schemas.microsoft.com/office/drawing/2014/main" id="{3459D4EB-E3FA-2F75-57C8-9BC3FE4779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9" name="Rectangle 12">
                <a:extLst>
                  <a:ext uri="{FF2B5EF4-FFF2-40B4-BE49-F238E27FC236}">
                    <a16:creationId xmlns:a16="http://schemas.microsoft.com/office/drawing/2014/main" id="{20943439-BD83-488A-A13F-7D91E04CD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0" name="Rectangle 13">
                <a:extLst>
                  <a:ext uri="{FF2B5EF4-FFF2-40B4-BE49-F238E27FC236}">
                    <a16:creationId xmlns:a16="http://schemas.microsoft.com/office/drawing/2014/main" id="{4C712616-C28F-1683-E337-CC81DFB813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1" name="Rectangle 14">
                <a:extLst>
                  <a:ext uri="{FF2B5EF4-FFF2-40B4-BE49-F238E27FC236}">
                    <a16:creationId xmlns:a16="http://schemas.microsoft.com/office/drawing/2014/main" id="{77E6A8CF-1122-2D2D-C973-EE70C53FD2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2" name="Rectangle 16">
                <a:extLst>
                  <a:ext uri="{FF2B5EF4-FFF2-40B4-BE49-F238E27FC236}">
                    <a16:creationId xmlns:a16="http://schemas.microsoft.com/office/drawing/2014/main" id="{38B4BC21-3285-FE62-C686-6BC556003D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3" name="Rectangle 17">
                <a:extLst>
                  <a:ext uri="{FF2B5EF4-FFF2-40B4-BE49-F238E27FC236}">
                    <a16:creationId xmlns:a16="http://schemas.microsoft.com/office/drawing/2014/main" id="{63F3BF19-78B0-9D31-430C-2E6925B90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4" name="Rectangle 18">
                <a:extLst>
                  <a:ext uri="{FF2B5EF4-FFF2-40B4-BE49-F238E27FC236}">
                    <a16:creationId xmlns:a16="http://schemas.microsoft.com/office/drawing/2014/main" id="{46142385-3DC1-1345-F38B-D13F78CE7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5" name="Rectangle 19">
                <a:extLst>
                  <a:ext uri="{FF2B5EF4-FFF2-40B4-BE49-F238E27FC236}">
                    <a16:creationId xmlns:a16="http://schemas.microsoft.com/office/drawing/2014/main" id="{6C706B43-F445-B056-6C02-6E8C88DB11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6" name="Rectangle 20">
                <a:extLst>
                  <a:ext uri="{FF2B5EF4-FFF2-40B4-BE49-F238E27FC236}">
                    <a16:creationId xmlns:a16="http://schemas.microsoft.com/office/drawing/2014/main" id="{7C2FF3C8-5B28-52D1-EF95-07A229C4D6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7" name="Rectangle 22">
                <a:extLst>
                  <a:ext uri="{FF2B5EF4-FFF2-40B4-BE49-F238E27FC236}">
                    <a16:creationId xmlns:a16="http://schemas.microsoft.com/office/drawing/2014/main" id="{9FD6743C-2F0C-56BF-2A87-872A6909B7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8" name="Rectangle 23">
                <a:extLst>
                  <a:ext uri="{FF2B5EF4-FFF2-40B4-BE49-F238E27FC236}">
                    <a16:creationId xmlns:a16="http://schemas.microsoft.com/office/drawing/2014/main" id="{60ACE6A6-1999-C799-D7B4-EB36685593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9" name="Rectangle 26">
                <a:extLst>
                  <a:ext uri="{FF2B5EF4-FFF2-40B4-BE49-F238E27FC236}">
                    <a16:creationId xmlns:a16="http://schemas.microsoft.com/office/drawing/2014/main" id="{A648631B-F548-2CC7-E6A1-AC393ECDDA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0" name="Rectangle 27">
                <a:extLst>
                  <a:ext uri="{FF2B5EF4-FFF2-40B4-BE49-F238E27FC236}">
                    <a16:creationId xmlns:a16="http://schemas.microsoft.com/office/drawing/2014/main" id="{D58774FC-4956-9868-137F-135A3ECAB0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1" name="Rectangle 28">
                <a:extLst>
                  <a:ext uri="{FF2B5EF4-FFF2-40B4-BE49-F238E27FC236}">
                    <a16:creationId xmlns:a16="http://schemas.microsoft.com/office/drawing/2014/main" id="{68842894-C8A8-61D8-896C-07387395C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2" name="Rectangle 29">
                <a:extLst>
                  <a:ext uri="{FF2B5EF4-FFF2-40B4-BE49-F238E27FC236}">
                    <a16:creationId xmlns:a16="http://schemas.microsoft.com/office/drawing/2014/main" id="{03BA6141-04BA-BD80-6098-2D52D7342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3" name="Rectangle 30">
                <a:extLst>
                  <a:ext uri="{FF2B5EF4-FFF2-40B4-BE49-F238E27FC236}">
                    <a16:creationId xmlns:a16="http://schemas.microsoft.com/office/drawing/2014/main" id="{6E321445-0EBF-40AC-887D-F6042BCD4D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4" name="Rectangle 32">
                <a:extLst>
                  <a:ext uri="{FF2B5EF4-FFF2-40B4-BE49-F238E27FC236}">
                    <a16:creationId xmlns:a16="http://schemas.microsoft.com/office/drawing/2014/main" id="{64F340FA-1765-6DF4-27DB-E1F0DBE85C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5" name="Rectangle 33">
                <a:extLst>
                  <a:ext uri="{FF2B5EF4-FFF2-40B4-BE49-F238E27FC236}">
                    <a16:creationId xmlns:a16="http://schemas.microsoft.com/office/drawing/2014/main" id="{3D296C38-3058-071B-D6BC-5991F9E12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6" name="Rectangle 34">
                <a:extLst>
                  <a:ext uri="{FF2B5EF4-FFF2-40B4-BE49-F238E27FC236}">
                    <a16:creationId xmlns:a16="http://schemas.microsoft.com/office/drawing/2014/main" id="{AB8F31F7-0F7C-AE50-24E5-7EFBEA642B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7" name="Rectangle 36">
                <a:extLst>
                  <a:ext uri="{FF2B5EF4-FFF2-40B4-BE49-F238E27FC236}">
                    <a16:creationId xmlns:a16="http://schemas.microsoft.com/office/drawing/2014/main" id="{BD1CC817-A8CC-02C4-37CC-42CB034CB1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8" name="Rectangle 37">
                <a:extLst>
                  <a:ext uri="{FF2B5EF4-FFF2-40B4-BE49-F238E27FC236}">
                    <a16:creationId xmlns:a16="http://schemas.microsoft.com/office/drawing/2014/main" id="{F3F7F508-82A4-CADA-3BFA-F4531C9D03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9" name="Rectangle 38">
                <a:extLst>
                  <a:ext uri="{FF2B5EF4-FFF2-40B4-BE49-F238E27FC236}">
                    <a16:creationId xmlns:a16="http://schemas.microsoft.com/office/drawing/2014/main" id="{C3DB735E-314D-8077-1D40-6DB0E61599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0" name="Rectangle 39">
                <a:extLst>
                  <a:ext uri="{FF2B5EF4-FFF2-40B4-BE49-F238E27FC236}">
                    <a16:creationId xmlns:a16="http://schemas.microsoft.com/office/drawing/2014/main" id="{4796B3F6-70D4-38ED-A48E-CD9EB3E48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1" name="Rectangle 41">
                <a:extLst>
                  <a:ext uri="{FF2B5EF4-FFF2-40B4-BE49-F238E27FC236}">
                    <a16:creationId xmlns:a16="http://schemas.microsoft.com/office/drawing/2014/main" id="{3F7031B4-9D45-4B1C-8D1E-3DBD682E47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2" name="Rectangle 43">
                <a:extLst>
                  <a:ext uri="{FF2B5EF4-FFF2-40B4-BE49-F238E27FC236}">
                    <a16:creationId xmlns:a16="http://schemas.microsoft.com/office/drawing/2014/main" id="{A1FCFCC8-E93A-0886-8E05-2144548BB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3" name="Rectangle 45">
                <a:extLst>
                  <a:ext uri="{FF2B5EF4-FFF2-40B4-BE49-F238E27FC236}">
                    <a16:creationId xmlns:a16="http://schemas.microsoft.com/office/drawing/2014/main" id="{DF195358-E575-0CD6-3A2B-3464CF54BA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4" name="Rectangle 46">
                <a:extLst>
                  <a:ext uri="{FF2B5EF4-FFF2-40B4-BE49-F238E27FC236}">
                    <a16:creationId xmlns:a16="http://schemas.microsoft.com/office/drawing/2014/main" id="{7CBD2959-B5CA-CA18-65A4-0A8C839AB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5" name="Rectangle 47">
                <a:extLst>
                  <a:ext uri="{FF2B5EF4-FFF2-40B4-BE49-F238E27FC236}">
                    <a16:creationId xmlns:a16="http://schemas.microsoft.com/office/drawing/2014/main" id="{B01F43AF-FC38-1E61-262E-B263956CF8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6" name="Rectangle 48">
                <a:extLst>
                  <a:ext uri="{FF2B5EF4-FFF2-40B4-BE49-F238E27FC236}">
                    <a16:creationId xmlns:a16="http://schemas.microsoft.com/office/drawing/2014/main" id="{B1006733-0D58-4E20-60F9-0F66E326F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7" name="Rectangle 49">
                <a:extLst>
                  <a:ext uri="{FF2B5EF4-FFF2-40B4-BE49-F238E27FC236}">
                    <a16:creationId xmlns:a16="http://schemas.microsoft.com/office/drawing/2014/main" id="{7AE3A347-8991-E6ED-B0CE-7CA9848D90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8" name="Rectangle 51">
                <a:extLst>
                  <a:ext uri="{FF2B5EF4-FFF2-40B4-BE49-F238E27FC236}">
                    <a16:creationId xmlns:a16="http://schemas.microsoft.com/office/drawing/2014/main" id="{53935292-E550-E35A-A26C-574B3C8AA9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9" name="Rectangle 53">
                <a:extLst>
                  <a:ext uri="{FF2B5EF4-FFF2-40B4-BE49-F238E27FC236}">
                    <a16:creationId xmlns:a16="http://schemas.microsoft.com/office/drawing/2014/main" id="{2DE9D5D1-2044-9597-E004-0A21AF772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0" name="Rectangle 55">
                <a:extLst>
                  <a:ext uri="{FF2B5EF4-FFF2-40B4-BE49-F238E27FC236}">
                    <a16:creationId xmlns:a16="http://schemas.microsoft.com/office/drawing/2014/main" id="{E3A477C5-E875-95CA-2CFB-23055172C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1" name="Rectangle 56">
                <a:extLst>
                  <a:ext uri="{FF2B5EF4-FFF2-40B4-BE49-F238E27FC236}">
                    <a16:creationId xmlns:a16="http://schemas.microsoft.com/office/drawing/2014/main" id="{6B7B2967-E084-A0A2-5B89-1CB9F741E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2" name="Rectangle 57">
                <a:extLst>
                  <a:ext uri="{FF2B5EF4-FFF2-40B4-BE49-F238E27FC236}">
                    <a16:creationId xmlns:a16="http://schemas.microsoft.com/office/drawing/2014/main" id="{867029A4-9DB0-BEE1-6808-49F613F72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3" name="Rectangle 60">
                <a:extLst>
                  <a:ext uri="{FF2B5EF4-FFF2-40B4-BE49-F238E27FC236}">
                    <a16:creationId xmlns:a16="http://schemas.microsoft.com/office/drawing/2014/main" id="{0FD8B8CC-72DC-BC00-0EEA-1B3D9DB4A9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4" name="Rectangle 62">
                <a:extLst>
                  <a:ext uri="{FF2B5EF4-FFF2-40B4-BE49-F238E27FC236}">
                    <a16:creationId xmlns:a16="http://schemas.microsoft.com/office/drawing/2014/main" id="{C4074C27-3BE1-81C2-7AC3-02C984E66E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5" name="Rectangle 63">
                <a:extLst>
                  <a:ext uri="{FF2B5EF4-FFF2-40B4-BE49-F238E27FC236}">
                    <a16:creationId xmlns:a16="http://schemas.microsoft.com/office/drawing/2014/main" id="{DD85CE84-8EFC-554A-1231-E5FD013D64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6" name="Rectangle 65">
                <a:extLst>
                  <a:ext uri="{FF2B5EF4-FFF2-40B4-BE49-F238E27FC236}">
                    <a16:creationId xmlns:a16="http://schemas.microsoft.com/office/drawing/2014/main" id="{15CE1ACC-CD6A-4EC3-40EF-D80A6551A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7" name="Rectangle 66">
                <a:extLst>
                  <a:ext uri="{FF2B5EF4-FFF2-40B4-BE49-F238E27FC236}">
                    <a16:creationId xmlns:a16="http://schemas.microsoft.com/office/drawing/2014/main" id="{7083BF4D-FC22-AE48-E39A-A225DE42CF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8" name="Rectangle 67">
                <a:extLst>
                  <a:ext uri="{FF2B5EF4-FFF2-40B4-BE49-F238E27FC236}">
                    <a16:creationId xmlns:a16="http://schemas.microsoft.com/office/drawing/2014/main" id="{677856B9-0085-E4FC-9E7D-43A32769B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9" name="Rectangle 68">
                <a:extLst>
                  <a:ext uri="{FF2B5EF4-FFF2-40B4-BE49-F238E27FC236}">
                    <a16:creationId xmlns:a16="http://schemas.microsoft.com/office/drawing/2014/main" id="{3A51A860-7D00-B428-3FC6-C74C0AD95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0" name="Rectangle 70">
                <a:extLst>
                  <a:ext uri="{FF2B5EF4-FFF2-40B4-BE49-F238E27FC236}">
                    <a16:creationId xmlns:a16="http://schemas.microsoft.com/office/drawing/2014/main" id="{EE6E9DE7-7402-0B6F-1C64-332EFE05D7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1" name="Rectangle 71">
                <a:extLst>
                  <a:ext uri="{FF2B5EF4-FFF2-40B4-BE49-F238E27FC236}">
                    <a16:creationId xmlns:a16="http://schemas.microsoft.com/office/drawing/2014/main" id="{E735BFA1-5F8A-F9DC-7526-89A44928B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2" name="Rectangle 72">
                <a:extLst>
                  <a:ext uri="{FF2B5EF4-FFF2-40B4-BE49-F238E27FC236}">
                    <a16:creationId xmlns:a16="http://schemas.microsoft.com/office/drawing/2014/main" id="{67C7C6DF-3311-18B8-40AC-051603B219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3" name="Rectangle 75">
                <a:extLst>
                  <a:ext uri="{FF2B5EF4-FFF2-40B4-BE49-F238E27FC236}">
                    <a16:creationId xmlns:a16="http://schemas.microsoft.com/office/drawing/2014/main" id="{CE220480-9BAA-A95E-344D-42C84CA50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4" name="Rectangle 76">
                <a:extLst>
                  <a:ext uri="{FF2B5EF4-FFF2-40B4-BE49-F238E27FC236}">
                    <a16:creationId xmlns:a16="http://schemas.microsoft.com/office/drawing/2014/main" id="{788DDF15-8FD6-12D0-A833-0269B72CFD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5" name="Rectangle 77">
                <a:extLst>
                  <a:ext uri="{FF2B5EF4-FFF2-40B4-BE49-F238E27FC236}">
                    <a16:creationId xmlns:a16="http://schemas.microsoft.com/office/drawing/2014/main" id="{FFD12680-7EDF-8D5D-408F-D812CFC7E4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6" name="Rectangle 79">
                <a:extLst>
                  <a:ext uri="{FF2B5EF4-FFF2-40B4-BE49-F238E27FC236}">
                    <a16:creationId xmlns:a16="http://schemas.microsoft.com/office/drawing/2014/main" id="{5F3CDF29-C0D9-126F-06FD-814A6248AB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7" name="Rectangle 80">
                <a:extLst>
                  <a:ext uri="{FF2B5EF4-FFF2-40B4-BE49-F238E27FC236}">
                    <a16:creationId xmlns:a16="http://schemas.microsoft.com/office/drawing/2014/main" id="{EFA7A06C-B801-5B0C-7480-5E22DF01BB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8" name="Rectangle 81">
                <a:extLst>
                  <a:ext uri="{FF2B5EF4-FFF2-40B4-BE49-F238E27FC236}">
                    <a16:creationId xmlns:a16="http://schemas.microsoft.com/office/drawing/2014/main" id="{D85951BD-5984-2BEE-4991-7DC8A75009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9" name="Rectangle 82">
                <a:extLst>
                  <a:ext uri="{FF2B5EF4-FFF2-40B4-BE49-F238E27FC236}">
                    <a16:creationId xmlns:a16="http://schemas.microsoft.com/office/drawing/2014/main" id="{9D190C7F-4F87-51BD-D9E8-4B4447E99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0" name="Rectangle 83">
                <a:extLst>
                  <a:ext uri="{FF2B5EF4-FFF2-40B4-BE49-F238E27FC236}">
                    <a16:creationId xmlns:a16="http://schemas.microsoft.com/office/drawing/2014/main" id="{BC6E9B0B-F5E0-E6A4-03C2-3F4DF85ED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1" name="Rectangle 85">
                <a:extLst>
                  <a:ext uri="{FF2B5EF4-FFF2-40B4-BE49-F238E27FC236}">
                    <a16:creationId xmlns:a16="http://schemas.microsoft.com/office/drawing/2014/main" id="{BFEC0FE7-38D3-79AC-E524-CE19D2C6AE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2" name="Rectangle 86">
                <a:extLst>
                  <a:ext uri="{FF2B5EF4-FFF2-40B4-BE49-F238E27FC236}">
                    <a16:creationId xmlns:a16="http://schemas.microsoft.com/office/drawing/2014/main" id="{1D09F5A2-8C4E-2573-0859-6A97E4842C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3" name="Rectangle 87">
                <a:extLst>
                  <a:ext uri="{FF2B5EF4-FFF2-40B4-BE49-F238E27FC236}">
                    <a16:creationId xmlns:a16="http://schemas.microsoft.com/office/drawing/2014/main" id="{FD671200-C320-6CD9-A4C2-9DEC02240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4" name="Rectangle 88">
                <a:extLst>
                  <a:ext uri="{FF2B5EF4-FFF2-40B4-BE49-F238E27FC236}">
                    <a16:creationId xmlns:a16="http://schemas.microsoft.com/office/drawing/2014/main" id="{EA24A32B-6044-95D2-FF72-DA762535C0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5" name="Rectangle 89">
                <a:extLst>
                  <a:ext uri="{FF2B5EF4-FFF2-40B4-BE49-F238E27FC236}">
                    <a16:creationId xmlns:a16="http://schemas.microsoft.com/office/drawing/2014/main" id="{ECD7E7AA-7C71-82BF-F0FB-DD1FE58714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6" name="Rectangle 91">
                <a:extLst>
                  <a:ext uri="{FF2B5EF4-FFF2-40B4-BE49-F238E27FC236}">
                    <a16:creationId xmlns:a16="http://schemas.microsoft.com/office/drawing/2014/main" id="{21D93070-23FD-1CDF-95F7-0E8EEC3FFA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7" name="Rectangle 92">
                <a:extLst>
                  <a:ext uri="{FF2B5EF4-FFF2-40B4-BE49-F238E27FC236}">
                    <a16:creationId xmlns:a16="http://schemas.microsoft.com/office/drawing/2014/main" id="{5140F7D0-0E7E-5D52-47A0-FD8D2F2B6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8" name="Rectangle 93">
                <a:extLst>
                  <a:ext uri="{FF2B5EF4-FFF2-40B4-BE49-F238E27FC236}">
                    <a16:creationId xmlns:a16="http://schemas.microsoft.com/office/drawing/2014/main" id="{4059EFAB-5FD9-2225-DD3C-42D1CCF8A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9" name="Rectangle 94">
                <a:extLst>
                  <a:ext uri="{FF2B5EF4-FFF2-40B4-BE49-F238E27FC236}">
                    <a16:creationId xmlns:a16="http://schemas.microsoft.com/office/drawing/2014/main" id="{EA3B85AD-2D8C-6820-ACF3-78762438A1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0" name="Rectangle 99">
                <a:extLst>
                  <a:ext uri="{FF2B5EF4-FFF2-40B4-BE49-F238E27FC236}">
                    <a16:creationId xmlns:a16="http://schemas.microsoft.com/office/drawing/2014/main" id="{28EE618F-7B18-EC6A-54DA-FF1083CFF7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1" name="Rectangle 101">
                <a:extLst>
                  <a:ext uri="{FF2B5EF4-FFF2-40B4-BE49-F238E27FC236}">
                    <a16:creationId xmlns:a16="http://schemas.microsoft.com/office/drawing/2014/main" id="{586D471D-809D-0A3E-459B-0A2FBDC483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2" name="Rectangle 102">
                <a:extLst>
                  <a:ext uri="{FF2B5EF4-FFF2-40B4-BE49-F238E27FC236}">
                    <a16:creationId xmlns:a16="http://schemas.microsoft.com/office/drawing/2014/main" id="{1E8E0E51-7A90-1F06-2646-D836A9C2D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3" name="Rectangle 103">
                <a:extLst>
                  <a:ext uri="{FF2B5EF4-FFF2-40B4-BE49-F238E27FC236}">
                    <a16:creationId xmlns:a16="http://schemas.microsoft.com/office/drawing/2014/main" id="{609B7A8F-4DFB-C7A7-7023-9AB7998E1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4" name="Rectangle 104">
                <a:extLst>
                  <a:ext uri="{FF2B5EF4-FFF2-40B4-BE49-F238E27FC236}">
                    <a16:creationId xmlns:a16="http://schemas.microsoft.com/office/drawing/2014/main" id="{90A211DF-7450-EC09-1B33-2623158B9A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5" name="Rectangle 106">
                <a:extLst>
                  <a:ext uri="{FF2B5EF4-FFF2-40B4-BE49-F238E27FC236}">
                    <a16:creationId xmlns:a16="http://schemas.microsoft.com/office/drawing/2014/main" id="{50F4525E-2076-60F2-4BC8-BE3FDC7761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6" name="Rectangle 107">
                <a:extLst>
                  <a:ext uri="{FF2B5EF4-FFF2-40B4-BE49-F238E27FC236}">
                    <a16:creationId xmlns:a16="http://schemas.microsoft.com/office/drawing/2014/main" id="{4EA09EEA-C595-8A20-46EF-8E996938B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7" name="Rectangle 108">
                <a:extLst>
                  <a:ext uri="{FF2B5EF4-FFF2-40B4-BE49-F238E27FC236}">
                    <a16:creationId xmlns:a16="http://schemas.microsoft.com/office/drawing/2014/main" id="{CAEB43B1-BD70-4E14-CD63-790DD8D4B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8" name="Rectangle 111">
                <a:extLst>
                  <a:ext uri="{FF2B5EF4-FFF2-40B4-BE49-F238E27FC236}">
                    <a16:creationId xmlns:a16="http://schemas.microsoft.com/office/drawing/2014/main" id="{55818042-C061-1245-A1C7-5DEC2F294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9" name="Rectangle 112">
                <a:extLst>
                  <a:ext uri="{FF2B5EF4-FFF2-40B4-BE49-F238E27FC236}">
                    <a16:creationId xmlns:a16="http://schemas.microsoft.com/office/drawing/2014/main" id="{3AF69D59-D0EE-0178-59F1-10ED26AB11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0" name="Rectangle 115">
                <a:extLst>
                  <a:ext uri="{FF2B5EF4-FFF2-40B4-BE49-F238E27FC236}">
                    <a16:creationId xmlns:a16="http://schemas.microsoft.com/office/drawing/2014/main" id="{9383BF7E-3D46-04AA-959E-AEBD28EC9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1" name="Rectangle 116">
                <a:extLst>
                  <a:ext uri="{FF2B5EF4-FFF2-40B4-BE49-F238E27FC236}">
                    <a16:creationId xmlns:a16="http://schemas.microsoft.com/office/drawing/2014/main" id="{BC782131-C24D-1F53-8285-C4D4EC331C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2" name="Rectangle 117">
                <a:extLst>
                  <a:ext uri="{FF2B5EF4-FFF2-40B4-BE49-F238E27FC236}">
                    <a16:creationId xmlns:a16="http://schemas.microsoft.com/office/drawing/2014/main" id="{C7A45987-B1EA-3490-EBCB-35200E1BB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3" name="Rectangle 118">
                <a:extLst>
                  <a:ext uri="{FF2B5EF4-FFF2-40B4-BE49-F238E27FC236}">
                    <a16:creationId xmlns:a16="http://schemas.microsoft.com/office/drawing/2014/main" id="{CB1C144A-9D47-8D66-E9FA-12945D9D08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4" name="Rectangle 119">
                <a:extLst>
                  <a:ext uri="{FF2B5EF4-FFF2-40B4-BE49-F238E27FC236}">
                    <a16:creationId xmlns:a16="http://schemas.microsoft.com/office/drawing/2014/main" id="{A5F728D7-DFA3-B204-EA46-031FF7913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5" name="Rectangle 121">
                <a:extLst>
                  <a:ext uri="{FF2B5EF4-FFF2-40B4-BE49-F238E27FC236}">
                    <a16:creationId xmlns:a16="http://schemas.microsoft.com/office/drawing/2014/main" id="{F145B92E-78A4-C970-1B5B-14AA28DF25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6" name="Rectangle 122">
                <a:extLst>
                  <a:ext uri="{FF2B5EF4-FFF2-40B4-BE49-F238E27FC236}">
                    <a16:creationId xmlns:a16="http://schemas.microsoft.com/office/drawing/2014/main" id="{94D9FF85-4BBC-6DAA-DF9A-B78398D0F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7" name="Rectangle 123">
                <a:extLst>
                  <a:ext uri="{FF2B5EF4-FFF2-40B4-BE49-F238E27FC236}">
                    <a16:creationId xmlns:a16="http://schemas.microsoft.com/office/drawing/2014/main" id="{31EA9BBA-7319-C16F-E4CE-6F3498227C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8" name="Rectangle 124">
                <a:extLst>
                  <a:ext uri="{FF2B5EF4-FFF2-40B4-BE49-F238E27FC236}">
                    <a16:creationId xmlns:a16="http://schemas.microsoft.com/office/drawing/2014/main" id="{6BE5BF8D-4005-F08C-0E23-2684103F3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9" name="Rectangle 126">
                <a:extLst>
                  <a:ext uri="{FF2B5EF4-FFF2-40B4-BE49-F238E27FC236}">
                    <a16:creationId xmlns:a16="http://schemas.microsoft.com/office/drawing/2014/main" id="{8A29F428-A807-6843-0A66-1791398E2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0" name="Rectangle 127">
                <a:extLst>
                  <a:ext uri="{FF2B5EF4-FFF2-40B4-BE49-F238E27FC236}">
                    <a16:creationId xmlns:a16="http://schemas.microsoft.com/office/drawing/2014/main" id="{3839AC55-7A9D-69AF-08C3-5C957B8BD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1" name="Rectangle 130">
                <a:extLst>
                  <a:ext uri="{FF2B5EF4-FFF2-40B4-BE49-F238E27FC236}">
                    <a16:creationId xmlns:a16="http://schemas.microsoft.com/office/drawing/2014/main" id="{987BB72D-4434-F130-F3E2-EEA3CE5140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2" name="Rectangle 131">
                <a:extLst>
                  <a:ext uri="{FF2B5EF4-FFF2-40B4-BE49-F238E27FC236}">
                    <a16:creationId xmlns:a16="http://schemas.microsoft.com/office/drawing/2014/main" id="{18F5C3CB-3524-9176-8FD8-FB3E0ABB0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3" name="Rectangle 132">
                <a:extLst>
                  <a:ext uri="{FF2B5EF4-FFF2-40B4-BE49-F238E27FC236}">
                    <a16:creationId xmlns:a16="http://schemas.microsoft.com/office/drawing/2014/main" id="{C3525830-2DDD-B05D-D9F9-B074560D91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4" name="Rectangle 133">
                <a:extLst>
                  <a:ext uri="{FF2B5EF4-FFF2-40B4-BE49-F238E27FC236}">
                    <a16:creationId xmlns:a16="http://schemas.microsoft.com/office/drawing/2014/main" id="{1EC93E82-27D2-D896-8607-43237964B7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5" name="Rectangle 135">
                <a:extLst>
                  <a:ext uri="{FF2B5EF4-FFF2-40B4-BE49-F238E27FC236}">
                    <a16:creationId xmlns:a16="http://schemas.microsoft.com/office/drawing/2014/main" id="{1E58DE20-4B30-7CC8-6417-A9CC2BC17E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6" name="Rectangle 136">
                <a:extLst>
                  <a:ext uri="{FF2B5EF4-FFF2-40B4-BE49-F238E27FC236}">
                    <a16:creationId xmlns:a16="http://schemas.microsoft.com/office/drawing/2014/main" id="{D3B9D138-64C2-0099-3AEC-112C39FDED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7" name="Rectangle 137">
                <a:extLst>
                  <a:ext uri="{FF2B5EF4-FFF2-40B4-BE49-F238E27FC236}">
                    <a16:creationId xmlns:a16="http://schemas.microsoft.com/office/drawing/2014/main" id="{CB36EE7E-A557-94AC-8F87-1AD77A5D0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8" name="Rectangle 138">
                <a:extLst>
                  <a:ext uri="{FF2B5EF4-FFF2-40B4-BE49-F238E27FC236}">
                    <a16:creationId xmlns:a16="http://schemas.microsoft.com/office/drawing/2014/main" id="{0C471496-AD1C-B26C-1AA2-F1972D612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9" name="Rectangle 141">
                <a:extLst>
                  <a:ext uri="{FF2B5EF4-FFF2-40B4-BE49-F238E27FC236}">
                    <a16:creationId xmlns:a16="http://schemas.microsoft.com/office/drawing/2014/main" id="{020CA40F-5B48-15C3-300C-9E48491D6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0" name="Rectangle 142">
                <a:extLst>
                  <a:ext uri="{FF2B5EF4-FFF2-40B4-BE49-F238E27FC236}">
                    <a16:creationId xmlns:a16="http://schemas.microsoft.com/office/drawing/2014/main" id="{833D0EAC-2CF3-3217-5465-1A33B9394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1" name="Rectangle 143">
                <a:extLst>
                  <a:ext uri="{FF2B5EF4-FFF2-40B4-BE49-F238E27FC236}">
                    <a16:creationId xmlns:a16="http://schemas.microsoft.com/office/drawing/2014/main" id="{8EB79503-6738-2416-2C32-8A8025B9DF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2" name="Rectangle 144">
                <a:extLst>
                  <a:ext uri="{FF2B5EF4-FFF2-40B4-BE49-F238E27FC236}">
                    <a16:creationId xmlns:a16="http://schemas.microsoft.com/office/drawing/2014/main" id="{5CB48500-F97C-038B-6628-21B68EC2A1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3" name="Rectangle 146">
                <a:extLst>
                  <a:ext uri="{FF2B5EF4-FFF2-40B4-BE49-F238E27FC236}">
                    <a16:creationId xmlns:a16="http://schemas.microsoft.com/office/drawing/2014/main" id="{F6DDEF0B-7752-D192-9D15-E1E57AC65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4" name="Rectangle 147">
                <a:extLst>
                  <a:ext uri="{FF2B5EF4-FFF2-40B4-BE49-F238E27FC236}">
                    <a16:creationId xmlns:a16="http://schemas.microsoft.com/office/drawing/2014/main" id="{7713C5BF-CC86-4764-973D-3D42FE9E59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5" name="Rectangle 148">
                <a:extLst>
                  <a:ext uri="{FF2B5EF4-FFF2-40B4-BE49-F238E27FC236}">
                    <a16:creationId xmlns:a16="http://schemas.microsoft.com/office/drawing/2014/main" id="{44BE6FA6-17CE-3FBD-B6DB-CDF14156D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6" name="Rectangle 149">
                <a:extLst>
                  <a:ext uri="{FF2B5EF4-FFF2-40B4-BE49-F238E27FC236}">
                    <a16:creationId xmlns:a16="http://schemas.microsoft.com/office/drawing/2014/main" id="{E6759C81-129E-F511-1B5A-D12F1ACBF7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7" name="Rectangle 150">
                <a:extLst>
                  <a:ext uri="{FF2B5EF4-FFF2-40B4-BE49-F238E27FC236}">
                    <a16:creationId xmlns:a16="http://schemas.microsoft.com/office/drawing/2014/main" id="{10B52658-1282-07B7-D654-1BA5576A06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D96F324-3F0E-0E81-C5AE-46A48C44BE54}"/>
                </a:ext>
              </a:extLst>
            </p:cNvPr>
            <p:cNvGrpSpPr/>
            <p:nvPr/>
          </p:nvGrpSpPr>
          <p:grpSpPr>
            <a:xfrm>
              <a:off x="8496766" y="4468112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122" name="Rectangle 5">
                <a:extLst>
                  <a:ext uri="{FF2B5EF4-FFF2-40B4-BE49-F238E27FC236}">
                    <a16:creationId xmlns:a16="http://schemas.microsoft.com/office/drawing/2014/main" id="{1E60968B-C377-067B-3EED-1B264AF82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3" name="Rectangle 6">
                <a:extLst>
                  <a:ext uri="{FF2B5EF4-FFF2-40B4-BE49-F238E27FC236}">
                    <a16:creationId xmlns:a16="http://schemas.microsoft.com/office/drawing/2014/main" id="{ACE7CB8D-BFBD-28E4-36A1-FCB792B73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4" name="Rectangle 7">
                <a:extLst>
                  <a:ext uri="{FF2B5EF4-FFF2-40B4-BE49-F238E27FC236}">
                    <a16:creationId xmlns:a16="http://schemas.microsoft.com/office/drawing/2014/main" id="{C55901CD-890E-28E8-040B-05143CFD58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5" name="Rectangle 10">
                <a:extLst>
                  <a:ext uri="{FF2B5EF4-FFF2-40B4-BE49-F238E27FC236}">
                    <a16:creationId xmlns:a16="http://schemas.microsoft.com/office/drawing/2014/main" id="{DBCAD64B-16A6-EE3B-77B6-9400D23552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6" name="Rectangle 11">
                <a:extLst>
                  <a:ext uri="{FF2B5EF4-FFF2-40B4-BE49-F238E27FC236}">
                    <a16:creationId xmlns:a16="http://schemas.microsoft.com/office/drawing/2014/main" id="{126447E1-225E-2BB6-E4F3-4A88DBBAB0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7" name="Rectangle 12">
                <a:extLst>
                  <a:ext uri="{FF2B5EF4-FFF2-40B4-BE49-F238E27FC236}">
                    <a16:creationId xmlns:a16="http://schemas.microsoft.com/office/drawing/2014/main" id="{E0D8AC57-43CB-CCA7-257B-70B937707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8" name="Rectangle 13">
                <a:extLst>
                  <a:ext uri="{FF2B5EF4-FFF2-40B4-BE49-F238E27FC236}">
                    <a16:creationId xmlns:a16="http://schemas.microsoft.com/office/drawing/2014/main" id="{52563A95-0E14-FC0B-863C-BE7EE3A1C6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9" name="Rectangle 14">
                <a:extLst>
                  <a:ext uri="{FF2B5EF4-FFF2-40B4-BE49-F238E27FC236}">
                    <a16:creationId xmlns:a16="http://schemas.microsoft.com/office/drawing/2014/main" id="{BD039A3A-4F8E-8A96-FFFF-F02BCC4345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0" name="Rectangle 16">
                <a:extLst>
                  <a:ext uri="{FF2B5EF4-FFF2-40B4-BE49-F238E27FC236}">
                    <a16:creationId xmlns:a16="http://schemas.microsoft.com/office/drawing/2014/main" id="{A6EAEDAE-30FD-76A9-1564-E96A354EF7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1" name="Rectangle 17">
                <a:extLst>
                  <a:ext uri="{FF2B5EF4-FFF2-40B4-BE49-F238E27FC236}">
                    <a16:creationId xmlns:a16="http://schemas.microsoft.com/office/drawing/2014/main" id="{B8D8EE83-3F5A-7CA3-1613-00D98817AA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2" name="Rectangle 18">
                <a:extLst>
                  <a:ext uri="{FF2B5EF4-FFF2-40B4-BE49-F238E27FC236}">
                    <a16:creationId xmlns:a16="http://schemas.microsoft.com/office/drawing/2014/main" id="{A6B1996E-4A15-4CB1-F30C-121F775966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3" name="Rectangle 19">
                <a:extLst>
                  <a:ext uri="{FF2B5EF4-FFF2-40B4-BE49-F238E27FC236}">
                    <a16:creationId xmlns:a16="http://schemas.microsoft.com/office/drawing/2014/main" id="{71ADC848-9D98-01AF-CEF8-3AE4A7CC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4" name="Rectangle 20">
                <a:extLst>
                  <a:ext uri="{FF2B5EF4-FFF2-40B4-BE49-F238E27FC236}">
                    <a16:creationId xmlns:a16="http://schemas.microsoft.com/office/drawing/2014/main" id="{991E6691-C519-B79C-A504-8EEDA1C77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5" name="Rectangle 22">
                <a:extLst>
                  <a:ext uri="{FF2B5EF4-FFF2-40B4-BE49-F238E27FC236}">
                    <a16:creationId xmlns:a16="http://schemas.microsoft.com/office/drawing/2014/main" id="{8BC5287A-2A98-2108-CF4A-0F107A530A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6" name="Rectangle 23">
                <a:extLst>
                  <a:ext uri="{FF2B5EF4-FFF2-40B4-BE49-F238E27FC236}">
                    <a16:creationId xmlns:a16="http://schemas.microsoft.com/office/drawing/2014/main" id="{137DCFAC-8761-3D7E-9A52-CBF0821C79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7" name="Rectangle 26">
                <a:extLst>
                  <a:ext uri="{FF2B5EF4-FFF2-40B4-BE49-F238E27FC236}">
                    <a16:creationId xmlns:a16="http://schemas.microsoft.com/office/drawing/2014/main" id="{B976A5DB-4531-4CF1-B687-F750C9279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8" name="Rectangle 27">
                <a:extLst>
                  <a:ext uri="{FF2B5EF4-FFF2-40B4-BE49-F238E27FC236}">
                    <a16:creationId xmlns:a16="http://schemas.microsoft.com/office/drawing/2014/main" id="{8B2920B8-EE78-7D7D-A8F9-21873AC3A7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9" name="Rectangle 28">
                <a:extLst>
                  <a:ext uri="{FF2B5EF4-FFF2-40B4-BE49-F238E27FC236}">
                    <a16:creationId xmlns:a16="http://schemas.microsoft.com/office/drawing/2014/main" id="{28B5C80A-4778-1682-26C8-1C9EA78DB4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0" name="Rectangle 29">
                <a:extLst>
                  <a:ext uri="{FF2B5EF4-FFF2-40B4-BE49-F238E27FC236}">
                    <a16:creationId xmlns:a16="http://schemas.microsoft.com/office/drawing/2014/main" id="{0CA5521D-9B8C-53C2-2CFF-A9AC1CFDE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1" name="Rectangle 30">
                <a:extLst>
                  <a:ext uri="{FF2B5EF4-FFF2-40B4-BE49-F238E27FC236}">
                    <a16:creationId xmlns:a16="http://schemas.microsoft.com/office/drawing/2014/main" id="{FD3BFA07-7862-43B7-22E7-56023594F2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2" name="Rectangle 32">
                <a:extLst>
                  <a:ext uri="{FF2B5EF4-FFF2-40B4-BE49-F238E27FC236}">
                    <a16:creationId xmlns:a16="http://schemas.microsoft.com/office/drawing/2014/main" id="{A25BFF85-0C08-C4DB-3C22-73A5A5B453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3" name="Rectangle 34">
                <a:extLst>
                  <a:ext uri="{FF2B5EF4-FFF2-40B4-BE49-F238E27FC236}">
                    <a16:creationId xmlns:a16="http://schemas.microsoft.com/office/drawing/2014/main" id="{BC12093E-0920-2574-76C7-7D1605C528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4" name="Rectangle 36">
                <a:extLst>
                  <a:ext uri="{FF2B5EF4-FFF2-40B4-BE49-F238E27FC236}">
                    <a16:creationId xmlns:a16="http://schemas.microsoft.com/office/drawing/2014/main" id="{CBD5F339-89E6-65B4-F74A-C39CAFA81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5" name="Rectangle 37">
                <a:extLst>
                  <a:ext uri="{FF2B5EF4-FFF2-40B4-BE49-F238E27FC236}">
                    <a16:creationId xmlns:a16="http://schemas.microsoft.com/office/drawing/2014/main" id="{9C50ACBA-6012-4FD9-4F36-B65B78C89C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6" name="Rectangle 38">
                <a:extLst>
                  <a:ext uri="{FF2B5EF4-FFF2-40B4-BE49-F238E27FC236}">
                    <a16:creationId xmlns:a16="http://schemas.microsoft.com/office/drawing/2014/main" id="{2299388F-3111-440F-8CDE-51D3C8DA47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7" name="Rectangle 39">
                <a:extLst>
                  <a:ext uri="{FF2B5EF4-FFF2-40B4-BE49-F238E27FC236}">
                    <a16:creationId xmlns:a16="http://schemas.microsoft.com/office/drawing/2014/main" id="{D7CB7C31-91BC-E5FE-321D-393B3D20A4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8" name="Rectangle 41">
                <a:extLst>
                  <a:ext uri="{FF2B5EF4-FFF2-40B4-BE49-F238E27FC236}">
                    <a16:creationId xmlns:a16="http://schemas.microsoft.com/office/drawing/2014/main" id="{9D484E65-871F-DD4F-A16A-3D754C5F77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9" name="Rectangle 43">
                <a:extLst>
                  <a:ext uri="{FF2B5EF4-FFF2-40B4-BE49-F238E27FC236}">
                    <a16:creationId xmlns:a16="http://schemas.microsoft.com/office/drawing/2014/main" id="{F91783B7-1497-82E5-9BE5-3294301EE5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0" name="Rectangle 45">
                <a:extLst>
                  <a:ext uri="{FF2B5EF4-FFF2-40B4-BE49-F238E27FC236}">
                    <a16:creationId xmlns:a16="http://schemas.microsoft.com/office/drawing/2014/main" id="{B11A53D7-32DF-026C-DA55-1CA1957B7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1" name="Rectangle 46">
                <a:extLst>
                  <a:ext uri="{FF2B5EF4-FFF2-40B4-BE49-F238E27FC236}">
                    <a16:creationId xmlns:a16="http://schemas.microsoft.com/office/drawing/2014/main" id="{E1D94108-B533-EBAB-0F6E-10AB5B51E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2" name="Rectangle 47">
                <a:extLst>
                  <a:ext uri="{FF2B5EF4-FFF2-40B4-BE49-F238E27FC236}">
                    <a16:creationId xmlns:a16="http://schemas.microsoft.com/office/drawing/2014/main" id="{DBD36625-C7BD-02D6-FC25-744BC5294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3" name="Rectangle 48">
                <a:extLst>
                  <a:ext uri="{FF2B5EF4-FFF2-40B4-BE49-F238E27FC236}">
                    <a16:creationId xmlns:a16="http://schemas.microsoft.com/office/drawing/2014/main" id="{76817901-B49A-05AD-3573-C34A8FDC2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4" name="Rectangle 49">
                <a:extLst>
                  <a:ext uri="{FF2B5EF4-FFF2-40B4-BE49-F238E27FC236}">
                    <a16:creationId xmlns:a16="http://schemas.microsoft.com/office/drawing/2014/main" id="{A9EAC521-D167-3440-902D-3076CAFF4F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5" name="Rectangle 51">
                <a:extLst>
                  <a:ext uri="{FF2B5EF4-FFF2-40B4-BE49-F238E27FC236}">
                    <a16:creationId xmlns:a16="http://schemas.microsoft.com/office/drawing/2014/main" id="{339C76A5-7A6C-FCDC-F55F-A29F351464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6" name="Rectangle 52">
                <a:extLst>
                  <a:ext uri="{FF2B5EF4-FFF2-40B4-BE49-F238E27FC236}">
                    <a16:creationId xmlns:a16="http://schemas.microsoft.com/office/drawing/2014/main" id="{EF85DFB6-5B4E-F45A-3721-F612C83F4C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7" name="Rectangle 53">
                <a:extLst>
                  <a:ext uri="{FF2B5EF4-FFF2-40B4-BE49-F238E27FC236}">
                    <a16:creationId xmlns:a16="http://schemas.microsoft.com/office/drawing/2014/main" id="{D7E539D4-C46B-666C-A660-3B603A4BE8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8" name="Rectangle 55">
                <a:extLst>
                  <a:ext uri="{FF2B5EF4-FFF2-40B4-BE49-F238E27FC236}">
                    <a16:creationId xmlns:a16="http://schemas.microsoft.com/office/drawing/2014/main" id="{D4353305-2FA1-7E88-F709-968A6398B3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9" name="Rectangle 56">
                <a:extLst>
                  <a:ext uri="{FF2B5EF4-FFF2-40B4-BE49-F238E27FC236}">
                    <a16:creationId xmlns:a16="http://schemas.microsoft.com/office/drawing/2014/main" id="{3E8A3E77-A468-62FA-E9E7-6E113CF535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0" name="Rectangle 57">
                <a:extLst>
                  <a:ext uri="{FF2B5EF4-FFF2-40B4-BE49-F238E27FC236}">
                    <a16:creationId xmlns:a16="http://schemas.microsoft.com/office/drawing/2014/main" id="{85ADB93A-11D4-B0ED-CB07-9B6A7CD1D5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1" name="Rectangle 60">
                <a:extLst>
                  <a:ext uri="{FF2B5EF4-FFF2-40B4-BE49-F238E27FC236}">
                    <a16:creationId xmlns:a16="http://schemas.microsoft.com/office/drawing/2014/main" id="{58C6F24D-EDB4-3204-E987-FB1014F1F1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2" name="Rectangle 63">
                <a:extLst>
                  <a:ext uri="{FF2B5EF4-FFF2-40B4-BE49-F238E27FC236}">
                    <a16:creationId xmlns:a16="http://schemas.microsoft.com/office/drawing/2014/main" id="{D2869914-E3AD-314C-D2C0-E6D551CE1C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3" name="Rectangle 65">
                <a:extLst>
                  <a:ext uri="{FF2B5EF4-FFF2-40B4-BE49-F238E27FC236}">
                    <a16:creationId xmlns:a16="http://schemas.microsoft.com/office/drawing/2014/main" id="{0A9F36A3-CE23-0F1E-D4CF-B817F65F93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4" name="Rectangle 66">
                <a:extLst>
                  <a:ext uri="{FF2B5EF4-FFF2-40B4-BE49-F238E27FC236}">
                    <a16:creationId xmlns:a16="http://schemas.microsoft.com/office/drawing/2014/main" id="{E060CD88-AB83-8C5C-8D12-D459B4BE7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5" name="Rectangle 67">
                <a:extLst>
                  <a:ext uri="{FF2B5EF4-FFF2-40B4-BE49-F238E27FC236}">
                    <a16:creationId xmlns:a16="http://schemas.microsoft.com/office/drawing/2014/main" id="{A81CD53A-D88C-394F-AAF1-03D5180A7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6" name="Rectangle 68">
                <a:extLst>
                  <a:ext uri="{FF2B5EF4-FFF2-40B4-BE49-F238E27FC236}">
                    <a16:creationId xmlns:a16="http://schemas.microsoft.com/office/drawing/2014/main" id="{46235A46-9268-630C-2BDC-45235E191B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7" name="Rectangle 70">
                <a:extLst>
                  <a:ext uri="{FF2B5EF4-FFF2-40B4-BE49-F238E27FC236}">
                    <a16:creationId xmlns:a16="http://schemas.microsoft.com/office/drawing/2014/main" id="{DE9ECBA9-18F2-14BA-A337-7F89839BD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8" name="Rectangle 71">
                <a:extLst>
                  <a:ext uri="{FF2B5EF4-FFF2-40B4-BE49-F238E27FC236}">
                    <a16:creationId xmlns:a16="http://schemas.microsoft.com/office/drawing/2014/main" id="{C9E4418D-1C8B-03CC-7F47-785F07820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9" name="Rectangle 72">
                <a:extLst>
                  <a:ext uri="{FF2B5EF4-FFF2-40B4-BE49-F238E27FC236}">
                    <a16:creationId xmlns:a16="http://schemas.microsoft.com/office/drawing/2014/main" id="{186E1128-88E4-6351-3FFF-0FDA4A5A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0" name="Rectangle 75">
                <a:extLst>
                  <a:ext uri="{FF2B5EF4-FFF2-40B4-BE49-F238E27FC236}">
                    <a16:creationId xmlns:a16="http://schemas.microsoft.com/office/drawing/2014/main" id="{951B38EB-CB8F-C7D8-9E08-21E88A103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1" name="Rectangle 76">
                <a:extLst>
                  <a:ext uri="{FF2B5EF4-FFF2-40B4-BE49-F238E27FC236}">
                    <a16:creationId xmlns:a16="http://schemas.microsoft.com/office/drawing/2014/main" id="{C14DF5E3-1EE6-1BE7-F565-23BD0F7F10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2" name="Rectangle 77">
                <a:extLst>
                  <a:ext uri="{FF2B5EF4-FFF2-40B4-BE49-F238E27FC236}">
                    <a16:creationId xmlns:a16="http://schemas.microsoft.com/office/drawing/2014/main" id="{1C5E5291-8FD5-E4AF-E29F-BB7DF7ABE7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3" name="Rectangle 79">
                <a:extLst>
                  <a:ext uri="{FF2B5EF4-FFF2-40B4-BE49-F238E27FC236}">
                    <a16:creationId xmlns:a16="http://schemas.microsoft.com/office/drawing/2014/main" id="{CD4305E2-A0AD-A2DF-E803-DEF24C9F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4" name="Rectangle 80">
                <a:extLst>
                  <a:ext uri="{FF2B5EF4-FFF2-40B4-BE49-F238E27FC236}">
                    <a16:creationId xmlns:a16="http://schemas.microsoft.com/office/drawing/2014/main" id="{496763CB-F13B-A5E9-DE88-3CF49924F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5" name="Rectangle 81">
                <a:extLst>
                  <a:ext uri="{FF2B5EF4-FFF2-40B4-BE49-F238E27FC236}">
                    <a16:creationId xmlns:a16="http://schemas.microsoft.com/office/drawing/2014/main" id="{4DD9AB0B-5F17-6D1E-613E-6FA8EF1F78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6" name="Rectangle 82">
                <a:extLst>
                  <a:ext uri="{FF2B5EF4-FFF2-40B4-BE49-F238E27FC236}">
                    <a16:creationId xmlns:a16="http://schemas.microsoft.com/office/drawing/2014/main" id="{9C04C9E4-A02A-6E18-26D2-2439B8565F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7" name="Rectangle 83">
                <a:extLst>
                  <a:ext uri="{FF2B5EF4-FFF2-40B4-BE49-F238E27FC236}">
                    <a16:creationId xmlns:a16="http://schemas.microsoft.com/office/drawing/2014/main" id="{15FE8861-D0CC-D26B-E7FD-15483CEB49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8" name="Rectangle 85">
                <a:extLst>
                  <a:ext uri="{FF2B5EF4-FFF2-40B4-BE49-F238E27FC236}">
                    <a16:creationId xmlns:a16="http://schemas.microsoft.com/office/drawing/2014/main" id="{2D846736-95DF-482B-A76F-A6564D8E5A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9" name="Rectangle 86">
                <a:extLst>
                  <a:ext uri="{FF2B5EF4-FFF2-40B4-BE49-F238E27FC236}">
                    <a16:creationId xmlns:a16="http://schemas.microsoft.com/office/drawing/2014/main" id="{436BB328-E4BA-3CB1-5CDC-608AD5A9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0" name="Rectangle 87">
                <a:extLst>
                  <a:ext uri="{FF2B5EF4-FFF2-40B4-BE49-F238E27FC236}">
                    <a16:creationId xmlns:a16="http://schemas.microsoft.com/office/drawing/2014/main" id="{BA9110B5-FE76-5DFF-4C8B-6778EA325B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1" name="Rectangle 89">
                <a:extLst>
                  <a:ext uri="{FF2B5EF4-FFF2-40B4-BE49-F238E27FC236}">
                    <a16:creationId xmlns:a16="http://schemas.microsoft.com/office/drawing/2014/main" id="{335386AE-F547-C565-1AB6-1F7251E866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2" name="Rectangle 91">
                <a:extLst>
                  <a:ext uri="{FF2B5EF4-FFF2-40B4-BE49-F238E27FC236}">
                    <a16:creationId xmlns:a16="http://schemas.microsoft.com/office/drawing/2014/main" id="{F4716E49-1EEB-AC8E-B016-B01B62E81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3" name="Rectangle 92">
                <a:extLst>
                  <a:ext uri="{FF2B5EF4-FFF2-40B4-BE49-F238E27FC236}">
                    <a16:creationId xmlns:a16="http://schemas.microsoft.com/office/drawing/2014/main" id="{472C14E0-E019-C9E8-FEF9-8AD01BF94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4" name="Rectangle 93">
                <a:extLst>
                  <a:ext uri="{FF2B5EF4-FFF2-40B4-BE49-F238E27FC236}">
                    <a16:creationId xmlns:a16="http://schemas.microsoft.com/office/drawing/2014/main" id="{174F11FA-A1DB-C6C4-748D-94BF974825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5" name="Rectangle 94">
                <a:extLst>
                  <a:ext uri="{FF2B5EF4-FFF2-40B4-BE49-F238E27FC236}">
                    <a16:creationId xmlns:a16="http://schemas.microsoft.com/office/drawing/2014/main" id="{890751A3-D9D3-B37C-229B-DE005A042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6" name="Rectangle 97">
                <a:extLst>
                  <a:ext uri="{FF2B5EF4-FFF2-40B4-BE49-F238E27FC236}">
                    <a16:creationId xmlns:a16="http://schemas.microsoft.com/office/drawing/2014/main" id="{4C9255D3-AE5D-F1A0-9C64-49D37209C3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7" name="Rectangle 99">
                <a:extLst>
                  <a:ext uri="{FF2B5EF4-FFF2-40B4-BE49-F238E27FC236}">
                    <a16:creationId xmlns:a16="http://schemas.microsoft.com/office/drawing/2014/main" id="{1167997E-52C7-032A-E372-4EB8F0CAA2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8" name="Rectangle 101">
                <a:extLst>
                  <a:ext uri="{FF2B5EF4-FFF2-40B4-BE49-F238E27FC236}">
                    <a16:creationId xmlns:a16="http://schemas.microsoft.com/office/drawing/2014/main" id="{4E883ACC-3836-8135-DC23-238A656BB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9" name="Rectangle 102">
                <a:extLst>
                  <a:ext uri="{FF2B5EF4-FFF2-40B4-BE49-F238E27FC236}">
                    <a16:creationId xmlns:a16="http://schemas.microsoft.com/office/drawing/2014/main" id="{CEDE2D33-80A3-59F8-53EB-A37F9A7230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0" name="Rectangle 103">
                <a:extLst>
                  <a:ext uri="{FF2B5EF4-FFF2-40B4-BE49-F238E27FC236}">
                    <a16:creationId xmlns:a16="http://schemas.microsoft.com/office/drawing/2014/main" id="{6A178857-C609-5C1F-E84E-9A63958B5A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1" name="Rectangle 104">
                <a:extLst>
                  <a:ext uri="{FF2B5EF4-FFF2-40B4-BE49-F238E27FC236}">
                    <a16:creationId xmlns:a16="http://schemas.microsoft.com/office/drawing/2014/main" id="{9EE9F109-CA4F-BC1E-2EDC-AB698179C6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2" name="Rectangle 106">
                <a:extLst>
                  <a:ext uri="{FF2B5EF4-FFF2-40B4-BE49-F238E27FC236}">
                    <a16:creationId xmlns:a16="http://schemas.microsoft.com/office/drawing/2014/main" id="{8B414E04-D100-41EF-2716-67CC3B4569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3" name="Rectangle 107">
                <a:extLst>
                  <a:ext uri="{FF2B5EF4-FFF2-40B4-BE49-F238E27FC236}">
                    <a16:creationId xmlns:a16="http://schemas.microsoft.com/office/drawing/2014/main" id="{5701F5AB-9265-01FE-9117-58BFC9F5BE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4" name="Rectangle 111">
                <a:extLst>
                  <a:ext uri="{FF2B5EF4-FFF2-40B4-BE49-F238E27FC236}">
                    <a16:creationId xmlns:a16="http://schemas.microsoft.com/office/drawing/2014/main" id="{065BA354-1F15-A9CF-D641-F749C9FF2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5" name="Rectangle 112">
                <a:extLst>
                  <a:ext uri="{FF2B5EF4-FFF2-40B4-BE49-F238E27FC236}">
                    <a16:creationId xmlns:a16="http://schemas.microsoft.com/office/drawing/2014/main" id="{550EBF13-BB2F-CAF6-491A-53E5E2A7E8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6" name="Rectangle 115">
                <a:extLst>
                  <a:ext uri="{FF2B5EF4-FFF2-40B4-BE49-F238E27FC236}">
                    <a16:creationId xmlns:a16="http://schemas.microsoft.com/office/drawing/2014/main" id="{A5379273-8579-55B5-75B9-E4CEB37F16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7" name="Rectangle 116">
                <a:extLst>
                  <a:ext uri="{FF2B5EF4-FFF2-40B4-BE49-F238E27FC236}">
                    <a16:creationId xmlns:a16="http://schemas.microsoft.com/office/drawing/2014/main" id="{20058113-0D24-067E-C24E-7F87F515A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8" name="Rectangle 117">
                <a:extLst>
                  <a:ext uri="{FF2B5EF4-FFF2-40B4-BE49-F238E27FC236}">
                    <a16:creationId xmlns:a16="http://schemas.microsoft.com/office/drawing/2014/main" id="{0BB3575F-9395-A913-80E8-695FD341FC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9" name="Rectangle 118">
                <a:extLst>
                  <a:ext uri="{FF2B5EF4-FFF2-40B4-BE49-F238E27FC236}">
                    <a16:creationId xmlns:a16="http://schemas.microsoft.com/office/drawing/2014/main" id="{5FE20077-54CC-8C20-D9F7-7AEEC7BF19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0" name="Rectangle 119">
                <a:extLst>
                  <a:ext uri="{FF2B5EF4-FFF2-40B4-BE49-F238E27FC236}">
                    <a16:creationId xmlns:a16="http://schemas.microsoft.com/office/drawing/2014/main" id="{C5D79F8D-4DBE-7BD1-70FC-552CCA7633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1" name="Rectangle 121">
                <a:extLst>
                  <a:ext uri="{FF2B5EF4-FFF2-40B4-BE49-F238E27FC236}">
                    <a16:creationId xmlns:a16="http://schemas.microsoft.com/office/drawing/2014/main" id="{B2986FE0-FED8-FF7A-16AE-F7302B0D78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2" name="Rectangle 122">
                <a:extLst>
                  <a:ext uri="{FF2B5EF4-FFF2-40B4-BE49-F238E27FC236}">
                    <a16:creationId xmlns:a16="http://schemas.microsoft.com/office/drawing/2014/main" id="{0C45E263-132C-C89C-4BCE-F1E53944F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3" name="Rectangle 123">
                <a:extLst>
                  <a:ext uri="{FF2B5EF4-FFF2-40B4-BE49-F238E27FC236}">
                    <a16:creationId xmlns:a16="http://schemas.microsoft.com/office/drawing/2014/main" id="{1F793A33-331E-F4B0-8E4F-B5D9049F90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4" name="Rectangle 124">
                <a:extLst>
                  <a:ext uri="{FF2B5EF4-FFF2-40B4-BE49-F238E27FC236}">
                    <a16:creationId xmlns:a16="http://schemas.microsoft.com/office/drawing/2014/main" id="{197E5A6F-C215-414E-A5F4-1FB4421333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5" name="Rectangle 126">
                <a:extLst>
                  <a:ext uri="{FF2B5EF4-FFF2-40B4-BE49-F238E27FC236}">
                    <a16:creationId xmlns:a16="http://schemas.microsoft.com/office/drawing/2014/main" id="{17A9B451-F953-2800-48B8-BBA997888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6" name="Rectangle 127">
                <a:extLst>
                  <a:ext uri="{FF2B5EF4-FFF2-40B4-BE49-F238E27FC236}">
                    <a16:creationId xmlns:a16="http://schemas.microsoft.com/office/drawing/2014/main" id="{3D609313-D058-AE2A-F348-63781D06A6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7" name="Rectangle 130">
                <a:extLst>
                  <a:ext uri="{FF2B5EF4-FFF2-40B4-BE49-F238E27FC236}">
                    <a16:creationId xmlns:a16="http://schemas.microsoft.com/office/drawing/2014/main" id="{3F185CE2-8CCB-683B-AD57-53EAB22FF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8" name="Rectangle 131">
                <a:extLst>
                  <a:ext uri="{FF2B5EF4-FFF2-40B4-BE49-F238E27FC236}">
                    <a16:creationId xmlns:a16="http://schemas.microsoft.com/office/drawing/2014/main" id="{2A7829D3-C942-416D-EA63-D5FD191289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9" name="Rectangle 132">
                <a:extLst>
                  <a:ext uri="{FF2B5EF4-FFF2-40B4-BE49-F238E27FC236}">
                    <a16:creationId xmlns:a16="http://schemas.microsoft.com/office/drawing/2014/main" id="{92A1E4F0-A499-B968-F177-7135EF3F65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0" name="Rectangle 133">
                <a:extLst>
                  <a:ext uri="{FF2B5EF4-FFF2-40B4-BE49-F238E27FC236}">
                    <a16:creationId xmlns:a16="http://schemas.microsoft.com/office/drawing/2014/main" id="{7B32E434-3F18-1E5B-1611-A07BE512F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1" name="Rectangle 135">
                <a:extLst>
                  <a:ext uri="{FF2B5EF4-FFF2-40B4-BE49-F238E27FC236}">
                    <a16:creationId xmlns:a16="http://schemas.microsoft.com/office/drawing/2014/main" id="{34C36B9B-C6E4-3BFA-30EC-FB02E3ACF9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2" name="Rectangle 136">
                <a:extLst>
                  <a:ext uri="{FF2B5EF4-FFF2-40B4-BE49-F238E27FC236}">
                    <a16:creationId xmlns:a16="http://schemas.microsoft.com/office/drawing/2014/main" id="{2CEF3753-1029-94F8-7E20-8933FBD812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3" name="Rectangle 137">
                <a:extLst>
                  <a:ext uri="{FF2B5EF4-FFF2-40B4-BE49-F238E27FC236}">
                    <a16:creationId xmlns:a16="http://schemas.microsoft.com/office/drawing/2014/main" id="{11619794-A535-372A-0DCE-2114BA9E8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4" name="Rectangle 138">
                <a:extLst>
                  <a:ext uri="{FF2B5EF4-FFF2-40B4-BE49-F238E27FC236}">
                    <a16:creationId xmlns:a16="http://schemas.microsoft.com/office/drawing/2014/main" id="{DBA38998-6AF8-A9C9-0A5D-921B560A69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5" name="Rectangle 141">
                <a:extLst>
                  <a:ext uri="{FF2B5EF4-FFF2-40B4-BE49-F238E27FC236}">
                    <a16:creationId xmlns:a16="http://schemas.microsoft.com/office/drawing/2014/main" id="{17A9EECB-B9E2-D31F-7169-C445D65FC9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6" name="Rectangle 142">
                <a:extLst>
                  <a:ext uri="{FF2B5EF4-FFF2-40B4-BE49-F238E27FC236}">
                    <a16:creationId xmlns:a16="http://schemas.microsoft.com/office/drawing/2014/main" id="{75FAAC0F-FB0D-5055-E529-8402974569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7" name="Rectangle 143">
                <a:extLst>
                  <a:ext uri="{FF2B5EF4-FFF2-40B4-BE49-F238E27FC236}">
                    <a16:creationId xmlns:a16="http://schemas.microsoft.com/office/drawing/2014/main" id="{629E0068-F16E-3444-5B90-9AB8FD9CED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8" name="Rectangle 144">
                <a:extLst>
                  <a:ext uri="{FF2B5EF4-FFF2-40B4-BE49-F238E27FC236}">
                    <a16:creationId xmlns:a16="http://schemas.microsoft.com/office/drawing/2014/main" id="{1D1E71EA-1139-CE00-7A46-8ACDA9BF5E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9" name="Rectangle 146">
                <a:extLst>
                  <a:ext uri="{FF2B5EF4-FFF2-40B4-BE49-F238E27FC236}">
                    <a16:creationId xmlns:a16="http://schemas.microsoft.com/office/drawing/2014/main" id="{EF52B112-CADD-DC5B-48D0-0CBE7C13F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0" name="Rectangle 147">
                <a:extLst>
                  <a:ext uri="{FF2B5EF4-FFF2-40B4-BE49-F238E27FC236}">
                    <a16:creationId xmlns:a16="http://schemas.microsoft.com/office/drawing/2014/main" id="{CD219848-0FB3-4CEC-3117-0A30CA8C5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1" name="Rectangle 148">
                <a:extLst>
                  <a:ext uri="{FF2B5EF4-FFF2-40B4-BE49-F238E27FC236}">
                    <a16:creationId xmlns:a16="http://schemas.microsoft.com/office/drawing/2014/main" id="{AE826327-4F9A-0198-06FD-53008D2B20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2" name="Rectangle 149">
                <a:extLst>
                  <a:ext uri="{FF2B5EF4-FFF2-40B4-BE49-F238E27FC236}">
                    <a16:creationId xmlns:a16="http://schemas.microsoft.com/office/drawing/2014/main" id="{70DE1B22-DE16-CBFB-41B7-01DCEFC9B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3" name="Rectangle 150">
                <a:extLst>
                  <a:ext uri="{FF2B5EF4-FFF2-40B4-BE49-F238E27FC236}">
                    <a16:creationId xmlns:a16="http://schemas.microsoft.com/office/drawing/2014/main" id="{8CB34FC4-C3A2-6340-4EE3-2BDB662B49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E3272AE-3461-8AFF-2604-0FD20BE6ABB6}"/>
                </a:ext>
              </a:extLst>
            </p:cNvPr>
            <p:cNvGrpSpPr/>
            <p:nvPr/>
          </p:nvGrpSpPr>
          <p:grpSpPr>
            <a:xfrm>
              <a:off x="-116540" y="4482605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19" name="Rectangle 5">
                <a:extLst>
                  <a:ext uri="{FF2B5EF4-FFF2-40B4-BE49-F238E27FC236}">
                    <a16:creationId xmlns:a16="http://schemas.microsoft.com/office/drawing/2014/main" id="{2E43E8AC-44DD-50BD-4414-70322A52A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" name="Rectangle 6">
                <a:extLst>
                  <a:ext uri="{FF2B5EF4-FFF2-40B4-BE49-F238E27FC236}">
                    <a16:creationId xmlns:a16="http://schemas.microsoft.com/office/drawing/2014/main" id="{99563A0E-18D1-6913-FE0A-887F81372D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" name="Rectangle 7">
                <a:extLst>
                  <a:ext uri="{FF2B5EF4-FFF2-40B4-BE49-F238E27FC236}">
                    <a16:creationId xmlns:a16="http://schemas.microsoft.com/office/drawing/2014/main" id="{65C77B97-A1DD-ED2E-8A63-FA90E451D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" name="Rectangle 10">
                <a:extLst>
                  <a:ext uri="{FF2B5EF4-FFF2-40B4-BE49-F238E27FC236}">
                    <a16:creationId xmlns:a16="http://schemas.microsoft.com/office/drawing/2014/main" id="{CE818B22-81FA-8515-2964-5AD1B66F5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" name="Rectangle 11">
                <a:extLst>
                  <a:ext uri="{FF2B5EF4-FFF2-40B4-BE49-F238E27FC236}">
                    <a16:creationId xmlns:a16="http://schemas.microsoft.com/office/drawing/2014/main" id="{05129943-3614-1BC0-1E71-D6647D8A7E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" name="Rectangle 12">
                <a:extLst>
                  <a:ext uri="{FF2B5EF4-FFF2-40B4-BE49-F238E27FC236}">
                    <a16:creationId xmlns:a16="http://schemas.microsoft.com/office/drawing/2014/main" id="{D64583B2-9592-1F2D-ADF0-793B0645F8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" name="Rectangle 13">
                <a:extLst>
                  <a:ext uri="{FF2B5EF4-FFF2-40B4-BE49-F238E27FC236}">
                    <a16:creationId xmlns:a16="http://schemas.microsoft.com/office/drawing/2014/main" id="{F9385A8A-47B2-DCC1-39BE-DABE6069A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" name="Rectangle 14">
                <a:extLst>
                  <a:ext uri="{FF2B5EF4-FFF2-40B4-BE49-F238E27FC236}">
                    <a16:creationId xmlns:a16="http://schemas.microsoft.com/office/drawing/2014/main" id="{4465BDBB-D478-F9D1-5B54-4E16B8A8E6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" name="Rectangle 16">
                <a:extLst>
                  <a:ext uri="{FF2B5EF4-FFF2-40B4-BE49-F238E27FC236}">
                    <a16:creationId xmlns:a16="http://schemas.microsoft.com/office/drawing/2014/main" id="{E8F5F58C-0B6C-2DD7-72B4-A8547207E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" name="Rectangle 17">
                <a:extLst>
                  <a:ext uri="{FF2B5EF4-FFF2-40B4-BE49-F238E27FC236}">
                    <a16:creationId xmlns:a16="http://schemas.microsoft.com/office/drawing/2014/main" id="{86656005-1DFD-EB16-E10F-D38C2D2E57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577F409C-E545-96DE-D1B2-D2779EB51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" name="Rectangle 19">
                <a:extLst>
                  <a:ext uri="{FF2B5EF4-FFF2-40B4-BE49-F238E27FC236}">
                    <a16:creationId xmlns:a16="http://schemas.microsoft.com/office/drawing/2014/main" id="{BE7EB67E-2B6B-72C1-876F-2CA78055F2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" name="Rectangle 20">
                <a:extLst>
                  <a:ext uri="{FF2B5EF4-FFF2-40B4-BE49-F238E27FC236}">
                    <a16:creationId xmlns:a16="http://schemas.microsoft.com/office/drawing/2014/main" id="{38F5F02C-7D88-EE8C-9D29-25D3B646EF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E25D8DC3-FEE3-DB68-E9B3-AB98F7AA8E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" name="Rectangle 26">
                <a:extLst>
                  <a:ext uri="{FF2B5EF4-FFF2-40B4-BE49-F238E27FC236}">
                    <a16:creationId xmlns:a16="http://schemas.microsoft.com/office/drawing/2014/main" id="{808C8AB0-26D4-C2CC-7199-A4FD0AFED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4" name="Rectangle 27">
                <a:extLst>
                  <a:ext uri="{FF2B5EF4-FFF2-40B4-BE49-F238E27FC236}">
                    <a16:creationId xmlns:a16="http://schemas.microsoft.com/office/drawing/2014/main" id="{29730FE2-A0D7-DF34-7592-6C4EDBCEEE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5" name="Rectangle 28">
                <a:extLst>
                  <a:ext uri="{FF2B5EF4-FFF2-40B4-BE49-F238E27FC236}">
                    <a16:creationId xmlns:a16="http://schemas.microsoft.com/office/drawing/2014/main" id="{18184441-8147-9994-4474-44D0DA7039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6" name="Rectangle 29">
                <a:extLst>
                  <a:ext uri="{FF2B5EF4-FFF2-40B4-BE49-F238E27FC236}">
                    <a16:creationId xmlns:a16="http://schemas.microsoft.com/office/drawing/2014/main" id="{14D31F61-407D-834B-245F-A9C188DF8C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7" name="Rectangle 30">
                <a:extLst>
                  <a:ext uri="{FF2B5EF4-FFF2-40B4-BE49-F238E27FC236}">
                    <a16:creationId xmlns:a16="http://schemas.microsoft.com/office/drawing/2014/main" id="{7FC23CFE-F202-A755-B992-F9309BC7C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DC70C8A3-8AEB-21AC-A523-B1B5DA191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3D2533A3-C23D-564C-FC53-DB3970A52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C540C34C-65C6-93E2-6E07-171FDBF70D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" name="Rectangle 36">
                <a:extLst>
                  <a:ext uri="{FF2B5EF4-FFF2-40B4-BE49-F238E27FC236}">
                    <a16:creationId xmlns:a16="http://schemas.microsoft.com/office/drawing/2014/main" id="{3586B8F8-2D6C-EB7F-4612-9F1B6B3D9F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" name="Rectangle 37">
                <a:extLst>
                  <a:ext uri="{FF2B5EF4-FFF2-40B4-BE49-F238E27FC236}">
                    <a16:creationId xmlns:a16="http://schemas.microsoft.com/office/drawing/2014/main" id="{B2A6565E-02DF-772F-2BB0-53CCB4DB6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3" name="Rectangle 38">
                <a:extLst>
                  <a:ext uri="{FF2B5EF4-FFF2-40B4-BE49-F238E27FC236}">
                    <a16:creationId xmlns:a16="http://schemas.microsoft.com/office/drawing/2014/main" id="{20F0ECB8-2B8D-2D65-C505-A35BC326DF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4" name="Rectangle 39">
                <a:extLst>
                  <a:ext uri="{FF2B5EF4-FFF2-40B4-BE49-F238E27FC236}">
                    <a16:creationId xmlns:a16="http://schemas.microsoft.com/office/drawing/2014/main" id="{4B60113D-13B5-97E2-1704-11BF2B947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5" name="Rectangle 43">
                <a:extLst>
                  <a:ext uri="{FF2B5EF4-FFF2-40B4-BE49-F238E27FC236}">
                    <a16:creationId xmlns:a16="http://schemas.microsoft.com/office/drawing/2014/main" id="{8287BB6F-084A-EA2E-B55A-583855DD1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D5909AA-16BB-94E3-D5A8-349B0EABA8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234DCC7-7D96-9973-EC7D-0AF5F9127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5C1E0D9-4EC3-0794-A827-9A5E9ADC9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60FAD6B-8ABD-1E20-9D6D-C367C7029E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88E88B1-86E5-01EE-A7AD-E64612EC1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1" name="Rectangle 51">
                <a:extLst>
                  <a:ext uri="{FF2B5EF4-FFF2-40B4-BE49-F238E27FC236}">
                    <a16:creationId xmlns:a16="http://schemas.microsoft.com/office/drawing/2014/main" id="{EAFF346B-847E-5F28-D8B8-00A0049CB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2" name="Rectangle 52">
                <a:extLst>
                  <a:ext uri="{FF2B5EF4-FFF2-40B4-BE49-F238E27FC236}">
                    <a16:creationId xmlns:a16="http://schemas.microsoft.com/office/drawing/2014/main" id="{B3AB495D-ABC2-3DFF-391A-3A089FCC0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3" name="Rectangle 53">
                <a:extLst>
                  <a:ext uri="{FF2B5EF4-FFF2-40B4-BE49-F238E27FC236}">
                    <a16:creationId xmlns:a16="http://schemas.microsoft.com/office/drawing/2014/main" id="{47769BF7-E66F-8288-1DF0-FC5FC6164C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4" name="Rectangle 55">
                <a:extLst>
                  <a:ext uri="{FF2B5EF4-FFF2-40B4-BE49-F238E27FC236}">
                    <a16:creationId xmlns:a16="http://schemas.microsoft.com/office/drawing/2014/main" id="{03309122-BB57-8A8E-AD0C-C547649BC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5" name="Rectangle 56">
                <a:extLst>
                  <a:ext uri="{FF2B5EF4-FFF2-40B4-BE49-F238E27FC236}">
                    <a16:creationId xmlns:a16="http://schemas.microsoft.com/office/drawing/2014/main" id="{DD67CE9F-C8BF-6375-3DDA-88FA7DB9FC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6" name="Rectangle 57">
                <a:extLst>
                  <a:ext uri="{FF2B5EF4-FFF2-40B4-BE49-F238E27FC236}">
                    <a16:creationId xmlns:a16="http://schemas.microsoft.com/office/drawing/2014/main" id="{6B9BFD63-81C2-E56F-06F5-92F1976AE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7" name="Rectangle 60">
                <a:extLst>
                  <a:ext uri="{FF2B5EF4-FFF2-40B4-BE49-F238E27FC236}">
                    <a16:creationId xmlns:a16="http://schemas.microsoft.com/office/drawing/2014/main" id="{DD1C7915-5C7B-539C-B9C9-45AD09A0D8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" name="Rectangle 62">
                <a:extLst>
                  <a:ext uri="{FF2B5EF4-FFF2-40B4-BE49-F238E27FC236}">
                    <a16:creationId xmlns:a16="http://schemas.microsoft.com/office/drawing/2014/main" id="{68C6FC9A-17E5-C937-4AC1-0DCCA4CC2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" name="Rectangle 63">
                <a:extLst>
                  <a:ext uri="{FF2B5EF4-FFF2-40B4-BE49-F238E27FC236}">
                    <a16:creationId xmlns:a16="http://schemas.microsoft.com/office/drawing/2014/main" id="{3C327C22-1F01-EC9E-E479-A6ADFAEB0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" name="Rectangle 65">
                <a:extLst>
                  <a:ext uri="{FF2B5EF4-FFF2-40B4-BE49-F238E27FC236}">
                    <a16:creationId xmlns:a16="http://schemas.microsoft.com/office/drawing/2014/main" id="{CFD69879-8857-309A-49DF-76ABAA07EA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" name="Rectangle 66">
                <a:extLst>
                  <a:ext uri="{FF2B5EF4-FFF2-40B4-BE49-F238E27FC236}">
                    <a16:creationId xmlns:a16="http://schemas.microsoft.com/office/drawing/2014/main" id="{7B1497DB-6900-0213-8765-22F8370FD1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" name="Rectangle 67">
                <a:extLst>
                  <a:ext uri="{FF2B5EF4-FFF2-40B4-BE49-F238E27FC236}">
                    <a16:creationId xmlns:a16="http://schemas.microsoft.com/office/drawing/2014/main" id="{D60FE474-36B3-D758-DAD0-6CEAAF07CC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" name="Rectangle 68">
                <a:extLst>
                  <a:ext uri="{FF2B5EF4-FFF2-40B4-BE49-F238E27FC236}">
                    <a16:creationId xmlns:a16="http://schemas.microsoft.com/office/drawing/2014/main" id="{BE8E7237-6E6C-D088-2F00-B9D8A475F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" name="Rectangle 70">
                <a:extLst>
                  <a:ext uri="{FF2B5EF4-FFF2-40B4-BE49-F238E27FC236}">
                    <a16:creationId xmlns:a16="http://schemas.microsoft.com/office/drawing/2014/main" id="{5A36ABCB-FFD5-FD59-2E11-273C4D5298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" name="Rectangle 71">
                <a:extLst>
                  <a:ext uri="{FF2B5EF4-FFF2-40B4-BE49-F238E27FC236}">
                    <a16:creationId xmlns:a16="http://schemas.microsoft.com/office/drawing/2014/main" id="{A77C7FA2-A538-AC60-0323-C45F3A8C2F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" name="Rectangle 72">
                <a:extLst>
                  <a:ext uri="{FF2B5EF4-FFF2-40B4-BE49-F238E27FC236}">
                    <a16:creationId xmlns:a16="http://schemas.microsoft.com/office/drawing/2014/main" id="{B820A258-3D34-8808-A03C-05A4EF113B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4024C13F-3AB2-CD97-8929-319CC0C6A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9A0741DA-1129-D31A-75A5-742EC338B9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2EB57729-1B24-5CF2-2810-55E9576245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" name="Rectangle 79">
                <a:extLst>
                  <a:ext uri="{FF2B5EF4-FFF2-40B4-BE49-F238E27FC236}">
                    <a16:creationId xmlns:a16="http://schemas.microsoft.com/office/drawing/2014/main" id="{41418246-8DA5-98F6-6262-7A38BB9802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1" name="Rectangle 80">
                <a:extLst>
                  <a:ext uri="{FF2B5EF4-FFF2-40B4-BE49-F238E27FC236}">
                    <a16:creationId xmlns:a16="http://schemas.microsoft.com/office/drawing/2014/main" id="{BCC9386B-0D97-FBA3-B113-6E19C04559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2" name="Rectangle 81">
                <a:extLst>
                  <a:ext uri="{FF2B5EF4-FFF2-40B4-BE49-F238E27FC236}">
                    <a16:creationId xmlns:a16="http://schemas.microsoft.com/office/drawing/2014/main" id="{87AE4636-B783-6552-9863-BA590902C0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3" name="Rectangle 82">
                <a:extLst>
                  <a:ext uri="{FF2B5EF4-FFF2-40B4-BE49-F238E27FC236}">
                    <a16:creationId xmlns:a16="http://schemas.microsoft.com/office/drawing/2014/main" id="{2408248D-9AA9-CC87-F0FD-5E567675B0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4" name="Rectangle 83">
                <a:extLst>
                  <a:ext uri="{FF2B5EF4-FFF2-40B4-BE49-F238E27FC236}">
                    <a16:creationId xmlns:a16="http://schemas.microsoft.com/office/drawing/2014/main" id="{349E1A87-4162-6598-0BDE-1C7BC098C5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5" name="Rectangle 85">
                <a:extLst>
                  <a:ext uri="{FF2B5EF4-FFF2-40B4-BE49-F238E27FC236}">
                    <a16:creationId xmlns:a16="http://schemas.microsoft.com/office/drawing/2014/main" id="{71DF1CB5-97A2-9E0F-E8ED-9FB4062213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6" name="Rectangle 86">
                <a:extLst>
                  <a:ext uri="{FF2B5EF4-FFF2-40B4-BE49-F238E27FC236}">
                    <a16:creationId xmlns:a16="http://schemas.microsoft.com/office/drawing/2014/main" id="{1ADD46D8-8560-D8AA-2089-CE3A0EFD40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7" name="Rectangle 87">
                <a:extLst>
                  <a:ext uri="{FF2B5EF4-FFF2-40B4-BE49-F238E27FC236}">
                    <a16:creationId xmlns:a16="http://schemas.microsoft.com/office/drawing/2014/main" id="{6A75D0D3-5789-CB0C-7BF4-93F5E30D47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8" name="Rectangle 88">
                <a:extLst>
                  <a:ext uri="{FF2B5EF4-FFF2-40B4-BE49-F238E27FC236}">
                    <a16:creationId xmlns:a16="http://schemas.microsoft.com/office/drawing/2014/main" id="{5D88D401-4307-D67F-2D80-B0E67B0BA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9" name="Rectangle 89">
                <a:extLst>
                  <a:ext uri="{FF2B5EF4-FFF2-40B4-BE49-F238E27FC236}">
                    <a16:creationId xmlns:a16="http://schemas.microsoft.com/office/drawing/2014/main" id="{33A1191A-C39D-90F1-F949-AB39C3BC3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0" name="Rectangle 91">
                <a:extLst>
                  <a:ext uri="{FF2B5EF4-FFF2-40B4-BE49-F238E27FC236}">
                    <a16:creationId xmlns:a16="http://schemas.microsoft.com/office/drawing/2014/main" id="{80303CCA-8CD2-1D34-222A-8C4F9C71DA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1" name="Rectangle 92">
                <a:extLst>
                  <a:ext uri="{FF2B5EF4-FFF2-40B4-BE49-F238E27FC236}">
                    <a16:creationId xmlns:a16="http://schemas.microsoft.com/office/drawing/2014/main" id="{CFEE310B-6605-484D-C135-7BE58935BA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2" name="Rectangle 93">
                <a:extLst>
                  <a:ext uri="{FF2B5EF4-FFF2-40B4-BE49-F238E27FC236}">
                    <a16:creationId xmlns:a16="http://schemas.microsoft.com/office/drawing/2014/main" id="{EA5ED354-9737-025B-75BB-CF3709092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3" name="Rectangle 94">
                <a:extLst>
                  <a:ext uri="{FF2B5EF4-FFF2-40B4-BE49-F238E27FC236}">
                    <a16:creationId xmlns:a16="http://schemas.microsoft.com/office/drawing/2014/main" id="{F08048B0-0702-23C3-598A-49FEE39F17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4" name="Rectangle 97">
                <a:extLst>
                  <a:ext uri="{FF2B5EF4-FFF2-40B4-BE49-F238E27FC236}">
                    <a16:creationId xmlns:a16="http://schemas.microsoft.com/office/drawing/2014/main" id="{C0D05357-A7FE-998F-6BED-F1AD7BC4E7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5" name="Rectangle 99">
                <a:extLst>
                  <a:ext uri="{FF2B5EF4-FFF2-40B4-BE49-F238E27FC236}">
                    <a16:creationId xmlns:a16="http://schemas.microsoft.com/office/drawing/2014/main" id="{8F9527D8-3858-23C4-DD76-9E30DC5BA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6" name="Rectangle 101">
                <a:extLst>
                  <a:ext uri="{FF2B5EF4-FFF2-40B4-BE49-F238E27FC236}">
                    <a16:creationId xmlns:a16="http://schemas.microsoft.com/office/drawing/2014/main" id="{20A52EAD-6C20-1D83-677C-7C54F98AB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7" name="Rectangle 102">
                <a:extLst>
                  <a:ext uri="{FF2B5EF4-FFF2-40B4-BE49-F238E27FC236}">
                    <a16:creationId xmlns:a16="http://schemas.microsoft.com/office/drawing/2014/main" id="{B7C20AB6-5AC5-ACD3-157C-8D69C33711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8" name="Rectangle 103">
                <a:extLst>
                  <a:ext uri="{FF2B5EF4-FFF2-40B4-BE49-F238E27FC236}">
                    <a16:creationId xmlns:a16="http://schemas.microsoft.com/office/drawing/2014/main" id="{9CD24B1F-E741-AFAE-50AE-2C055770C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9" name="Rectangle 104">
                <a:extLst>
                  <a:ext uri="{FF2B5EF4-FFF2-40B4-BE49-F238E27FC236}">
                    <a16:creationId xmlns:a16="http://schemas.microsoft.com/office/drawing/2014/main" id="{1EB33865-5682-223B-19A6-8A70BB24F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0" name="Rectangle 106">
                <a:extLst>
                  <a:ext uri="{FF2B5EF4-FFF2-40B4-BE49-F238E27FC236}">
                    <a16:creationId xmlns:a16="http://schemas.microsoft.com/office/drawing/2014/main" id="{168646F6-E5B7-3048-815D-F156A34D1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1" name="Rectangle 107">
                <a:extLst>
                  <a:ext uri="{FF2B5EF4-FFF2-40B4-BE49-F238E27FC236}">
                    <a16:creationId xmlns:a16="http://schemas.microsoft.com/office/drawing/2014/main" id="{D4BB1D40-0DDA-EA6F-0967-97C75209FC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2" name="Rectangle 108">
                <a:extLst>
                  <a:ext uri="{FF2B5EF4-FFF2-40B4-BE49-F238E27FC236}">
                    <a16:creationId xmlns:a16="http://schemas.microsoft.com/office/drawing/2014/main" id="{1D6F22BE-F96A-F9C3-812A-4F72776425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3" name="Rectangle 111">
                <a:extLst>
                  <a:ext uri="{FF2B5EF4-FFF2-40B4-BE49-F238E27FC236}">
                    <a16:creationId xmlns:a16="http://schemas.microsoft.com/office/drawing/2014/main" id="{278F1014-0F54-F2C2-8C00-6186F3F73F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4" name="Rectangle 112">
                <a:extLst>
                  <a:ext uri="{FF2B5EF4-FFF2-40B4-BE49-F238E27FC236}">
                    <a16:creationId xmlns:a16="http://schemas.microsoft.com/office/drawing/2014/main" id="{A5C5C3F7-9795-22DB-D982-2894F8EACC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5" name="Rectangle 115">
                <a:extLst>
                  <a:ext uri="{FF2B5EF4-FFF2-40B4-BE49-F238E27FC236}">
                    <a16:creationId xmlns:a16="http://schemas.microsoft.com/office/drawing/2014/main" id="{57C763C4-C3A2-BCD8-CAF4-30DD3541D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6" name="Rectangle 116">
                <a:extLst>
                  <a:ext uri="{FF2B5EF4-FFF2-40B4-BE49-F238E27FC236}">
                    <a16:creationId xmlns:a16="http://schemas.microsoft.com/office/drawing/2014/main" id="{8A506390-50FA-596E-83DF-19F2C930D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7" name="Rectangle 117">
                <a:extLst>
                  <a:ext uri="{FF2B5EF4-FFF2-40B4-BE49-F238E27FC236}">
                    <a16:creationId xmlns:a16="http://schemas.microsoft.com/office/drawing/2014/main" id="{85457DD7-5E92-9D93-E5C7-DD894F979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8" name="Rectangle 118">
                <a:extLst>
                  <a:ext uri="{FF2B5EF4-FFF2-40B4-BE49-F238E27FC236}">
                    <a16:creationId xmlns:a16="http://schemas.microsoft.com/office/drawing/2014/main" id="{647E60FE-7039-5551-8372-EA889020A1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9" name="Rectangle 119">
                <a:extLst>
                  <a:ext uri="{FF2B5EF4-FFF2-40B4-BE49-F238E27FC236}">
                    <a16:creationId xmlns:a16="http://schemas.microsoft.com/office/drawing/2014/main" id="{8D835533-1525-4B06-7638-022C57343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0" name="Rectangle 121">
                <a:extLst>
                  <a:ext uri="{FF2B5EF4-FFF2-40B4-BE49-F238E27FC236}">
                    <a16:creationId xmlns:a16="http://schemas.microsoft.com/office/drawing/2014/main" id="{AEBB5B2D-2DCA-FD80-E411-45DF8034CF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1" name="Rectangle 122">
                <a:extLst>
                  <a:ext uri="{FF2B5EF4-FFF2-40B4-BE49-F238E27FC236}">
                    <a16:creationId xmlns:a16="http://schemas.microsoft.com/office/drawing/2014/main" id="{40D55900-881D-CB6B-E9F3-636A21654F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2" name="Rectangle 123">
                <a:extLst>
                  <a:ext uri="{FF2B5EF4-FFF2-40B4-BE49-F238E27FC236}">
                    <a16:creationId xmlns:a16="http://schemas.microsoft.com/office/drawing/2014/main" id="{D3AEFE76-1572-F78A-A219-27FC650934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3" name="Rectangle 124">
                <a:extLst>
                  <a:ext uri="{FF2B5EF4-FFF2-40B4-BE49-F238E27FC236}">
                    <a16:creationId xmlns:a16="http://schemas.microsoft.com/office/drawing/2014/main" id="{C5C7A16B-3297-1FF6-DFB8-FA81D398DA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4" name="Rectangle 126">
                <a:extLst>
                  <a:ext uri="{FF2B5EF4-FFF2-40B4-BE49-F238E27FC236}">
                    <a16:creationId xmlns:a16="http://schemas.microsoft.com/office/drawing/2014/main" id="{1184D279-75B9-CBA8-ED09-E8C629ADF1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5" name="Rectangle 127">
                <a:extLst>
                  <a:ext uri="{FF2B5EF4-FFF2-40B4-BE49-F238E27FC236}">
                    <a16:creationId xmlns:a16="http://schemas.microsoft.com/office/drawing/2014/main" id="{3A6EAE39-165C-C748-ECBC-0146EEB774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6" name="Rectangle 130">
                <a:extLst>
                  <a:ext uri="{FF2B5EF4-FFF2-40B4-BE49-F238E27FC236}">
                    <a16:creationId xmlns:a16="http://schemas.microsoft.com/office/drawing/2014/main" id="{90CBEBEC-AB66-F262-BB7D-1C419DDDF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7" name="Rectangle 131">
                <a:extLst>
                  <a:ext uri="{FF2B5EF4-FFF2-40B4-BE49-F238E27FC236}">
                    <a16:creationId xmlns:a16="http://schemas.microsoft.com/office/drawing/2014/main" id="{E848B718-C422-3C67-BF1E-DF4D56509B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8" name="Rectangle 132">
                <a:extLst>
                  <a:ext uri="{FF2B5EF4-FFF2-40B4-BE49-F238E27FC236}">
                    <a16:creationId xmlns:a16="http://schemas.microsoft.com/office/drawing/2014/main" id="{609366ED-D8E5-D8D9-F48F-1B8A70CAAE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9" name="Rectangle 133">
                <a:extLst>
                  <a:ext uri="{FF2B5EF4-FFF2-40B4-BE49-F238E27FC236}">
                    <a16:creationId xmlns:a16="http://schemas.microsoft.com/office/drawing/2014/main" id="{C3E29D26-B84E-B94F-EF51-273F743ECC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0" name="Rectangle 135">
                <a:extLst>
                  <a:ext uri="{FF2B5EF4-FFF2-40B4-BE49-F238E27FC236}">
                    <a16:creationId xmlns:a16="http://schemas.microsoft.com/office/drawing/2014/main" id="{D12878B9-5BA3-F047-409C-4DC06FCD9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1" name="Rectangle 137">
                <a:extLst>
                  <a:ext uri="{FF2B5EF4-FFF2-40B4-BE49-F238E27FC236}">
                    <a16:creationId xmlns:a16="http://schemas.microsoft.com/office/drawing/2014/main" id="{F2082844-ACDA-2397-1124-EF9F8E45F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2" name="Rectangle 138">
                <a:extLst>
                  <a:ext uri="{FF2B5EF4-FFF2-40B4-BE49-F238E27FC236}">
                    <a16:creationId xmlns:a16="http://schemas.microsoft.com/office/drawing/2014/main" id="{182B7D51-C184-7B85-34EF-00F65F13F2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3" name="Rectangle 141">
                <a:extLst>
                  <a:ext uri="{FF2B5EF4-FFF2-40B4-BE49-F238E27FC236}">
                    <a16:creationId xmlns:a16="http://schemas.microsoft.com/office/drawing/2014/main" id="{40A860F4-BD9E-C09F-F810-A7E67714F6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4" name="Rectangle 142">
                <a:extLst>
                  <a:ext uri="{FF2B5EF4-FFF2-40B4-BE49-F238E27FC236}">
                    <a16:creationId xmlns:a16="http://schemas.microsoft.com/office/drawing/2014/main" id="{4A35AA9C-154C-6CB9-12E3-A5C277635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5" name="Rectangle 143">
                <a:extLst>
                  <a:ext uri="{FF2B5EF4-FFF2-40B4-BE49-F238E27FC236}">
                    <a16:creationId xmlns:a16="http://schemas.microsoft.com/office/drawing/2014/main" id="{683E95C8-E405-2F62-7DD4-258B275A8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6" name="Rectangle 144">
                <a:extLst>
                  <a:ext uri="{FF2B5EF4-FFF2-40B4-BE49-F238E27FC236}">
                    <a16:creationId xmlns:a16="http://schemas.microsoft.com/office/drawing/2014/main" id="{06B27223-FC2D-46DC-D4D2-DE8D9FDCD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7" name="Rectangle 146">
                <a:extLst>
                  <a:ext uri="{FF2B5EF4-FFF2-40B4-BE49-F238E27FC236}">
                    <a16:creationId xmlns:a16="http://schemas.microsoft.com/office/drawing/2014/main" id="{378C0161-2F6A-7FC3-5C56-1EFDD36CD1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8" name="Rectangle 147">
                <a:extLst>
                  <a:ext uri="{FF2B5EF4-FFF2-40B4-BE49-F238E27FC236}">
                    <a16:creationId xmlns:a16="http://schemas.microsoft.com/office/drawing/2014/main" id="{E69EA05B-FB89-1781-43AF-ED7B3B8F3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9" name="Rectangle 148">
                <a:extLst>
                  <a:ext uri="{FF2B5EF4-FFF2-40B4-BE49-F238E27FC236}">
                    <a16:creationId xmlns:a16="http://schemas.microsoft.com/office/drawing/2014/main" id="{611A6095-3808-9645-CCE3-BEE9047C3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0" name="Rectangle 149">
                <a:extLst>
                  <a:ext uri="{FF2B5EF4-FFF2-40B4-BE49-F238E27FC236}">
                    <a16:creationId xmlns:a16="http://schemas.microsoft.com/office/drawing/2014/main" id="{79F41D55-5D9C-BF08-BE87-FF8FD614B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1" name="Rectangle 150">
                <a:extLst>
                  <a:ext uri="{FF2B5EF4-FFF2-40B4-BE49-F238E27FC236}">
                    <a16:creationId xmlns:a16="http://schemas.microsoft.com/office/drawing/2014/main" id="{0D5ABD8C-7402-CBD3-CF69-54E1F740F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B3ECED6-989C-053A-0B20-4A275DF4E3B0}"/>
              </a:ext>
            </a:extLst>
          </p:cNvPr>
          <p:cNvSpPr txBox="1">
            <a:spLocks/>
          </p:cNvSpPr>
          <p:nvPr/>
        </p:nvSpPr>
        <p:spPr>
          <a:xfrm>
            <a:off x="502722" y="505426"/>
            <a:ext cx="801806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PT Sans"/>
                <a:ea typeface="+mj-ea"/>
                <a:cs typeface="PT Sans"/>
              </a:defRPr>
            </a:lvl1pPr>
          </a:lstStyle>
          <a:p>
            <a:pPr>
              <a:lnSpc>
                <a:spcPts val="3600"/>
              </a:lnSpc>
            </a:pPr>
            <a:r>
              <a:rPr lang="en-US" sz="1200" spc="300" dirty="0">
                <a:solidFill>
                  <a:srgbClr val="FFFFFF"/>
                </a:solidFill>
              </a:rPr>
              <a:t>Design Decisions</a:t>
            </a:r>
            <a:br>
              <a:rPr lang="en-US" sz="1200" spc="300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Specific Design Decisions</a:t>
            </a:r>
            <a:endParaRPr lang="en-JM" dirty="0">
              <a:solidFill>
                <a:srgbClr val="FFFFFF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DDA2B5-0DCE-CA2C-2643-D0BCD71F587F}"/>
              </a:ext>
            </a:extLst>
          </p:cNvPr>
          <p:cNvSpPr txBox="1">
            <a:spLocks/>
          </p:cNvSpPr>
          <p:nvPr/>
        </p:nvSpPr>
        <p:spPr>
          <a:xfrm>
            <a:off x="719644" y="2122678"/>
            <a:ext cx="5277393" cy="2276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2000" dirty="0">
                <a:solidFill>
                  <a:srgbClr val="FFFFFF"/>
                </a:solidFill>
                <a:latin typeface="PT Sans"/>
                <a:cs typeface="PT Sans"/>
              </a:rPr>
              <a:t>Playlist Page:</a:t>
            </a:r>
          </a:p>
          <a:p>
            <a:pPr marL="0" indent="0">
              <a:spcBef>
                <a:spcPts val="0"/>
              </a:spcBef>
              <a:buNone/>
            </a:pPr>
            <a:endParaRPr lang="en-GB" sz="2000" dirty="0">
              <a:solidFill>
                <a:srgbClr val="FFFFFF"/>
              </a:solidFill>
              <a:latin typeface="PT Sans"/>
              <a:cs typeface="PT Sans"/>
            </a:endParaRP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FFFFFF"/>
                </a:solidFill>
                <a:latin typeface="PT Sans"/>
                <a:cs typeface="PT Sans"/>
              </a:rPr>
              <a:t>Simple playlist editing tools with options to share with the community.</a:t>
            </a:r>
          </a:p>
          <a:p>
            <a:pPr>
              <a:spcBef>
                <a:spcPts val="0"/>
              </a:spcBef>
            </a:pPr>
            <a:endParaRPr lang="en-GB" sz="2000" dirty="0">
              <a:solidFill>
                <a:srgbClr val="FFFFFF"/>
              </a:solidFill>
              <a:latin typeface="PT Sans"/>
              <a:cs typeface="PT Sans"/>
            </a:endParaRP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FFFFFF"/>
                </a:solidFill>
                <a:latin typeface="PT Sans"/>
                <a:cs typeface="PT Sans"/>
              </a:rPr>
              <a:t>User-friendly buttons for sharing, deleting, or editing playlists.</a:t>
            </a:r>
            <a:endParaRPr lang="en-US" sz="2000" dirty="0">
              <a:solidFill>
                <a:srgbClr val="FFFFFF"/>
              </a:solidFill>
              <a:latin typeface="PT Sans"/>
              <a:cs typeface="PT San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741A81-850C-FAE0-723B-4E8024FB8B99}"/>
              </a:ext>
            </a:extLst>
          </p:cNvPr>
          <p:cNvCxnSpPr/>
          <p:nvPr/>
        </p:nvCxnSpPr>
        <p:spPr>
          <a:xfrm>
            <a:off x="502722" y="2055619"/>
            <a:ext cx="0" cy="1198880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8E7AF8F1-6715-5480-757D-74264B3B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05346" y="6294566"/>
            <a:ext cx="2133600" cy="365125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fld id="{8BA6482E-F363-B343-ABCE-D1D2D29F80BC}" type="slidenum">
              <a:rPr lang="en-US" sz="1400">
                <a:solidFill>
                  <a:srgbClr val="A6A6A6"/>
                </a:solidFill>
              </a:rPr>
              <a:pPr marL="0" indent="0" algn="r">
                <a:buNone/>
              </a:pPr>
              <a:t>7</a:t>
            </a:fld>
            <a:endParaRPr lang="en-US" sz="1400" dirty="0">
              <a:solidFill>
                <a:srgbClr val="A6A6A6"/>
              </a:solidFill>
            </a:endParaRP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7BC54BC1-C122-B4BF-B57A-260FD607AA8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" t="-203" r="-140" b="26751"/>
          <a:stretch/>
        </p:blipFill>
        <p:spPr>
          <a:xfrm>
            <a:off x="6311900" y="2295525"/>
            <a:ext cx="4430184" cy="2103438"/>
          </a:xfr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5BCC6CD2-E5B4-B642-AA81-DD0ADE605093}"/>
              </a:ext>
            </a:extLst>
          </p:cNvPr>
          <p:cNvGrpSpPr>
            <a:grpSpLocks/>
          </p:cNvGrpSpPr>
          <p:nvPr/>
        </p:nvGrpSpPr>
        <p:grpSpPr bwMode="auto">
          <a:xfrm>
            <a:off x="11376025" y="388938"/>
            <a:ext cx="360363" cy="466725"/>
            <a:chOff x="11376383" y="389144"/>
            <a:chExt cx="360002" cy="465737"/>
          </a:xfrm>
        </p:grpSpPr>
        <p:sp>
          <p:nvSpPr>
            <p:cNvPr id="3" name="Pentagon 637">
              <a:extLst>
                <a:ext uri="{FF2B5EF4-FFF2-40B4-BE49-F238E27FC236}">
                  <a16:creationId xmlns:a16="http://schemas.microsoft.com/office/drawing/2014/main" id="{76213118-2C21-63DD-BEC5-46DD0A873A54}"/>
                </a:ext>
              </a:extLst>
            </p:cNvPr>
            <p:cNvSpPr/>
            <p:nvPr/>
          </p:nvSpPr>
          <p:spPr>
            <a:xfrm rot="5400000">
              <a:off x="11354407" y="411120"/>
              <a:ext cx="403955" cy="360002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CDA7A03-E827-224A-1B04-7414B53A63C1}"/>
                </a:ext>
              </a:extLst>
            </p:cNvPr>
            <p:cNvCxnSpPr/>
            <p:nvPr/>
          </p:nvCxnSpPr>
          <p:spPr>
            <a:xfrm>
              <a:off x="11550833" y="726565"/>
              <a:ext cx="0" cy="128316"/>
            </a:xfrm>
            <a:prstGeom prst="line">
              <a:avLst/>
            </a:prstGeom>
            <a:ln>
              <a:solidFill>
                <a:schemeClr val="accent2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38">
            <a:extLst>
              <a:ext uri="{FF2B5EF4-FFF2-40B4-BE49-F238E27FC236}">
                <a16:creationId xmlns:a16="http://schemas.microsoft.com/office/drawing/2014/main" id="{FB4FC405-0479-4A41-A20C-734351594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90300" y="387350"/>
            <a:ext cx="5572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fld id="{D95A3F76-14D4-4A3B-8187-9E866394116F}" type="slidenum">
              <a:rPr lang="en-US" altLang="LID4096" sz="1200">
                <a:solidFill>
                  <a:schemeClr val="bg1"/>
                </a:solidFill>
              </a:rPr>
              <a:pPr algn="ctr" eaLnBrk="1" hangingPunct="1"/>
              <a:t>7</a:t>
            </a:fld>
            <a:endParaRPr lang="en-US" altLang="LID4096" sz="120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6D1C3F-4569-85C9-DC32-1E31F6434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664" y="4394291"/>
            <a:ext cx="1821427" cy="23865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45C4B4-8243-DE0C-55B8-89744480F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479" y="4357714"/>
            <a:ext cx="1183535" cy="242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7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FFB0E-9F92-A3D3-5541-4B234958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AB82954-6179-81B7-2822-3DC141CF83CF}"/>
              </a:ext>
            </a:extLst>
          </p:cNvPr>
          <p:cNvGrpSpPr/>
          <p:nvPr/>
        </p:nvGrpSpPr>
        <p:grpSpPr>
          <a:xfrm>
            <a:off x="-201332" y="0"/>
            <a:ext cx="12812244" cy="697119"/>
            <a:chOff x="-116540" y="4468112"/>
            <a:chExt cx="12812244" cy="697119"/>
          </a:xfrm>
          <a:solidFill>
            <a:schemeClr val="bg2">
              <a:alpha val="60000"/>
            </a:schemeClr>
          </a:solidFill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D35CACC-3CD3-0D73-4458-F15CBC0ADC27}"/>
                </a:ext>
              </a:extLst>
            </p:cNvPr>
            <p:cNvGrpSpPr/>
            <p:nvPr/>
          </p:nvGrpSpPr>
          <p:grpSpPr>
            <a:xfrm>
              <a:off x="4112933" y="4472081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224" name="Rectangle 5">
                <a:extLst>
                  <a:ext uri="{FF2B5EF4-FFF2-40B4-BE49-F238E27FC236}">
                    <a16:creationId xmlns:a16="http://schemas.microsoft.com/office/drawing/2014/main" id="{85FE0682-D4FC-12CE-04E2-384BA2607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5" name="Rectangle 6">
                <a:extLst>
                  <a:ext uri="{FF2B5EF4-FFF2-40B4-BE49-F238E27FC236}">
                    <a16:creationId xmlns:a16="http://schemas.microsoft.com/office/drawing/2014/main" id="{494E2D97-36B5-EEC6-4263-71E33CE5A3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6" name="Rectangle 7">
                <a:extLst>
                  <a:ext uri="{FF2B5EF4-FFF2-40B4-BE49-F238E27FC236}">
                    <a16:creationId xmlns:a16="http://schemas.microsoft.com/office/drawing/2014/main" id="{AD1D1AAC-75B3-F876-29F1-84D69CC61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7" name="Rectangle 10">
                <a:extLst>
                  <a:ext uri="{FF2B5EF4-FFF2-40B4-BE49-F238E27FC236}">
                    <a16:creationId xmlns:a16="http://schemas.microsoft.com/office/drawing/2014/main" id="{71071594-2D56-694B-30F0-2078661E0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8" name="Rectangle 11">
                <a:extLst>
                  <a:ext uri="{FF2B5EF4-FFF2-40B4-BE49-F238E27FC236}">
                    <a16:creationId xmlns:a16="http://schemas.microsoft.com/office/drawing/2014/main" id="{8DDD1DED-CC25-12A5-EC8E-05BA6EB5D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9" name="Rectangle 12">
                <a:extLst>
                  <a:ext uri="{FF2B5EF4-FFF2-40B4-BE49-F238E27FC236}">
                    <a16:creationId xmlns:a16="http://schemas.microsoft.com/office/drawing/2014/main" id="{DCED5D60-DEA0-550D-9F58-E77FFC2666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0" name="Rectangle 13">
                <a:extLst>
                  <a:ext uri="{FF2B5EF4-FFF2-40B4-BE49-F238E27FC236}">
                    <a16:creationId xmlns:a16="http://schemas.microsoft.com/office/drawing/2014/main" id="{51422AD5-A01C-54AE-6985-0DB566D373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1" name="Rectangle 14">
                <a:extLst>
                  <a:ext uri="{FF2B5EF4-FFF2-40B4-BE49-F238E27FC236}">
                    <a16:creationId xmlns:a16="http://schemas.microsoft.com/office/drawing/2014/main" id="{78C703B1-CBF6-2782-A88B-BBBFB2F5F9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2" name="Rectangle 16">
                <a:extLst>
                  <a:ext uri="{FF2B5EF4-FFF2-40B4-BE49-F238E27FC236}">
                    <a16:creationId xmlns:a16="http://schemas.microsoft.com/office/drawing/2014/main" id="{BC58424A-3B89-9781-94CD-D18E06862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3" name="Rectangle 17">
                <a:extLst>
                  <a:ext uri="{FF2B5EF4-FFF2-40B4-BE49-F238E27FC236}">
                    <a16:creationId xmlns:a16="http://schemas.microsoft.com/office/drawing/2014/main" id="{0C6C25B6-2430-6209-E79E-C43E99756F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4" name="Rectangle 18">
                <a:extLst>
                  <a:ext uri="{FF2B5EF4-FFF2-40B4-BE49-F238E27FC236}">
                    <a16:creationId xmlns:a16="http://schemas.microsoft.com/office/drawing/2014/main" id="{2AE55E5C-6CF3-ADDF-26D4-C1BCA810CF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5" name="Rectangle 19">
                <a:extLst>
                  <a:ext uri="{FF2B5EF4-FFF2-40B4-BE49-F238E27FC236}">
                    <a16:creationId xmlns:a16="http://schemas.microsoft.com/office/drawing/2014/main" id="{9F97F0C8-917D-6F59-F534-7FD23A3BE1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6" name="Rectangle 20">
                <a:extLst>
                  <a:ext uri="{FF2B5EF4-FFF2-40B4-BE49-F238E27FC236}">
                    <a16:creationId xmlns:a16="http://schemas.microsoft.com/office/drawing/2014/main" id="{79D56905-C1F7-4ABE-66A9-5813CC013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7" name="Rectangle 22">
                <a:extLst>
                  <a:ext uri="{FF2B5EF4-FFF2-40B4-BE49-F238E27FC236}">
                    <a16:creationId xmlns:a16="http://schemas.microsoft.com/office/drawing/2014/main" id="{FAE37148-4F08-8C64-1D34-411D62108D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8" name="Rectangle 23">
                <a:extLst>
                  <a:ext uri="{FF2B5EF4-FFF2-40B4-BE49-F238E27FC236}">
                    <a16:creationId xmlns:a16="http://schemas.microsoft.com/office/drawing/2014/main" id="{BD0D21C5-DBC6-AE61-F4D8-DE11C58191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9" name="Rectangle 26">
                <a:extLst>
                  <a:ext uri="{FF2B5EF4-FFF2-40B4-BE49-F238E27FC236}">
                    <a16:creationId xmlns:a16="http://schemas.microsoft.com/office/drawing/2014/main" id="{52EE9BEA-D594-2672-6CCD-46C4822D4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0" name="Rectangle 27">
                <a:extLst>
                  <a:ext uri="{FF2B5EF4-FFF2-40B4-BE49-F238E27FC236}">
                    <a16:creationId xmlns:a16="http://schemas.microsoft.com/office/drawing/2014/main" id="{AB515A1F-E769-2C2A-7FDB-6E3A88504D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1" name="Rectangle 28">
                <a:extLst>
                  <a:ext uri="{FF2B5EF4-FFF2-40B4-BE49-F238E27FC236}">
                    <a16:creationId xmlns:a16="http://schemas.microsoft.com/office/drawing/2014/main" id="{A27CA1BF-E128-6084-0B06-039075D514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2" name="Rectangle 29">
                <a:extLst>
                  <a:ext uri="{FF2B5EF4-FFF2-40B4-BE49-F238E27FC236}">
                    <a16:creationId xmlns:a16="http://schemas.microsoft.com/office/drawing/2014/main" id="{6EE29874-9180-99EA-AB32-735F7D4202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3" name="Rectangle 30">
                <a:extLst>
                  <a:ext uri="{FF2B5EF4-FFF2-40B4-BE49-F238E27FC236}">
                    <a16:creationId xmlns:a16="http://schemas.microsoft.com/office/drawing/2014/main" id="{BCF58CA7-4B22-5741-4402-BDE6C57F7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4" name="Rectangle 32">
                <a:extLst>
                  <a:ext uri="{FF2B5EF4-FFF2-40B4-BE49-F238E27FC236}">
                    <a16:creationId xmlns:a16="http://schemas.microsoft.com/office/drawing/2014/main" id="{69B1FAD5-7F6A-DA03-0B38-4B032380C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5" name="Rectangle 33">
                <a:extLst>
                  <a:ext uri="{FF2B5EF4-FFF2-40B4-BE49-F238E27FC236}">
                    <a16:creationId xmlns:a16="http://schemas.microsoft.com/office/drawing/2014/main" id="{8224D15A-4929-A822-1155-D659AA6E9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6" name="Rectangle 34">
                <a:extLst>
                  <a:ext uri="{FF2B5EF4-FFF2-40B4-BE49-F238E27FC236}">
                    <a16:creationId xmlns:a16="http://schemas.microsoft.com/office/drawing/2014/main" id="{63D73E38-9B6E-F5C1-028E-87C27E62A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7" name="Rectangle 36">
                <a:extLst>
                  <a:ext uri="{FF2B5EF4-FFF2-40B4-BE49-F238E27FC236}">
                    <a16:creationId xmlns:a16="http://schemas.microsoft.com/office/drawing/2014/main" id="{65BBDAD7-0644-E619-FF2A-08AB14DE02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8" name="Rectangle 37">
                <a:extLst>
                  <a:ext uri="{FF2B5EF4-FFF2-40B4-BE49-F238E27FC236}">
                    <a16:creationId xmlns:a16="http://schemas.microsoft.com/office/drawing/2014/main" id="{22C8D35B-E78C-B888-2F21-B5AFC5B366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9" name="Rectangle 38">
                <a:extLst>
                  <a:ext uri="{FF2B5EF4-FFF2-40B4-BE49-F238E27FC236}">
                    <a16:creationId xmlns:a16="http://schemas.microsoft.com/office/drawing/2014/main" id="{1F12A475-A35B-2292-DB6C-3E78585B74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0" name="Rectangle 39">
                <a:extLst>
                  <a:ext uri="{FF2B5EF4-FFF2-40B4-BE49-F238E27FC236}">
                    <a16:creationId xmlns:a16="http://schemas.microsoft.com/office/drawing/2014/main" id="{D51B4249-1337-D1A1-E504-C76FAC55A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1" name="Rectangle 41">
                <a:extLst>
                  <a:ext uri="{FF2B5EF4-FFF2-40B4-BE49-F238E27FC236}">
                    <a16:creationId xmlns:a16="http://schemas.microsoft.com/office/drawing/2014/main" id="{1C2464A3-23A3-FD08-5A33-290FAAF754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2" name="Rectangle 43">
                <a:extLst>
                  <a:ext uri="{FF2B5EF4-FFF2-40B4-BE49-F238E27FC236}">
                    <a16:creationId xmlns:a16="http://schemas.microsoft.com/office/drawing/2014/main" id="{90B0AAB9-6394-196C-80CB-8DF4BD2483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3" name="Rectangle 45">
                <a:extLst>
                  <a:ext uri="{FF2B5EF4-FFF2-40B4-BE49-F238E27FC236}">
                    <a16:creationId xmlns:a16="http://schemas.microsoft.com/office/drawing/2014/main" id="{E8418864-7E6E-DD12-A0CF-1FC9112AB3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4" name="Rectangle 46">
                <a:extLst>
                  <a:ext uri="{FF2B5EF4-FFF2-40B4-BE49-F238E27FC236}">
                    <a16:creationId xmlns:a16="http://schemas.microsoft.com/office/drawing/2014/main" id="{25173A94-B447-A2DD-5074-A42DB80F4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5" name="Rectangle 47">
                <a:extLst>
                  <a:ext uri="{FF2B5EF4-FFF2-40B4-BE49-F238E27FC236}">
                    <a16:creationId xmlns:a16="http://schemas.microsoft.com/office/drawing/2014/main" id="{8B7A05BA-1B71-30D9-C246-2104E19307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6" name="Rectangle 48">
                <a:extLst>
                  <a:ext uri="{FF2B5EF4-FFF2-40B4-BE49-F238E27FC236}">
                    <a16:creationId xmlns:a16="http://schemas.microsoft.com/office/drawing/2014/main" id="{82FF4D62-87D8-D341-44F9-CE85CB3E1D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7" name="Rectangle 49">
                <a:extLst>
                  <a:ext uri="{FF2B5EF4-FFF2-40B4-BE49-F238E27FC236}">
                    <a16:creationId xmlns:a16="http://schemas.microsoft.com/office/drawing/2014/main" id="{5E60FAAC-34E0-3A76-2B0A-A3DA517D9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8" name="Rectangle 51">
                <a:extLst>
                  <a:ext uri="{FF2B5EF4-FFF2-40B4-BE49-F238E27FC236}">
                    <a16:creationId xmlns:a16="http://schemas.microsoft.com/office/drawing/2014/main" id="{D10B5FE2-F28C-9D2C-EA05-AD475C46B7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9" name="Rectangle 53">
                <a:extLst>
                  <a:ext uri="{FF2B5EF4-FFF2-40B4-BE49-F238E27FC236}">
                    <a16:creationId xmlns:a16="http://schemas.microsoft.com/office/drawing/2014/main" id="{0DB0FFA9-A8E5-D764-D4F3-09C5821EC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0" name="Rectangle 55">
                <a:extLst>
                  <a:ext uri="{FF2B5EF4-FFF2-40B4-BE49-F238E27FC236}">
                    <a16:creationId xmlns:a16="http://schemas.microsoft.com/office/drawing/2014/main" id="{F1306BC5-8DD2-326C-3235-D85AF51EFB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1" name="Rectangle 56">
                <a:extLst>
                  <a:ext uri="{FF2B5EF4-FFF2-40B4-BE49-F238E27FC236}">
                    <a16:creationId xmlns:a16="http://schemas.microsoft.com/office/drawing/2014/main" id="{7B981D7A-6166-552D-5000-1078B2764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2" name="Rectangle 57">
                <a:extLst>
                  <a:ext uri="{FF2B5EF4-FFF2-40B4-BE49-F238E27FC236}">
                    <a16:creationId xmlns:a16="http://schemas.microsoft.com/office/drawing/2014/main" id="{C880E64E-0EA7-CC1F-5375-E3C62E5E9E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3" name="Rectangle 60">
                <a:extLst>
                  <a:ext uri="{FF2B5EF4-FFF2-40B4-BE49-F238E27FC236}">
                    <a16:creationId xmlns:a16="http://schemas.microsoft.com/office/drawing/2014/main" id="{08C6A3B8-1898-9DF3-6732-21C722B5D6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4" name="Rectangle 62">
                <a:extLst>
                  <a:ext uri="{FF2B5EF4-FFF2-40B4-BE49-F238E27FC236}">
                    <a16:creationId xmlns:a16="http://schemas.microsoft.com/office/drawing/2014/main" id="{DCE43F53-39B2-B74E-8538-CBC47B5DC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5" name="Rectangle 63">
                <a:extLst>
                  <a:ext uri="{FF2B5EF4-FFF2-40B4-BE49-F238E27FC236}">
                    <a16:creationId xmlns:a16="http://schemas.microsoft.com/office/drawing/2014/main" id="{71D39AE3-7A30-E286-DE75-AFF167907B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6" name="Rectangle 65">
                <a:extLst>
                  <a:ext uri="{FF2B5EF4-FFF2-40B4-BE49-F238E27FC236}">
                    <a16:creationId xmlns:a16="http://schemas.microsoft.com/office/drawing/2014/main" id="{1638A00D-3C0E-BD4C-DE39-60812E473F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7" name="Rectangle 66">
                <a:extLst>
                  <a:ext uri="{FF2B5EF4-FFF2-40B4-BE49-F238E27FC236}">
                    <a16:creationId xmlns:a16="http://schemas.microsoft.com/office/drawing/2014/main" id="{261378B7-EECD-E529-5C11-BB12915D9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8" name="Rectangle 67">
                <a:extLst>
                  <a:ext uri="{FF2B5EF4-FFF2-40B4-BE49-F238E27FC236}">
                    <a16:creationId xmlns:a16="http://schemas.microsoft.com/office/drawing/2014/main" id="{382DCAB1-D05E-D8DC-ECDE-ECE17AF586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9" name="Rectangle 68">
                <a:extLst>
                  <a:ext uri="{FF2B5EF4-FFF2-40B4-BE49-F238E27FC236}">
                    <a16:creationId xmlns:a16="http://schemas.microsoft.com/office/drawing/2014/main" id="{0F558B1B-FCD5-663A-C813-8AF5F30351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0" name="Rectangle 70">
                <a:extLst>
                  <a:ext uri="{FF2B5EF4-FFF2-40B4-BE49-F238E27FC236}">
                    <a16:creationId xmlns:a16="http://schemas.microsoft.com/office/drawing/2014/main" id="{F7C02A23-3D2A-AAA4-D2CC-774A025E2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1" name="Rectangle 71">
                <a:extLst>
                  <a:ext uri="{FF2B5EF4-FFF2-40B4-BE49-F238E27FC236}">
                    <a16:creationId xmlns:a16="http://schemas.microsoft.com/office/drawing/2014/main" id="{47DB50FD-3078-BAB5-0DDC-19FE39674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2" name="Rectangle 72">
                <a:extLst>
                  <a:ext uri="{FF2B5EF4-FFF2-40B4-BE49-F238E27FC236}">
                    <a16:creationId xmlns:a16="http://schemas.microsoft.com/office/drawing/2014/main" id="{085E9C44-3D6C-CCC8-499C-5D36B092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3" name="Rectangle 75">
                <a:extLst>
                  <a:ext uri="{FF2B5EF4-FFF2-40B4-BE49-F238E27FC236}">
                    <a16:creationId xmlns:a16="http://schemas.microsoft.com/office/drawing/2014/main" id="{E3C00145-6D74-A3A1-B1A9-40DEBB89FB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4" name="Rectangle 76">
                <a:extLst>
                  <a:ext uri="{FF2B5EF4-FFF2-40B4-BE49-F238E27FC236}">
                    <a16:creationId xmlns:a16="http://schemas.microsoft.com/office/drawing/2014/main" id="{B926AA49-8F94-BA7B-471D-8611C1CED8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5" name="Rectangle 77">
                <a:extLst>
                  <a:ext uri="{FF2B5EF4-FFF2-40B4-BE49-F238E27FC236}">
                    <a16:creationId xmlns:a16="http://schemas.microsoft.com/office/drawing/2014/main" id="{CEDCFB01-6048-0873-D0F9-C0E3343D89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6" name="Rectangle 79">
                <a:extLst>
                  <a:ext uri="{FF2B5EF4-FFF2-40B4-BE49-F238E27FC236}">
                    <a16:creationId xmlns:a16="http://schemas.microsoft.com/office/drawing/2014/main" id="{8DC020C3-94B4-7710-3A6F-D57D8BE8F3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7" name="Rectangle 80">
                <a:extLst>
                  <a:ext uri="{FF2B5EF4-FFF2-40B4-BE49-F238E27FC236}">
                    <a16:creationId xmlns:a16="http://schemas.microsoft.com/office/drawing/2014/main" id="{9FBBFD1D-8188-E2C8-E113-9B690BC9CD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8" name="Rectangle 81">
                <a:extLst>
                  <a:ext uri="{FF2B5EF4-FFF2-40B4-BE49-F238E27FC236}">
                    <a16:creationId xmlns:a16="http://schemas.microsoft.com/office/drawing/2014/main" id="{364A0B88-5960-4FC8-EA67-D6D9A8986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9" name="Rectangle 82">
                <a:extLst>
                  <a:ext uri="{FF2B5EF4-FFF2-40B4-BE49-F238E27FC236}">
                    <a16:creationId xmlns:a16="http://schemas.microsoft.com/office/drawing/2014/main" id="{1EF8D616-66AB-4846-9E36-072A5581A0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0" name="Rectangle 83">
                <a:extLst>
                  <a:ext uri="{FF2B5EF4-FFF2-40B4-BE49-F238E27FC236}">
                    <a16:creationId xmlns:a16="http://schemas.microsoft.com/office/drawing/2014/main" id="{186E2081-58A6-06C0-02DE-035B90D7C4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1" name="Rectangle 85">
                <a:extLst>
                  <a:ext uri="{FF2B5EF4-FFF2-40B4-BE49-F238E27FC236}">
                    <a16:creationId xmlns:a16="http://schemas.microsoft.com/office/drawing/2014/main" id="{376701AA-620E-25EF-6201-8858A655F2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2" name="Rectangle 86">
                <a:extLst>
                  <a:ext uri="{FF2B5EF4-FFF2-40B4-BE49-F238E27FC236}">
                    <a16:creationId xmlns:a16="http://schemas.microsoft.com/office/drawing/2014/main" id="{4CD5E68E-B0A3-5D6B-2EB4-DC868F69E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3" name="Rectangle 87">
                <a:extLst>
                  <a:ext uri="{FF2B5EF4-FFF2-40B4-BE49-F238E27FC236}">
                    <a16:creationId xmlns:a16="http://schemas.microsoft.com/office/drawing/2014/main" id="{4251C3B6-B3B4-D737-C877-296E5EE0E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4" name="Rectangle 88">
                <a:extLst>
                  <a:ext uri="{FF2B5EF4-FFF2-40B4-BE49-F238E27FC236}">
                    <a16:creationId xmlns:a16="http://schemas.microsoft.com/office/drawing/2014/main" id="{8A5AA381-6A78-2073-6DC9-1A127D5B8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5" name="Rectangle 89">
                <a:extLst>
                  <a:ext uri="{FF2B5EF4-FFF2-40B4-BE49-F238E27FC236}">
                    <a16:creationId xmlns:a16="http://schemas.microsoft.com/office/drawing/2014/main" id="{4A8B6E08-7216-E255-D0EF-80CB4B12A6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6" name="Rectangle 91">
                <a:extLst>
                  <a:ext uri="{FF2B5EF4-FFF2-40B4-BE49-F238E27FC236}">
                    <a16:creationId xmlns:a16="http://schemas.microsoft.com/office/drawing/2014/main" id="{4D39094D-6C02-BB5F-F5CB-554887E552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7" name="Rectangle 92">
                <a:extLst>
                  <a:ext uri="{FF2B5EF4-FFF2-40B4-BE49-F238E27FC236}">
                    <a16:creationId xmlns:a16="http://schemas.microsoft.com/office/drawing/2014/main" id="{54F3AB02-4CFD-95D1-4683-E20F8A33B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8" name="Rectangle 93">
                <a:extLst>
                  <a:ext uri="{FF2B5EF4-FFF2-40B4-BE49-F238E27FC236}">
                    <a16:creationId xmlns:a16="http://schemas.microsoft.com/office/drawing/2014/main" id="{F3EB5D53-D2F9-7E30-6F03-10C4EE3103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9" name="Rectangle 94">
                <a:extLst>
                  <a:ext uri="{FF2B5EF4-FFF2-40B4-BE49-F238E27FC236}">
                    <a16:creationId xmlns:a16="http://schemas.microsoft.com/office/drawing/2014/main" id="{D694DBBC-EC8D-6420-CFED-62A365597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0" name="Rectangle 99">
                <a:extLst>
                  <a:ext uri="{FF2B5EF4-FFF2-40B4-BE49-F238E27FC236}">
                    <a16:creationId xmlns:a16="http://schemas.microsoft.com/office/drawing/2014/main" id="{27D0A502-6508-90E2-CD0D-EEDDCAFF57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1" name="Rectangle 101">
                <a:extLst>
                  <a:ext uri="{FF2B5EF4-FFF2-40B4-BE49-F238E27FC236}">
                    <a16:creationId xmlns:a16="http://schemas.microsoft.com/office/drawing/2014/main" id="{FDDCF3EA-D1BF-D11D-64B7-25B5CE207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2" name="Rectangle 102">
                <a:extLst>
                  <a:ext uri="{FF2B5EF4-FFF2-40B4-BE49-F238E27FC236}">
                    <a16:creationId xmlns:a16="http://schemas.microsoft.com/office/drawing/2014/main" id="{3D94F92F-654F-9143-7F3D-7842B0D40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3" name="Rectangle 103">
                <a:extLst>
                  <a:ext uri="{FF2B5EF4-FFF2-40B4-BE49-F238E27FC236}">
                    <a16:creationId xmlns:a16="http://schemas.microsoft.com/office/drawing/2014/main" id="{3CE6E9F1-24BB-2493-16BF-F2AF0A10CA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4" name="Rectangle 104">
                <a:extLst>
                  <a:ext uri="{FF2B5EF4-FFF2-40B4-BE49-F238E27FC236}">
                    <a16:creationId xmlns:a16="http://schemas.microsoft.com/office/drawing/2014/main" id="{730C304F-2C4E-EA1A-00FF-2048D00FC0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5" name="Rectangle 106">
                <a:extLst>
                  <a:ext uri="{FF2B5EF4-FFF2-40B4-BE49-F238E27FC236}">
                    <a16:creationId xmlns:a16="http://schemas.microsoft.com/office/drawing/2014/main" id="{2F6F456B-A6E5-CC00-D79F-42DD92BCA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6" name="Rectangle 107">
                <a:extLst>
                  <a:ext uri="{FF2B5EF4-FFF2-40B4-BE49-F238E27FC236}">
                    <a16:creationId xmlns:a16="http://schemas.microsoft.com/office/drawing/2014/main" id="{D5F09208-1CAF-8C2C-ED77-FF5CC72D8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7" name="Rectangle 108">
                <a:extLst>
                  <a:ext uri="{FF2B5EF4-FFF2-40B4-BE49-F238E27FC236}">
                    <a16:creationId xmlns:a16="http://schemas.microsoft.com/office/drawing/2014/main" id="{BC9317D1-F5CC-BC63-E560-DCDACDC76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8" name="Rectangle 111">
                <a:extLst>
                  <a:ext uri="{FF2B5EF4-FFF2-40B4-BE49-F238E27FC236}">
                    <a16:creationId xmlns:a16="http://schemas.microsoft.com/office/drawing/2014/main" id="{BA357FCA-800E-A77C-8E6C-7B599FD14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9" name="Rectangle 112">
                <a:extLst>
                  <a:ext uri="{FF2B5EF4-FFF2-40B4-BE49-F238E27FC236}">
                    <a16:creationId xmlns:a16="http://schemas.microsoft.com/office/drawing/2014/main" id="{1CBF9B95-CD9F-B9A7-CDD9-A9D60BA7B7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0" name="Rectangle 115">
                <a:extLst>
                  <a:ext uri="{FF2B5EF4-FFF2-40B4-BE49-F238E27FC236}">
                    <a16:creationId xmlns:a16="http://schemas.microsoft.com/office/drawing/2014/main" id="{7D243950-6804-03E6-F2EC-8E4DFF8BF9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1" name="Rectangle 116">
                <a:extLst>
                  <a:ext uri="{FF2B5EF4-FFF2-40B4-BE49-F238E27FC236}">
                    <a16:creationId xmlns:a16="http://schemas.microsoft.com/office/drawing/2014/main" id="{B7B32176-04EA-4938-FFB1-D7F71928E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2" name="Rectangle 117">
                <a:extLst>
                  <a:ext uri="{FF2B5EF4-FFF2-40B4-BE49-F238E27FC236}">
                    <a16:creationId xmlns:a16="http://schemas.microsoft.com/office/drawing/2014/main" id="{52E80504-B280-E40A-E19C-D15F38014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3" name="Rectangle 118">
                <a:extLst>
                  <a:ext uri="{FF2B5EF4-FFF2-40B4-BE49-F238E27FC236}">
                    <a16:creationId xmlns:a16="http://schemas.microsoft.com/office/drawing/2014/main" id="{42791527-3504-F4C5-07B5-13C6590FC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4" name="Rectangle 119">
                <a:extLst>
                  <a:ext uri="{FF2B5EF4-FFF2-40B4-BE49-F238E27FC236}">
                    <a16:creationId xmlns:a16="http://schemas.microsoft.com/office/drawing/2014/main" id="{A786F234-46DC-1211-FF70-79325D7F7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5" name="Rectangle 121">
                <a:extLst>
                  <a:ext uri="{FF2B5EF4-FFF2-40B4-BE49-F238E27FC236}">
                    <a16:creationId xmlns:a16="http://schemas.microsoft.com/office/drawing/2014/main" id="{CA6A3EB9-5B67-098B-DF35-76AEA9C9A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6" name="Rectangle 122">
                <a:extLst>
                  <a:ext uri="{FF2B5EF4-FFF2-40B4-BE49-F238E27FC236}">
                    <a16:creationId xmlns:a16="http://schemas.microsoft.com/office/drawing/2014/main" id="{DA48F2EF-62FB-A4A2-7E75-536E72039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7" name="Rectangle 123">
                <a:extLst>
                  <a:ext uri="{FF2B5EF4-FFF2-40B4-BE49-F238E27FC236}">
                    <a16:creationId xmlns:a16="http://schemas.microsoft.com/office/drawing/2014/main" id="{F1353BF5-D93E-B1CD-B640-FD7F45E549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8" name="Rectangle 124">
                <a:extLst>
                  <a:ext uri="{FF2B5EF4-FFF2-40B4-BE49-F238E27FC236}">
                    <a16:creationId xmlns:a16="http://schemas.microsoft.com/office/drawing/2014/main" id="{1E2973B6-0ABC-75F4-2C6E-C93F068F1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9" name="Rectangle 126">
                <a:extLst>
                  <a:ext uri="{FF2B5EF4-FFF2-40B4-BE49-F238E27FC236}">
                    <a16:creationId xmlns:a16="http://schemas.microsoft.com/office/drawing/2014/main" id="{5B28D962-09E9-8538-AE14-92ABAC1DA2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0" name="Rectangle 127">
                <a:extLst>
                  <a:ext uri="{FF2B5EF4-FFF2-40B4-BE49-F238E27FC236}">
                    <a16:creationId xmlns:a16="http://schemas.microsoft.com/office/drawing/2014/main" id="{3A90D45A-2172-8028-CF26-ACEEFF93D2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1" name="Rectangle 130">
                <a:extLst>
                  <a:ext uri="{FF2B5EF4-FFF2-40B4-BE49-F238E27FC236}">
                    <a16:creationId xmlns:a16="http://schemas.microsoft.com/office/drawing/2014/main" id="{051AD76F-E096-EF76-498D-6A4238CC7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2" name="Rectangle 131">
                <a:extLst>
                  <a:ext uri="{FF2B5EF4-FFF2-40B4-BE49-F238E27FC236}">
                    <a16:creationId xmlns:a16="http://schemas.microsoft.com/office/drawing/2014/main" id="{7B581D7A-5810-7ACF-0129-EC4B7E137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3" name="Rectangle 132">
                <a:extLst>
                  <a:ext uri="{FF2B5EF4-FFF2-40B4-BE49-F238E27FC236}">
                    <a16:creationId xmlns:a16="http://schemas.microsoft.com/office/drawing/2014/main" id="{0AA86B2B-9F23-2802-944C-B12C85B323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4" name="Rectangle 133">
                <a:extLst>
                  <a:ext uri="{FF2B5EF4-FFF2-40B4-BE49-F238E27FC236}">
                    <a16:creationId xmlns:a16="http://schemas.microsoft.com/office/drawing/2014/main" id="{E8EE23F2-10AB-2EAB-1A77-3DFBE60ABF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5" name="Rectangle 135">
                <a:extLst>
                  <a:ext uri="{FF2B5EF4-FFF2-40B4-BE49-F238E27FC236}">
                    <a16:creationId xmlns:a16="http://schemas.microsoft.com/office/drawing/2014/main" id="{82F3A077-DE01-425E-1F36-0A03BF317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6" name="Rectangle 136">
                <a:extLst>
                  <a:ext uri="{FF2B5EF4-FFF2-40B4-BE49-F238E27FC236}">
                    <a16:creationId xmlns:a16="http://schemas.microsoft.com/office/drawing/2014/main" id="{986139B7-E017-38D8-EEBF-A8A967626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7" name="Rectangle 137">
                <a:extLst>
                  <a:ext uri="{FF2B5EF4-FFF2-40B4-BE49-F238E27FC236}">
                    <a16:creationId xmlns:a16="http://schemas.microsoft.com/office/drawing/2014/main" id="{97E1DA6A-97FE-CD17-BF95-8C5F807BF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8" name="Rectangle 138">
                <a:extLst>
                  <a:ext uri="{FF2B5EF4-FFF2-40B4-BE49-F238E27FC236}">
                    <a16:creationId xmlns:a16="http://schemas.microsoft.com/office/drawing/2014/main" id="{9E8ABD7F-F599-82D5-5F76-47945DAE1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9" name="Rectangle 141">
                <a:extLst>
                  <a:ext uri="{FF2B5EF4-FFF2-40B4-BE49-F238E27FC236}">
                    <a16:creationId xmlns:a16="http://schemas.microsoft.com/office/drawing/2014/main" id="{F9B15505-EB22-0F51-317C-7AB58BDC55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0" name="Rectangle 142">
                <a:extLst>
                  <a:ext uri="{FF2B5EF4-FFF2-40B4-BE49-F238E27FC236}">
                    <a16:creationId xmlns:a16="http://schemas.microsoft.com/office/drawing/2014/main" id="{24547DCF-2E4D-39BC-A6B4-677200C7B0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1" name="Rectangle 143">
                <a:extLst>
                  <a:ext uri="{FF2B5EF4-FFF2-40B4-BE49-F238E27FC236}">
                    <a16:creationId xmlns:a16="http://schemas.microsoft.com/office/drawing/2014/main" id="{C957B0B9-D33D-4FCC-81B8-21FDAC4A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2" name="Rectangle 144">
                <a:extLst>
                  <a:ext uri="{FF2B5EF4-FFF2-40B4-BE49-F238E27FC236}">
                    <a16:creationId xmlns:a16="http://schemas.microsoft.com/office/drawing/2014/main" id="{D5D3B027-AF38-B78F-9F21-5E0958576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3" name="Rectangle 146">
                <a:extLst>
                  <a:ext uri="{FF2B5EF4-FFF2-40B4-BE49-F238E27FC236}">
                    <a16:creationId xmlns:a16="http://schemas.microsoft.com/office/drawing/2014/main" id="{990E0223-DBAC-A253-46DB-8C0250E470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4" name="Rectangle 147">
                <a:extLst>
                  <a:ext uri="{FF2B5EF4-FFF2-40B4-BE49-F238E27FC236}">
                    <a16:creationId xmlns:a16="http://schemas.microsoft.com/office/drawing/2014/main" id="{3CF28935-494F-4684-0E2A-D53E85B16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5" name="Rectangle 148">
                <a:extLst>
                  <a:ext uri="{FF2B5EF4-FFF2-40B4-BE49-F238E27FC236}">
                    <a16:creationId xmlns:a16="http://schemas.microsoft.com/office/drawing/2014/main" id="{1CA190AD-7A12-7FCC-F942-EB09B74DA3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6" name="Rectangle 149">
                <a:extLst>
                  <a:ext uri="{FF2B5EF4-FFF2-40B4-BE49-F238E27FC236}">
                    <a16:creationId xmlns:a16="http://schemas.microsoft.com/office/drawing/2014/main" id="{07737831-6B9D-4347-63CB-94E246C437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7" name="Rectangle 150">
                <a:extLst>
                  <a:ext uri="{FF2B5EF4-FFF2-40B4-BE49-F238E27FC236}">
                    <a16:creationId xmlns:a16="http://schemas.microsoft.com/office/drawing/2014/main" id="{CF931EF3-E77D-4B09-9F5E-B763B9480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3438B23-8E65-75CB-4F41-5092E1264C6D}"/>
                </a:ext>
              </a:extLst>
            </p:cNvPr>
            <p:cNvGrpSpPr/>
            <p:nvPr/>
          </p:nvGrpSpPr>
          <p:grpSpPr>
            <a:xfrm>
              <a:off x="8496766" y="4468112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122" name="Rectangle 5">
                <a:extLst>
                  <a:ext uri="{FF2B5EF4-FFF2-40B4-BE49-F238E27FC236}">
                    <a16:creationId xmlns:a16="http://schemas.microsoft.com/office/drawing/2014/main" id="{4CC9E86B-99A6-741E-8D48-6C7C16A569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3" name="Rectangle 6">
                <a:extLst>
                  <a:ext uri="{FF2B5EF4-FFF2-40B4-BE49-F238E27FC236}">
                    <a16:creationId xmlns:a16="http://schemas.microsoft.com/office/drawing/2014/main" id="{3EE5AB85-1855-A7AC-3DD8-3E5FA69EC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4" name="Rectangle 7">
                <a:extLst>
                  <a:ext uri="{FF2B5EF4-FFF2-40B4-BE49-F238E27FC236}">
                    <a16:creationId xmlns:a16="http://schemas.microsoft.com/office/drawing/2014/main" id="{4BB00011-3D4B-D624-3009-EF8433A847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5" name="Rectangle 10">
                <a:extLst>
                  <a:ext uri="{FF2B5EF4-FFF2-40B4-BE49-F238E27FC236}">
                    <a16:creationId xmlns:a16="http://schemas.microsoft.com/office/drawing/2014/main" id="{FC3E69AF-8D3D-17EA-ED9B-B330913F48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6" name="Rectangle 11">
                <a:extLst>
                  <a:ext uri="{FF2B5EF4-FFF2-40B4-BE49-F238E27FC236}">
                    <a16:creationId xmlns:a16="http://schemas.microsoft.com/office/drawing/2014/main" id="{865E6F99-065A-7458-2132-2A9E0BAC4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7" name="Rectangle 12">
                <a:extLst>
                  <a:ext uri="{FF2B5EF4-FFF2-40B4-BE49-F238E27FC236}">
                    <a16:creationId xmlns:a16="http://schemas.microsoft.com/office/drawing/2014/main" id="{6D0D5C55-BFC2-4278-59EC-B51B96458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8" name="Rectangle 13">
                <a:extLst>
                  <a:ext uri="{FF2B5EF4-FFF2-40B4-BE49-F238E27FC236}">
                    <a16:creationId xmlns:a16="http://schemas.microsoft.com/office/drawing/2014/main" id="{ACCDF20D-A829-504F-0FDC-8FC247E717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9" name="Rectangle 14">
                <a:extLst>
                  <a:ext uri="{FF2B5EF4-FFF2-40B4-BE49-F238E27FC236}">
                    <a16:creationId xmlns:a16="http://schemas.microsoft.com/office/drawing/2014/main" id="{31384B3A-D2AD-FEB3-2CF3-8120E6C47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0" name="Rectangle 16">
                <a:extLst>
                  <a:ext uri="{FF2B5EF4-FFF2-40B4-BE49-F238E27FC236}">
                    <a16:creationId xmlns:a16="http://schemas.microsoft.com/office/drawing/2014/main" id="{81D957EB-9F15-0B4E-1A93-A22022D52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1" name="Rectangle 17">
                <a:extLst>
                  <a:ext uri="{FF2B5EF4-FFF2-40B4-BE49-F238E27FC236}">
                    <a16:creationId xmlns:a16="http://schemas.microsoft.com/office/drawing/2014/main" id="{71781C6B-7D40-ED25-7426-1CAA8FF8EA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2" name="Rectangle 18">
                <a:extLst>
                  <a:ext uri="{FF2B5EF4-FFF2-40B4-BE49-F238E27FC236}">
                    <a16:creationId xmlns:a16="http://schemas.microsoft.com/office/drawing/2014/main" id="{924D0EE8-7256-53A0-65D8-95C188500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3" name="Rectangle 19">
                <a:extLst>
                  <a:ext uri="{FF2B5EF4-FFF2-40B4-BE49-F238E27FC236}">
                    <a16:creationId xmlns:a16="http://schemas.microsoft.com/office/drawing/2014/main" id="{9AFF407D-B305-E24E-1789-65E19B2CC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4" name="Rectangle 20">
                <a:extLst>
                  <a:ext uri="{FF2B5EF4-FFF2-40B4-BE49-F238E27FC236}">
                    <a16:creationId xmlns:a16="http://schemas.microsoft.com/office/drawing/2014/main" id="{5FC5A921-95AB-C3C8-92AF-2E6DFF55FE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5" name="Rectangle 22">
                <a:extLst>
                  <a:ext uri="{FF2B5EF4-FFF2-40B4-BE49-F238E27FC236}">
                    <a16:creationId xmlns:a16="http://schemas.microsoft.com/office/drawing/2014/main" id="{9AC7D55D-49BF-2E1E-D715-E108F8143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6" name="Rectangle 23">
                <a:extLst>
                  <a:ext uri="{FF2B5EF4-FFF2-40B4-BE49-F238E27FC236}">
                    <a16:creationId xmlns:a16="http://schemas.microsoft.com/office/drawing/2014/main" id="{BB3CFCBB-3B24-FBE9-6AFA-8BC2FCF02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7" name="Rectangle 26">
                <a:extLst>
                  <a:ext uri="{FF2B5EF4-FFF2-40B4-BE49-F238E27FC236}">
                    <a16:creationId xmlns:a16="http://schemas.microsoft.com/office/drawing/2014/main" id="{12C9A545-C9D6-3BD1-B5B0-F3AB66F450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8" name="Rectangle 27">
                <a:extLst>
                  <a:ext uri="{FF2B5EF4-FFF2-40B4-BE49-F238E27FC236}">
                    <a16:creationId xmlns:a16="http://schemas.microsoft.com/office/drawing/2014/main" id="{9CD527D2-AB6B-753F-6FB1-A6CC85A601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9" name="Rectangle 28">
                <a:extLst>
                  <a:ext uri="{FF2B5EF4-FFF2-40B4-BE49-F238E27FC236}">
                    <a16:creationId xmlns:a16="http://schemas.microsoft.com/office/drawing/2014/main" id="{D2EE7444-4284-2EC7-4ADA-3C27792BD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0" name="Rectangle 29">
                <a:extLst>
                  <a:ext uri="{FF2B5EF4-FFF2-40B4-BE49-F238E27FC236}">
                    <a16:creationId xmlns:a16="http://schemas.microsoft.com/office/drawing/2014/main" id="{40B8490D-6A18-D769-ED95-E96EE2041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1" name="Rectangle 30">
                <a:extLst>
                  <a:ext uri="{FF2B5EF4-FFF2-40B4-BE49-F238E27FC236}">
                    <a16:creationId xmlns:a16="http://schemas.microsoft.com/office/drawing/2014/main" id="{AF66A0D2-07EE-760C-3695-27C295D32B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2" name="Rectangle 32">
                <a:extLst>
                  <a:ext uri="{FF2B5EF4-FFF2-40B4-BE49-F238E27FC236}">
                    <a16:creationId xmlns:a16="http://schemas.microsoft.com/office/drawing/2014/main" id="{B03D0A0A-5B6C-BD24-4278-D39ED7FDBF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3" name="Rectangle 34">
                <a:extLst>
                  <a:ext uri="{FF2B5EF4-FFF2-40B4-BE49-F238E27FC236}">
                    <a16:creationId xmlns:a16="http://schemas.microsoft.com/office/drawing/2014/main" id="{87EC8381-FAEE-448A-C910-37F1B4A8FD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4" name="Rectangle 36">
                <a:extLst>
                  <a:ext uri="{FF2B5EF4-FFF2-40B4-BE49-F238E27FC236}">
                    <a16:creationId xmlns:a16="http://schemas.microsoft.com/office/drawing/2014/main" id="{BD33EA32-02C9-03E3-CADB-8D00D9AB84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5" name="Rectangle 37">
                <a:extLst>
                  <a:ext uri="{FF2B5EF4-FFF2-40B4-BE49-F238E27FC236}">
                    <a16:creationId xmlns:a16="http://schemas.microsoft.com/office/drawing/2014/main" id="{5D76C26C-7E3C-6CE3-5FD4-EA86B7C6D0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6" name="Rectangle 38">
                <a:extLst>
                  <a:ext uri="{FF2B5EF4-FFF2-40B4-BE49-F238E27FC236}">
                    <a16:creationId xmlns:a16="http://schemas.microsoft.com/office/drawing/2014/main" id="{2B492234-CA7E-2A75-7B59-E942E61764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7" name="Rectangle 39">
                <a:extLst>
                  <a:ext uri="{FF2B5EF4-FFF2-40B4-BE49-F238E27FC236}">
                    <a16:creationId xmlns:a16="http://schemas.microsoft.com/office/drawing/2014/main" id="{1E55A241-67B4-B0F2-03B8-FBB3DAB010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8" name="Rectangle 41">
                <a:extLst>
                  <a:ext uri="{FF2B5EF4-FFF2-40B4-BE49-F238E27FC236}">
                    <a16:creationId xmlns:a16="http://schemas.microsoft.com/office/drawing/2014/main" id="{3D08A309-AD66-CAD0-9D12-F1691A52D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9" name="Rectangle 43">
                <a:extLst>
                  <a:ext uri="{FF2B5EF4-FFF2-40B4-BE49-F238E27FC236}">
                    <a16:creationId xmlns:a16="http://schemas.microsoft.com/office/drawing/2014/main" id="{895A338C-30B0-051D-C250-DE9634D401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0" name="Rectangle 45">
                <a:extLst>
                  <a:ext uri="{FF2B5EF4-FFF2-40B4-BE49-F238E27FC236}">
                    <a16:creationId xmlns:a16="http://schemas.microsoft.com/office/drawing/2014/main" id="{4C5D2122-E63F-F2B0-C567-E640E1AE4E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1" name="Rectangle 46">
                <a:extLst>
                  <a:ext uri="{FF2B5EF4-FFF2-40B4-BE49-F238E27FC236}">
                    <a16:creationId xmlns:a16="http://schemas.microsoft.com/office/drawing/2014/main" id="{BF1BC6E2-46F5-563C-D81E-EF614AA14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2" name="Rectangle 47">
                <a:extLst>
                  <a:ext uri="{FF2B5EF4-FFF2-40B4-BE49-F238E27FC236}">
                    <a16:creationId xmlns:a16="http://schemas.microsoft.com/office/drawing/2014/main" id="{FCBF8744-7A97-DED9-1383-564CDAE6DD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3" name="Rectangle 48">
                <a:extLst>
                  <a:ext uri="{FF2B5EF4-FFF2-40B4-BE49-F238E27FC236}">
                    <a16:creationId xmlns:a16="http://schemas.microsoft.com/office/drawing/2014/main" id="{FF88DA8B-AB08-B7B7-DFF9-606D4B3D6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4" name="Rectangle 49">
                <a:extLst>
                  <a:ext uri="{FF2B5EF4-FFF2-40B4-BE49-F238E27FC236}">
                    <a16:creationId xmlns:a16="http://schemas.microsoft.com/office/drawing/2014/main" id="{3B7751A7-7075-7D31-7CE6-DEAE6F4961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5" name="Rectangle 51">
                <a:extLst>
                  <a:ext uri="{FF2B5EF4-FFF2-40B4-BE49-F238E27FC236}">
                    <a16:creationId xmlns:a16="http://schemas.microsoft.com/office/drawing/2014/main" id="{D67BF4D4-D737-4A7C-03FE-33E2B1AEB2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6" name="Rectangle 52">
                <a:extLst>
                  <a:ext uri="{FF2B5EF4-FFF2-40B4-BE49-F238E27FC236}">
                    <a16:creationId xmlns:a16="http://schemas.microsoft.com/office/drawing/2014/main" id="{D5B05F33-7140-2D61-DD58-8FDC22BF73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7" name="Rectangle 53">
                <a:extLst>
                  <a:ext uri="{FF2B5EF4-FFF2-40B4-BE49-F238E27FC236}">
                    <a16:creationId xmlns:a16="http://schemas.microsoft.com/office/drawing/2014/main" id="{6F069C53-DD61-FB99-43F3-5E0EAAE8B1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8" name="Rectangle 55">
                <a:extLst>
                  <a:ext uri="{FF2B5EF4-FFF2-40B4-BE49-F238E27FC236}">
                    <a16:creationId xmlns:a16="http://schemas.microsoft.com/office/drawing/2014/main" id="{5BB84DF7-A2E4-1DE7-BB94-A40B0A3D42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9" name="Rectangle 56">
                <a:extLst>
                  <a:ext uri="{FF2B5EF4-FFF2-40B4-BE49-F238E27FC236}">
                    <a16:creationId xmlns:a16="http://schemas.microsoft.com/office/drawing/2014/main" id="{D35EF87F-AAB8-90F6-AC35-A77E414084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0" name="Rectangle 57">
                <a:extLst>
                  <a:ext uri="{FF2B5EF4-FFF2-40B4-BE49-F238E27FC236}">
                    <a16:creationId xmlns:a16="http://schemas.microsoft.com/office/drawing/2014/main" id="{7225F9D7-9826-6934-C28B-7364EC282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1" name="Rectangle 60">
                <a:extLst>
                  <a:ext uri="{FF2B5EF4-FFF2-40B4-BE49-F238E27FC236}">
                    <a16:creationId xmlns:a16="http://schemas.microsoft.com/office/drawing/2014/main" id="{7269CB7A-CEA0-4C0D-B887-8AFA922EFB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2" name="Rectangle 63">
                <a:extLst>
                  <a:ext uri="{FF2B5EF4-FFF2-40B4-BE49-F238E27FC236}">
                    <a16:creationId xmlns:a16="http://schemas.microsoft.com/office/drawing/2014/main" id="{E008FB31-166C-F61D-54FA-3F32BBEB4E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3" name="Rectangle 65">
                <a:extLst>
                  <a:ext uri="{FF2B5EF4-FFF2-40B4-BE49-F238E27FC236}">
                    <a16:creationId xmlns:a16="http://schemas.microsoft.com/office/drawing/2014/main" id="{0B8B3FBA-06B0-A9BF-ABA7-5BA1566F0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4" name="Rectangle 66">
                <a:extLst>
                  <a:ext uri="{FF2B5EF4-FFF2-40B4-BE49-F238E27FC236}">
                    <a16:creationId xmlns:a16="http://schemas.microsoft.com/office/drawing/2014/main" id="{DFA69048-5320-080B-0E76-8072A2AD05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5" name="Rectangle 67">
                <a:extLst>
                  <a:ext uri="{FF2B5EF4-FFF2-40B4-BE49-F238E27FC236}">
                    <a16:creationId xmlns:a16="http://schemas.microsoft.com/office/drawing/2014/main" id="{81D9388E-F4C3-E993-891D-A1C87329B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6" name="Rectangle 68">
                <a:extLst>
                  <a:ext uri="{FF2B5EF4-FFF2-40B4-BE49-F238E27FC236}">
                    <a16:creationId xmlns:a16="http://schemas.microsoft.com/office/drawing/2014/main" id="{8FB9F407-9C40-253D-9CAE-6381366C1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7" name="Rectangle 70">
                <a:extLst>
                  <a:ext uri="{FF2B5EF4-FFF2-40B4-BE49-F238E27FC236}">
                    <a16:creationId xmlns:a16="http://schemas.microsoft.com/office/drawing/2014/main" id="{9F591AA2-DB20-8D53-20DF-5B5D71F886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8" name="Rectangle 71">
                <a:extLst>
                  <a:ext uri="{FF2B5EF4-FFF2-40B4-BE49-F238E27FC236}">
                    <a16:creationId xmlns:a16="http://schemas.microsoft.com/office/drawing/2014/main" id="{2B688716-8A97-4606-8DF9-A6259C69A2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9" name="Rectangle 72">
                <a:extLst>
                  <a:ext uri="{FF2B5EF4-FFF2-40B4-BE49-F238E27FC236}">
                    <a16:creationId xmlns:a16="http://schemas.microsoft.com/office/drawing/2014/main" id="{6210DECB-B881-F530-0CD7-34F7B85D64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0" name="Rectangle 75">
                <a:extLst>
                  <a:ext uri="{FF2B5EF4-FFF2-40B4-BE49-F238E27FC236}">
                    <a16:creationId xmlns:a16="http://schemas.microsoft.com/office/drawing/2014/main" id="{D4663912-8AEB-202A-766C-91AA0E59F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1" name="Rectangle 76">
                <a:extLst>
                  <a:ext uri="{FF2B5EF4-FFF2-40B4-BE49-F238E27FC236}">
                    <a16:creationId xmlns:a16="http://schemas.microsoft.com/office/drawing/2014/main" id="{8241700A-69E2-91CE-6847-3E7C0CC79E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2" name="Rectangle 77">
                <a:extLst>
                  <a:ext uri="{FF2B5EF4-FFF2-40B4-BE49-F238E27FC236}">
                    <a16:creationId xmlns:a16="http://schemas.microsoft.com/office/drawing/2014/main" id="{A582EE79-4267-E626-5088-7E4118D375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3" name="Rectangle 79">
                <a:extLst>
                  <a:ext uri="{FF2B5EF4-FFF2-40B4-BE49-F238E27FC236}">
                    <a16:creationId xmlns:a16="http://schemas.microsoft.com/office/drawing/2014/main" id="{07815CE9-AA08-EFDC-CE56-574F1E33D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4" name="Rectangle 80">
                <a:extLst>
                  <a:ext uri="{FF2B5EF4-FFF2-40B4-BE49-F238E27FC236}">
                    <a16:creationId xmlns:a16="http://schemas.microsoft.com/office/drawing/2014/main" id="{67DD0C62-6E9B-A271-EC5F-046E6E2EF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5" name="Rectangle 81">
                <a:extLst>
                  <a:ext uri="{FF2B5EF4-FFF2-40B4-BE49-F238E27FC236}">
                    <a16:creationId xmlns:a16="http://schemas.microsoft.com/office/drawing/2014/main" id="{D3B715DC-F65A-7AB2-AA3D-D12287E3BE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6" name="Rectangle 82">
                <a:extLst>
                  <a:ext uri="{FF2B5EF4-FFF2-40B4-BE49-F238E27FC236}">
                    <a16:creationId xmlns:a16="http://schemas.microsoft.com/office/drawing/2014/main" id="{4FDB76BA-6512-2EF0-80E2-91EBF584E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7" name="Rectangle 83">
                <a:extLst>
                  <a:ext uri="{FF2B5EF4-FFF2-40B4-BE49-F238E27FC236}">
                    <a16:creationId xmlns:a16="http://schemas.microsoft.com/office/drawing/2014/main" id="{B7608881-5F9F-D146-5A21-C196C38489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8" name="Rectangle 85">
                <a:extLst>
                  <a:ext uri="{FF2B5EF4-FFF2-40B4-BE49-F238E27FC236}">
                    <a16:creationId xmlns:a16="http://schemas.microsoft.com/office/drawing/2014/main" id="{F4398455-1B05-4E94-72A8-BD4C50CF6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9" name="Rectangle 86">
                <a:extLst>
                  <a:ext uri="{FF2B5EF4-FFF2-40B4-BE49-F238E27FC236}">
                    <a16:creationId xmlns:a16="http://schemas.microsoft.com/office/drawing/2014/main" id="{61DE668A-26A2-C970-EA69-6F15C5469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0" name="Rectangle 87">
                <a:extLst>
                  <a:ext uri="{FF2B5EF4-FFF2-40B4-BE49-F238E27FC236}">
                    <a16:creationId xmlns:a16="http://schemas.microsoft.com/office/drawing/2014/main" id="{5181DCB6-3B17-373C-1AC1-C7D3CDBA2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1" name="Rectangle 89">
                <a:extLst>
                  <a:ext uri="{FF2B5EF4-FFF2-40B4-BE49-F238E27FC236}">
                    <a16:creationId xmlns:a16="http://schemas.microsoft.com/office/drawing/2014/main" id="{44623525-2ED6-8048-A45E-867449AE51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2" name="Rectangle 91">
                <a:extLst>
                  <a:ext uri="{FF2B5EF4-FFF2-40B4-BE49-F238E27FC236}">
                    <a16:creationId xmlns:a16="http://schemas.microsoft.com/office/drawing/2014/main" id="{CC8D1792-7BB5-377D-FB10-F275F4278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3" name="Rectangle 92">
                <a:extLst>
                  <a:ext uri="{FF2B5EF4-FFF2-40B4-BE49-F238E27FC236}">
                    <a16:creationId xmlns:a16="http://schemas.microsoft.com/office/drawing/2014/main" id="{84BECFA6-996C-D1B8-D6B7-B267554C67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4" name="Rectangle 93">
                <a:extLst>
                  <a:ext uri="{FF2B5EF4-FFF2-40B4-BE49-F238E27FC236}">
                    <a16:creationId xmlns:a16="http://schemas.microsoft.com/office/drawing/2014/main" id="{C014B067-9F25-CBAC-6557-FDE94E2FB1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5" name="Rectangle 94">
                <a:extLst>
                  <a:ext uri="{FF2B5EF4-FFF2-40B4-BE49-F238E27FC236}">
                    <a16:creationId xmlns:a16="http://schemas.microsoft.com/office/drawing/2014/main" id="{CE43E05E-6082-BC41-1B17-CC3E65A529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6" name="Rectangle 97">
                <a:extLst>
                  <a:ext uri="{FF2B5EF4-FFF2-40B4-BE49-F238E27FC236}">
                    <a16:creationId xmlns:a16="http://schemas.microsoft.com/office/drawing/2014/main" id="{34706E75-0319-060A-CA7C-E22C4AED37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7" name="Rectangle 99">
                <a:extLst>
                  <a:ext uri="{FF2B5EF4-FFF2-40B4-BE49-F238E27FC236}">
                    <a16:creationId xmlns:a16="http://schemas.microsoft.com/office/drawing/2014/main" id="{7CBC2B14-A773-4028-AC3D-3265DB22D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8" name="Rectangle 101">
                <a:extLst>
                  <a:ext uri="{FF2B5EF4-FFF2-40B4-BE49-F238E27FC236}">
                    <a16:creationId xmlns:a16="http://schemas.microsoft.com/office/drawing/2014/main" id="{3F3F0BA3-EA3A-0FA3-22F3-884D0981FC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9" name="Rectangle 102">
                <a:extLst>
                  <a:ext uri="{FF2B5EF4-FFF2-40B4-BE49-F238E27FC236}">
                    <a16:creationId xmlns:a16="http://schemas.microsoft.com/office/drawing/2014/main" id="{3EE491A2-A841-BFC4-D4D1-B18F52478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0" name="Rectangle 103">
                <a:extLst>
                  <a:ext uri="{FF2B5EF4-FFF2-40B4-BE49-F238E27FC236}">
                    <a16:creationId xmlns:a16="http://schemas.microsoft.com/office/drawing/2014/main" id="{D4913712-EEF4-CA1D-19A3-D90681A571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1" name="Rectangle 104">
                <a:extLst>
                  <a:ext uri="{FF2B5EF4-FFF2-40B4-BE49-F238E27FC236}">
                    <a16:creationId xmlns:a16="http://schemas.microsoft.com/office/drawing/2014/main" id="{F25BEA1A-671E-6890-71B6-D837CA9E8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2" name="Rectangle 106">
                <a:extLst>
                  <a:ext uri="{FF2B5EF4-FFF2-40B4-BE49-F238E27FC236}">
                    <a16:creationId xmlns:a16="http://schemas.microsoft.com/office/drawing/2014/main" id="{5DBE275E-FA91-86C9-D4EC-E4E167E98E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3" name="Rectangle 107">
                <a:extLst>
                  <a:ext uri="{FF2B5EF4-FFF2-40B4-BE49-F238E27FC236}">
                    <a16:creationId xmlns:a16="http://schemas.microsoft.com/office/drawing/2014/main" id="{2FCE6955-94BE-FEAF-1E97-870AB11003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4" name="Rectangle 111">
                <a:extLst>
                  <a:ext uri="{FF2B5EF4-FFF2-40B4-BE49-F238E27FC236}">
                    <a16:creationId xmlns:a16="http://schemas.microsoft.com/office/drawing/2014/main" id="{ACB48A5C-1F61-4D65-358F-B14FA5D45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5" name="Rectangle 112">
                <a:extLst>
                  <a:ext uri="{FF2B5EF4-FFF2-40B4-BE49-F238E27FC236}">
                    <a16:creationId xmlns:a16="http://schemas.microsoft.com/office/drawing/2014/main" id="{59C7327E-A752-1423-2BA8-E5B2742558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6" name="Rectangle 115">
                <a:extLst>
                  <a:ext uri="{FF2B5EF4-FFF2-40B4-BE49-F238E27FC236}">
                    <a16:creationId xmlns:a16="http://schemas.microsoft.com/office/drawing/2014/main" id="{B8815A92-8CB6-8F5B-3076-20B5EF4035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7" name="Rectangle 116">
                <a:extLst>
                  <a:ext uri="{FF2B5EF4-FFF2-40B4-BE49-F238E27FC236}">
                    <a16:creationId xmlns:a16="http://schemas.microsoft.com/office/drawing/2014/main" id="{3A1D5E26-3734-1CC6-5368-510CB56F9A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8" name="Rectangle 117">
                <a:extLst>
                  <a:ext uri="{FF2B5EF4-FFF2-40B4-BE49-F238E27FC236}">
                    <a16:creationId xmlns:a16="http://schemas.microsoft.com/office/drawing/2014/main" id="{81E7A442-FC17-3788-F280-0EB6B3DD7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9" name="Rectangle 118">
                <a:extLst>
                  <a:ext uri="{FF2B5EF4-FFF2-40B4-BE49-F238E27FC236}">
                    <a16:creationId xmlns:a16="http://schemas.microsoft.com/office/drawing/2014/main" id="{34691750-288B-8D80-A9D2-291F1A600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0" name="Rectangle 119">
                <a:extLst>
                  <a:ext uri="{FF2B5EF4-FFF2-40B4-BE49-F238E27FC236}">
                    <a16:creationId xmlns:a16="http://schemas.microsoft.com/office/drawing/2014/main" id="{E4FE10FA-B77A-A4FF-8F53-282BB7F8BA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1" name="Rectangle 121">
                <a:extLst>
                  <a:ext uri="{FF2B5EF4-FFF2-40B4-BE49-F238E27FC236}">
                    <a16:creationId xmlns:a16="http://schemas.microsoft.com/office/drawing/2014/main" id="{97AEA9CB-271E-90E3-2665-9CB8F0CD84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2" name="Rectangle 122">
                <a:extLst>
                  <a:ext uri="{FF2B5EF4-FFF2-40B4-BE49-F238E27FC236}">
                    <a16:creationId xmlns:a16="http://schemas.microsoft.com/office/drawing/2014/main" id="{35801BCA-74DD-C9D3-2E53-16227C4B1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3" name="Rectangle 123">
                <a:extLst>
                  <a:ext uri="{FF2B5EF4-FFF2-40B4-BE49-F238E27FC236}">
                    <a16:creationId xmlns:a16="http://schemas.microsoft.com/office/drawing/2014/main" id="{B4F651EC-2FA8-0FAF-FCA0-1C6B968BD0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4" name="Rectangle 124">
                <a:extLst>
                  <a:ext uri="{FF2B5EF4-FFF2-40B4-BE49-F238E27FC236}">
                    <a16:creationId xmlns:a16="http://schemas.microsoft.com/office/drawing/2014/main" id="{5811C212-C9B5-2812-1DB5-15250394D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5" name="Rectangle 126">
                <a:extLst>
                  <a:ext uri="{FF2B5EF4-FFF2-40B4-BE49-F238E27FC236}">
                    <a16:creationId xmlns:a16="http://schemas.microsoft.com/office/drawing/2014/main" id="{25A94F8F-72ED-3595-CF1B-6E81C2B2B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6" name="Rectangle 127">
                <a:extLst>
                  <a:ext uri="{FF2B5EF4-FFF2-40B4-BE49-F238E27FC236}">
                    <a16:creationId xmlns:a16="http://schemas.microsoft.com/office/drawing/2014/main" id="{6149880C-0DAB-9994-711D-291FE566CC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7" name="Rectangle 130">
                <a:extLst>
                  <a:ext uri="{FF2B5EF4-FFF2-40B4-BE49-F238E27FC236}">
                    <a16:creationId xmlns:a16="http://schemas.microsoft.com/office/drawing/2014/main" id="{AD921C3D-3246-A16D-FA26-950580A2BE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8" name="Rectangle 131">
                <a:extLst>
                  <a:ext uri="{FF2B5EF4-FFF2-40B4-BE49-F238E27FC236}">
                    <a16:creationId xmlns:a16="http://schemas.microsoft.com/office/drawing/2014/main" id="{48B0685A-2CB7-D7F4-D06C-F3D43D512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9" name="Rectangle 132">
                <a:extLst>
                  <a:ext uri="{FF2B5EF4-FFF2-40B4-BE49-F238E27FC236}">
                    <a16:creationId xmlns:a16="http://schemas.microsoft.com/office/drawing/2014/main" id="{D5888017-7AA1-D4F8-5E6D-0C3475415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0" name="Rectangle 133">
                <a:extLst>
                  <a:ext uri="{FF2B5EF4-FFF2-40B4-BE49-F238E27FC236}">
                    <a16:creationId xmlns:a16="http://schemas.microsoft.com/office/drawing/2014/main" id="{525716E0-D769-3911-2EB7-CBDBC0776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1" name="Rectangle 135">
                <a:extLst>
                  <a:ext uri="{FF2B5EF4-FFF2-40B4-BE49-F238E27FC236}">
                    <a16:creationId xmlns:a16="http://schemas.microsoft.com/office/drawing/2014/main" id="{80410577-6D84-7B10-0479-D8B8A9CC63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2" name="Rectangle 136">
                <a:extLst>
                  <a:ext uri="{FF2B5EF4-FFF2-40B4-BE49-F238E27FC236}">
                    <a16:creationId xmlns:a16="http://schemas.microsoft.com/office/drawing/2014/main" id="{3BE8A3ED-330C-9285-3404-FD0D03382A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3" name="Rectangle 137">
                <a:extLst>
                  <a:ext uri="{FF2B5EF4-FFF2-40B4-BE49-F238E27FC236}">
                    <a16:creationId xmlns:a16="http://schemas.microsoft.com/office/drawing/2014/main" id="{0FF61998-8DDC-BB72-0CDD-53FA628C7F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4" name="Rectangle 138">
                <a:extLst>
                  <a:ext uri="{FF2B5EF4-FFF2-40B4-BE49-F238E27FC236}">
                    <a16:creationId xmlns:a16="http://schemas.microsoft.com/office/drawing/2014/main" id="{875EAB72-49C3-1E21-ACDD-E20CFAF33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5" name="Rectangle 141">
                <a:extLst>
                  <a:ext uri="{FF2B5EF4-FFF2-40B4-BE49-F238E27FC236}">
                    <a16:creationId xmlns:a16="http://schemas.microsoft.com/office/drawing/2014/main" id="{357FA75D-341B-B20B-8940-E73B1EEE0A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6" name="Rectangle 142">
                <a:extLst>
                  <a:ext uri="{FF2B5EF4-FFF2-40B4-BE49-F238E27FC236}">
                    <a16:creationId xmlns:a16="http://schemas.microsoft.com/office/drawing/2014/main" id="{A695CFA0-1060-4A1F-FABC-6237244E0B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7" name="Rectangle 143">
                <a:extLst>
                  <a:ext uri="{FF2B5EF4-FFF2-40B4-BE49-F238E27FC236}">
                    <a16:creationId xmlns:a16="http://schemas.microsoft.com/office/drawing/2014/main" id="{06748B5B-80E9-A93E-25E2-DEBD8478B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8" name="Rectangle 144">
                <a:extLst>
                  <a:ext uri="{FF2B5EF4-FFF2-40B4-BE49-F238E27FC236}">
                    <a16:creationId xmlns:a16="http://schemas.microsoft.com/office/drawing/2014/main" id="{8EF81FA1-4CB6-AA82-03B9-9422DEA9A4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9" name="Rectangle 146">
                <a:extLst>
                  <a:ext uri="{FF2B5EF4-FFF2-40B4-BE49-F238E27FC236}">
                    <a16:creationId xmlns:a16="http://schemas.microsoft.com/office/drawing/2014/main" id="{50EEFBAE-93FF-8C4F-A6CC-DA41CE8A9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0" name="Rectangle 147">
                <a:extLst>
                  <a:ext uri="{FF2B5EF4-FFF2-40B4-BE49-F238E27FC236}">
                    <a16:creationId xmlns:a16="http://schemas.microsoft.com/office/drawing/2014/main" id="{480B1F21-26DB-EBBC-0B11-924CE5587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1" name="Rectangle 148">
                <a:extLst>
                  <a:ext uri="{FF2B5EF4-FFF2-40B4-BE49-F238E27FC236}">
                    <a16:creationId xmlns:a16="http://schemas.microsoft.com/office/drawing/2014/main" id="{7FF368C2-F7B4-90CC-4D7B-7D00CFED3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2" name="Rectangle 149">
                <a:extLst>
                  <a:ext uri="{FF2B5EF4-FFF2-40B4-BE49-F238E27FC236}">
                    <a16:creationId xmlns:a16="http://schemas.microsoft.com/office/drawing/2014/main" id="{BB98B80A-0E64-E73E-683F-06405159EA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3" name="Rectangle 150">
                <a:extLst>
                  <a:ext uri="{FF2B5EF4-FFF2-40B4-BE49-F238E27FC236}">
                    <a16:creationId xmlns:a16="http://schemas.microsoft.com/office/drawing/2014/main" id="{25C98E64-BC24-4477-5438-39A426F8D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871F5E2-8C06-8A84-243F-BD06150172DE}"/>
                </a:ext>
              </a:extLst>
            </p:cNvPr>
            <p:cNvGrpSpPr/>
            <p:nvPr/>
          </p:nvGrpSpPr>
          <p:grpSpPr>
            <a:xfrm>
              <a:off x="-116540" y="4482605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19" name="Rectangle 5">
                <a:extLst>
                  <a:ext uri="{FF2B5EF4-FFF2-40B4-BE49-F238E27FC236}">
                    <a16:creationId xmlns:a16="http://schemas.microsoft.com/office/drawing/2014/main" id="{C847C218-3F3E-E482-0DCA-4A6628F1A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" name="Rectangle 6">
                <a:extLst>
                  <a:ext uri="{FF2B5EF4-FFF2-40B4-BE49-F238E27FC236}">
                    <a16:creationId xmlns:a16="http://schemas.microsoft.com/office/drawing/2014/main" id="{672F8E70-4BC3-FBD4-9FCC-DB12CE7CC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" name="Rectangle 7">
                <a:extLst>
                  <a:ext uri="{FF2B5EF4-FFF2-40B4-BE49-F238E27FC236}">
                    <a16:creationId xmlns:a16="http://schemas.microsoft.com/office/drawing/2014/main" id="{7CCDDEB3-408C-664E-BBC2-F8D594346D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" name="Rectangle 10">
                <a:extLst>
                  <a:ext uri="{FF2B5EF4-FFF2-40B4-BE49-F238E27FC236}">
                    <a16:creationId xmlns:a16="http://schemas.microsoft.com/office/drawing/2014/main" id="{3F7B23B9-F294-7A01-D08F-7F8940D449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" name="Rectangle 11">
                <a:extLst>
                  <a:ext uri="{FF2B5EF4-FFF2-40B4-BE49-F238E27FC236}">
                    <a16:creationId xmlns:a16="http://schemas.microsoft.com/office/drawing/2014/main" id="{E21A5881-8506-4670-F563-D59ADE912A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" name="Rectangle 12">
                <a:extLst>
                  <a:ext uri="{FF2B5EF4-FFF2-40B4-BE49-F238E27FC236}">
                    <a16:creationId xmlns:a16="http://schemas.microsoft.com/office/drawing/2014/main" id="{6763EB55-FE5F-F815-22B3-4DF79FD90C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" name="Rectangle 13">
                <a:extLst>
                  <a:ext uri="{FF2B5EF4-FFF2-40B4-BE49-F238E27FC236}">
                    <a16:creationId xmlns:a16="http://schemas.microsoft.com/office/drawing/2014/main" id="{D80E3E89-971E-45A2-CF50-CCE0A273FE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" name="Rectangle 14">
                <a:extLst>
                  <a:ext uri="{FF2B5EF4-FFF2-40B4-BE49-F238E27FC236}">
                    <a16:creationId xmlns:a16="http://schemas.microsoft.com/office/drawing/2014/main" id="{0F5DD25A-7C5D-E56A-69AB-17425D02C2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" name="Rectangle 16">
                <a:extLst>
                  <a:ext uri="{FF2B5EF4-FFF2-40B4-BE49-F238E27FC236}">
                    <a16:creationId xmlns:a16="http://schemas.microsoft.com/office/drawing/2014/main" id="{FFBCDC66-7A8C-EDD1-D569-A744FD8583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" name="Rectangle 17">
                <a:extLst>
                  <a:ext uri="{FF2B5EF4-FFF2-40B4-BE49-F238E27FC236}">
                    <a16:creationId xmlns:a16="http://schemas.microsoft.com/office/drawing/2014/main" id="{85F42195-BF86-A8BB-40E9-A12680B9E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F6017F10-681F-B8F1-1D93-DCE87B50A6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" name="Rectangle 19">
                <a:extLst>
                  <a:ext uri="{FF2B5EF4-FFF2-40B4-BE49-F238E27FC236}">
                    <a16:creationId xmlns:a16="http://schemas.microsoft.com/office/drawing/2014/main" id="{9058CDCC-75F7-2BC2-D165-F712050BA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" name="Rectangle 20">
                <a:extLst>
                  <a:ext uri="{FF2B5EF4-FFF2-40B4-BE49-F238E27FC236}">
                    <a16:creationId xmlns:a16="http://schemas.microsoft.com/office/drawing/2014/main" id="{5BA218CE-6AFF-595C-EC19-0A14C5C8A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96DE6728-03DC-99A6-2B83-D645246BC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" name="Rectangle 26">
                <a:extLst>
                  <a:ext uri="{FF2B5EF4-FFF2-40B4-BE49-F238E27FC236}">
                    <a16:creationId xmlns:a16="http://schemas.microsoft.com/office/drawing/2014/main" id="{A0834CA9-A672-68D7-C717-B5EF57765A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4" name="Rectangle 27">
                <a:extLst>
                  <a:ext uri="{FF2B5EF4-FFF2-40B4-BE49-F238E27FC236}">
                    <a16:creationId xmlns:a16="http://schemas.microsoft.com/office/drawing/2014/main" id="{474A057E-8C4F-1D76-C2E9-147C23458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5" name="Rectangle 28">
                <a:extLst>
                  <a:ext uri="{FF2B5EF4-FFF2-40B4-BE49-F238E27FC236}">
                    <a16:creationId xmlns:a16="http://schemas.microsoft.com/office/drawing/2014/main" id="{F272D175-E9D1-83F4-E125-B38DE1397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6" name="Rectangle 29">
                <a:extLst>
                  <a:ext uri="{FF2B5EF4-FFF2-40B4-BE49-F238E27FC236}">
                    <a16:creationId xmlns:a16="http://schemas.microsoft.com/office/drawing/2014/main" id="{7A2514D5-D272-C8EF-BB37-3CFEB2658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7" name="Rectangle 30">
                <a:extLst>
                  <a:ext uri="{FF2B5EF4-FFF2-40B4-BE49-F238E27FC236}">
                    <a16:creationId xmlns:a16="http://schemas.microsoft.com/office/drawing/2014/main" id="{22E839C1-C091-85A9-44CD-88C94970C0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942CD3DF-487E-3FCB-95FC-E1CF104E13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E187BC0C-FF5E-ADBF-2C36-8E068A1DA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CA34070B-0371-E028-E8AB-BB1D1FDD4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" name="Rectangle 36">
                <a:extLst>
                  <a:ext uri="{FF2B5EF4-FFF2-40B4-BE49-F238E27FC236}">
                    <a16:creationId xmlns:a16="http://schemas.microsoft.com/office/drawing/2014/main" id="{D0727840-8D42-069E-DEEB-20751BD6DC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" name="Rectangle 37">
                <a:extLst>
                  <a:ext uri="{FF2B5EF4-FFF2-40B4-BE49-F238E27FC236}">
                    <a16:creationId xmlns:a16="http://schemas.microsoft.com/office/drawing/2014/main" id="{5DEBAD68-00FF-69E7-7812-119EF000C3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3" name="Rectangle 38">
                <a:extLst>
                  <a:ext uri="{FF2B5EF4-FFF2-40B4-BE49-F238E27FC236}">
                    <a16:creationId xmlns:a16="http://schemas.microsoft.com/office/drawing/2014/main" id="{D1EB63C6-245D-6B91-CD3A-AF01E314A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4" name="Rectangle 39">
                <a:extLst>
                  <a:ext uri="{FF2B5EF4-FFF2-40B4-BE49-F238E27FC236}">
                    <a16:creationId xmlns:a16="http://schemas.microsoft.com/office/drawing/2014/main" id="{E331B2CD-8776-C4F3-6DE2-AD5B560460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5" name="Rectangle 43">
                <a:extLst>
                  <a:ext uri="{FF2B5EF4-FFF2-40B4-BE49-F238E27FC236}">
                    <a16:creationId xmlns:a16="http://schemas.microsoft.com/office/drawing/2014/main" id="{17CF33F0-B7E7-DD79-D1F5-D9187DF83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D3A2363-5E91-9821-A0FA-9AE70F966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BCCAAD0-0B3C-12B5-6D75-C25FCD7D15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A712494-FCFF-1411-516C-8CD33781F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EFFF56E4-7B7C-A4EF-2B32-164A3585F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2B9B0D3-74EB-5148-CFF7-CF5603B7C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1" name="Rectangle 51">
                <a:extLst>
                  <a:ext uri="{FF2B5EF4-FFF2-40B4-BE49-F238E27FC236}">
                    <a16:creationId xmlns:a16="http://schemas.microsoft.com/office/drawing/2014/main" id="{06487057-73C9-5D20-4062-3DCAB2F39B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2" name="Rectangle 52">
                <a:extLst>
                  <a:ext uri="{FF2B5EF4-FFF2-40B4-BE49-F238E27FC236}">
                    <a16:creationId xmlns:a16="http://schemas.microsoft.com/office/drawing/2014/main" id="{EE49348A-5A4C-908C-88A0-205FBEB4A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3" name="Rectangle 53">
                <a:extLst>
                  <a:ext uri="{FF2B5EF4-FFF2-40B4-BE49-F238E27FC236}">
                    <a16:creationId xmlns:a16="http://schemas.microsoft.com/office/drawing/2014/main" id="{A049265A-19A0-C7B0-2F26-03188DBD34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4" name="Rectangle 55">
                <a:extLst>
                  <a:ext uri="{FF2B5EF4-FFF2-40B4-BE49-F238E27FC236}">
                    <a16:creationId xmlns:a16="http://schemas.microsoft.com/office/drawing/2014/main" id="{369B4F14-593A-0C5A-01F9-98DB3EDB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5" name="Rectangle 56">
                <a:extLst>
                  <a:ext uri="{FF2B5EF4-FFF2-40B4-BE49-F238E27FC236}">
                    <a16:creationId xmlns:a16="http://schemas.microsoft.com/office/drawing/2014/main" id="{83ADF0E7-6E9F-B5DD-4936-20FEA64E63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6" name="Rectangle 57">
                <a:extLst>
                  <a:ext uri="{FF2B5EF4-FFF2-40B4-BE49-F238E27FC236}">
                    <a16:creationId xmlns:a16="http://schemas.microsoft.com/office/drawing/2014/main" id="{775A9964-7A12-66F2-1EFD-A266748C7A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7" name="Rectangle 60">
                <a:extLst>
                  <a:ext uri="{FF2B5EF4-FFF2-40B4-BE49-F238E27FC236}">
                    <a16:creationId xmlns:a16="http://schemas.microsoft.com/office/drawing/2014/main" id="{3D071A57-2DFE-5ED1-5FE3-17CDC28A3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" name="Rectangle 62">
                <a:extLst>
                  <a:ext uri="{FF2B5EF4-FFF2-40B4-BE49-F238E27FC236}">
                    <a16:creationId xmlns:a16="http://schemas.microsoft.com/office/drawing/2014/main" id="{D125BC6E-7037-7AF6-C00C-92739678BF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" name="Rectangle 63">
                <a:extLst>
                  <a:ext uri="{FF2B5EF4-FFF2-40B4-BE49-F238E27FC236}">
                    <a16:creationId xmlns:a16="http://schemas.microsoft.com/office/drawing/2014/main" id="{DBDDBBA2-FB58-E396-7A5B-ECD5B457A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" name="Rectangle 65">
                <a:extLst>
                  <a:ext uri="{FF2B5EF4-FFF2-40B4-BE49-F238E27FC236}">
                    <a16:creationId xmlns:a16="http://schemas.microsoft.com/office/drawing/2014/main" id="{2B9270C8-68FA-61B4-D2A5-2E9E7CD17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" name="Rectangle 66">
                <a:extLst>
                  <a:ext uri="{FF2B5EF4-FFF2-40B4-BE49-F238E27FC236}">
                    <a16:creationId xmlns:a16="http://schemas.microsoft.com/office/drawing/2014/main" id="{AFED1D1A-EF6A-0D1E-8F2A-B76FFF4135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" name="Rectangle 67">
                <a:extLst>
                  <a:ext uri="{FF2B5EF4-FFF2-40B4-BE49-F238E27FC236}">
                    <a16:creationId xmlns:a16="http://schemas.microsoft.com/office/drawing/2014/main" id="{7CDF1D54-4268-7AF9-0EA5-69BA13695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" name="Rectangle 68">
                <a:extLst>
                  <a:ext uri="{FF2B5EF4-FFF2-40B4-BE49-F238E27FC236}">
                    <a16:creationId xmlns:a16="http://schemas.microsoft.com/office/drawing/2014/main" id="{BB2970F3-170D-2BC1-2BD3-539F722576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" name="Rectangle 70">
                <a:extLst>
                  <a:ext uri="{FF2B5EF4-FFF2-40B4-BE49-F238E27FC236}">
                    <a16:creationId xmlns:a16="http://schemas.microsoft.com/office/drawing/2014/main" id="{9EA509B9-FFEF-AA4D-CDEE-CE85FA5281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" name="Rectangle 71">
                <a:extLst>
                  <a:ext uri="{FF2B5EF4-FFF2-40B4-BE49-F238E27FC236}">
                    <a16:creationId xmlns:a16="http://schemas.microsoft.com/office/drawing/2014/main" id="{25E6CB70-3140-9205-1645-BC6961EF58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" name="Rectangle 72">
                <a:extLst>
                  <a:ext uri="{FF2B5EF4-FFF2-40B4-BE49-F238E27FC236}">
                    <a16:creationId xmlns:a16="http://schemas.microsoft.com/office/drawing/2014/main" id="{0EEEA8A9-BD73-CA92-F835-7B8CDED1E0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01C71CE7-78AC-A4F9-699C-83C4817B9C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D44E06C1-B171-9454-071D-C77E2D179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5AD0FF69-16D8-A8A7-4F76-957FC548B6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" name="Rectangle 79">
                <a:extLst>
                  <a:ext uri="{FF2B5EF4-FFF2-40B4-BE49-F238E27FC236}">
                    <a16:creationId xmlns:a16="http://schemas.microsoft.com/office/drawing/2014/main" id="{BD1C4993-7E18-1EA7-4F9B-351EAE970D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1" name="Rectangle 80">
                <a:extLst>
                  <a:ext uri="{FF2B5EF4-FFF2-40B4-BE49-F238E27FC236}">
                    <a16:creationId xmlns:a16="http://schemas.microsoft.com/office/drawing/2014/main" id="{64E611A8-8468-AA2F-4991-07FC23C497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2" name="Rectangle 81">
                <a:extLst>
                  <a:ext uri="{FF2B5EF4-FFF2-40B4-BE49-F238E27FC236}">
                    <a16:creationId xmlns:a16="http://schemas.microsoft.com/office/drawing/2014/main" id="{757A4A1D-C37F-E0CF-930C-EA5C089C73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3" name="Rectangle 82">
                <a:extLst>
                  <a:ext uri="{FF2B5EF4-FFF2-40B4-BE49-F238E27FC236}">
                    <a16:creationId xmlns:a16="http://schemas.microsoft.com/office/drawing/2014/main" id="{994687D5-817F-0CD0-7C7B-6549E56FF0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4" name="Rectangle 83">
                <a:extLst>
                  <a:ext uri="{FF2B5EF4-FFF2-40B4-BE49-F238E27FC236}">
                    <a16:creationId xmlns:a16="http://schemas.microsoft.com/office/drawing/2014/main" id="{2DDDF6E0-7277-DE77-DC2A-0D31D4ED40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5" name="Rectangle 85">
                <a:extLst>
                  <a:ext uri="{FF2B5EF4-FFF2-40B4-BE49-F238E27FC236}">
                    <a16:creationId xmlns:a16="http://schemas.microsoft.com/office/drawing/2014/main" id="{7B5972E0-50DD-083F-DE73-558E15E20D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6" name="Rectangle 86">
                <a:extLst>
                  <a:ext uri="{FF2B5EF4-FFF2-40B4-BE49-F238E27FC236}">
                    <a16:creationId xmlns:a16="http://schemas.microsoft.com/office/drawing/2014/main" id="{19387310-E9E0-8A98-1BEC-BEBF405B1D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7" name="Rectangle 87">
                <a:extLst>
                  <a:ext uri="{FF2B5EF4-FFF2-40B4-BE49-F238E27FC236}">
                    <a16:creationId xmlns:a16="http://schemas.microsoft.com/office/drawing/2014/main" id="{1482B4FE-0DA3-0298-9D8A-FC01864738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8" name="Rectangle 88">
                <a:extLst>
                  <a:ext uri="{FF2B5EF4-FFF2-40B4-BE49-F238E27FC236}">
                    <a16:creationId xmlns:a16="http://schemas.microsoft.com/office/drawing/2014/main" id="{4CC1DC7D-50C6-5118-4EE1-091CB88F6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9" name="Rectangle 89">
                <a:extLst>
                  <a:ext uri="{FF2B5EF4-FFF2-40B4-BE49-F238E27FC236}">
                    <a16:creationId xmlns:a16="http://schemas.microsoft.com/office/drawing/2014/main" id="{235BA690-47D4-4D3E-72F4-9F6B82E3C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0" name="Rectangle 91">
                <a:extLst>
                  <a:ext uri="{FF2B5EF4-FFF2-40B4-BE49-F238E27FC236}">
                    <a16:creationId xmlns:a16="http://schemas.microsoft.com/office/drawing/2014/main" id="{FD896F8D-82D0-BEB3-228A-70154B7E2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1" name="Rectangle 92">
                <a:extLst>
                  <a:ext uri="{FF2B5EF4-FFF2-40B4-BE49-F238E27FC236}">
                    <a16:creationId xmlns:a16="http://schemas.microsoft.com/office/drawing/2014/main" id="{2698A4DE-3F67-4CCD-D52E-06F25F3EF4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2" name="Rectangle 93">
                <a:extLst>
                  <a:ext uri="{FF2B5EF4-FFF2-40B4-BE49-F238E27FC236}">
                    <a16:creationId xmlns:a16="http://schemas.microsoft.com/office/drawing/2014/main" id="{EEB6DA55-AC46-3771-41D0-AE3A566D5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3" name="Rectangle 94">
                <a:extLst>
                  <a:ext uri="{FF2B5EF4-FFF2-40B4-BE49-F238E27FC236}">
                    <a16:creationId xmlns:a16="http://schemas.microsoft.com/office/drawing/2014/main" id="{13E466FF-67C5-4F36-CDCE-887C6B06E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4" name="Rectangle 97">
                <a:extLst>
                  <a:ext uri="{FF2B5EF4-FFF2-40B4-BE49-F238E27FC236}">
                    <a16:creationId xmlns:a16="http://schemas.microsoft.com/office/drawing/2014/main" id="{19612429-78CD-6C37-1FC1-361D90D6D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5" name="Rectangle 99">
                <a:extLst>
                  <a:ext uri="{FF2B5EF4-FFF2-40B4-BE49-F238E27FC236}">
                    <a16:creationId xmlns:a16="http://schemas.microsoft.com/office/drawing/2014/main" id="{828DFBD0-21AA-B01C-95B8-2CBA3DE19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6" name="Rectangle 101">
                <a:extLst>
                  <a:ext uri="{FF2B5EF4-FFF2-40B4-BE49-F238E27FC236}">
                    <a16:creationId xmlns:a16="http://schemas.microsoft.com/office/drawing/2014/main" id="{B7F6E1C0-E769-D6BC-A23A-C535941A55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7" name="Rectangle 102">
                <a:extLst>
                  <a:ext uri="{FF2B5EF4-FFF2-40B4-BE49-F238E27FC236}">
                    <a16:creationId xmlns:a16="http://schemas.microsoft.com/office/drawing/2014/main" id="{7523AE30-BB3D-B747-3E93-3793921D11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8" name="Rectangle 103">
                <a:extLst>
                  <a:ext uri="{FF2B5EF4-FFF2-40B4-BE49-F238E27FC236}">
                    <a16:creationId xmlns:a16="http://schemas.microsoft.com/office/drawing/2014/main" id="{0D4DF6F9-7903-9160-918E-A25161CD4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9" name="Rectangle 104">
                <a:extLst>
                  <a:ext uri="{FF2B5EF4-FFF2-40B4-BE49-F238E27FC236}">
                    <a16:creationId xmlns:a16="http://schemas.microsoft.com/office/drawing/2014/main" id="{20916655-D83B-04F6-07CE-D4C93A006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0" name="Rectangle 106">
                <a:extLst>
                  <a:ext uri="{FF2B5EF4-FFF2-40B4-BE49-F238E27FC236}">
                    <a16:creationId xmlns:a16="http://schemas.microsoft.com/office/drawing/2014/main" id="{60655B78-73AD-172A-2CCC-376EB1489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1" name="Rectangle 107">
                <a:extLst>
                  <a:ext uri="{FF2B5EF4-FFF2-40B4-BE49-F238E27FC236}">
                    <a16:creationId xmlns:a16="http://schemas.microsoft.com/office/drawing/2014/main" id="{5F95C683-7E74-EE20-34A3-5FD0037971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2" name="Rectangle 108">
                <a:extLst>
                  <a:ext uri="{FF2B5EF4-FFF2-40B4-BE49-F238E27FC236}">
                    <a16:creationId xmlns:a16="http://schemas.microsoft.com/office/drawing/2014/main" id="{F6566B11-2E5C-3A8A-8CFB-59D333379C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3" name="Rectangle 111">
                <a:extLst>
                  <a:ext uri="{FF2B5EF4-FFF2-40B4-BE49-F238E27FC236}">
                    <a16:creationId xmlns:a16="http://schemas.microsoft.com/office/drawing/2014/main" id="{7D068E83-E96B-2CDC-9CF3-0752B6789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4" name="Rectangle 112">
                <a:extLst>
                  <a:ext uri="{FF2B5EF4-FFF2-40B4-BE49-F238E27FC236}">
                    <a16:creationId xmlns:a16="http://schemas.microsoft.com/office/drawing/2014/main" id="{6BDC2BE9-9BED-6E11-BF4D-987028623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5" name="Rectangle 115">
                <a:extLst>
                  <a:ext uri="{FF2B5EF4-FFF2-40B4-BE49-F238E27FC236}">
                    <a16:creationId xmlns:a16="http://schemas.microsoft.com/office/drawing/2014/main" id="{9092DD6E-B77E-3672-DCCC-79133FC464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6" name="Rectangle 116">
                <a:extLst>
                  <a:ext uri="{FF2B5EF4-FFF2-40B4-BE49-F238E27FC236}">
                    <a16:creationId xmlns:a16="http://schemas.microsoft.com/office/drawing/2014/main" id="{09E49326-0FFD-F806-DC9A-657233EC36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7" name="Rectangle 117">
                <a:extLst>
                  <a:ext uri="{FF2B5EF4-FFF2-40B4-BE49-F238E27FC236}">
                    <a16:creationId xmlns:a16="http://schemas.microsoft.com/office/drawing/2014/main" id="{E03A6C52-3593-2B6D-CFA1-6B645C25CE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8" name="Rectangle 118">
                <a:extLst>
                  <a:ext uri="{FF2B5EF4-FFF2-40B4-BE49-F238E27FC236}">
                    <a16:creationId xmlns:a16="http://schemas.microsoft.com/office/drawing/2014/main" id="{A2C139AB-CC55-FB2E-8480-A1B45884A3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9" name="Rectangle 119">
                <a:extLst>
                  <a:ext uri="{FF2B5EF4-FFF2-40B4-BE49-F238E27FC236}">
                    <a16:creationId xmlns:a16="http://schemas.microsoft.com/office/drawing/2014/main" id="{49AA5160-41DC-C1A7-5FC9-97E90277D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0" name="Rectangle 121">
                <a:extLst>
                  <a:ext uri="{FF2B5EF4-FFF2-40B4-BE49-F238E27FC236}">
                    <a16:creationId xmlns:a16="http://schemas.microsoft.com/office/drawing/2014/main" id="{7E9F5C7C-011D-EC91-FD09-5D7965FBB1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1" name="Rectangle 122">
                <a:extLst>
                  <a:ext uri="{FF2B5EF4-FFF2-40B4-BE49-F238E27FC236}">
                    <a16:creationId xmlns:a16="http://schemas.microsoft.com/office/drawing/2014/main" id="{3F0B9037-3A25-EFEE-F68B-33ED2DF0A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2" name="Rectangle 123">
                <a:extLst>
                  <a:ext uri="{FF2B5EF4-FFF2-40B4-BE49-F238E27FC236}">
                    <a16:creationId xmlns:a16="http://schemas.microsoft.com/office/drawing/2014/main" id="{6B6BDEB6-5853-E34D-A1F5-E8E88F2EE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3" name="Rectangle 124">
                <a:extLst>
                  <a:ext uri="{FF2B5EF4-FFF2-40B4-BE49-F238E27FC236}">
                    <a16:creationId xmlns:a16="http://schemas.microsoft.com/office/drawing/2014/main" id="{84E98C6F-91D0-F254-9999-F09358892F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4" name="Rectangle 126">
                <a:extLst>
                  <a:ext uri="{FF2B5EF4-FFF2-40B4-BE49-F238E27FC236}">
                    <a16:creationId xmlns:a16="http://schemas.microsoft.com/office/drawing/2014/main" id="{CB75E32A-B64B-8C77-22F0-4FCADF2BE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5" name="Rectangle 127">
                <a:extLst>
                  <a:ext uri="{FF2B5EF4-FFF2-40B4-BE49-F238E27FC236}">
                    <a16:creationId xmlns:a16="http://schemas.microsoft.com/office/drawing/2014/main" id="{E5DBFFB7-BF3A-59C4-CB6E-456D5E716B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6" name="Rectangle 130">
                <a:extLst>
                  <a:ext uri="{FF2B5EF4-FFF2-40B4-BE49-F238E27FC236}">
                    <a16:creationId xmlns:a16="http://schemas.microsoft.com/office/drawing/2014/main" id="{082F418F-572E-1B9E-8907-E80F3E28A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7" name="Rectangle 131">
                <a:extLst>
                  <a:ext uri="{FF2B5EF4-FFF2-40B4-BE49-F238E27FC236}">
                    <a16:creationId xmlns:a16="http://schemas.microsoft.com/office/drawing/2014/main" id="{40BE15A0-3534-AA66-1D4A-918567960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8" name="Rectangle 132">
                <a:extLst>
                  <a:ext uri="{FF2B5EF4-FFF2-40B4-BE49-F238E27FC236}">
                    <a16:creationId xmlns:a16="http://schemas.microsoft.com/office/drawing/2014/main" id="{16CEF831-2D78-E302-463F-1B4F046F28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9" name="Rectangle 133">
                <a:extLst>
                  <a:ext uri="{FF2B5EF4-FFF2-40B4-BE49-F238E27FC236}">
                    <a16:creationId xmlns:a16="http://schemas.microsoft.com/office/drawing/2014/main" id="{BF054A3D-A67D-106E-F3A5-0E1446853B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0" name="Rectangle 135">
                <a:extLst>
                  <a:ext uri="{FF2B5EF4-FFF2-40B4-BE49-F238E27FC236}">
                    <a16:creationId xmlns:a16="http://schemas.microsoft.com/office/drawing/2014/main" id="{4702643A-5D2F-2ABA-73AB-F4EE63577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1" name="Rectangle 137">
                <a:extLst>
                  <a:ext uri="{FF2B5EF4-FFF2-40B4-BE49-F238E27FC236}">
                    <a16:creationId xmlns:a16="http://schemas.microsoft.com/office/drawing/2014/main" id="{ECB41C10-1A1E-3AC4-7C2E-ACCACC35AB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2" name="Rectangle 138">
                <a:extLst>
                  <a:ext uri="{FF2B5EF4-FFF2-40B4-BE49-F238E27FC236}">
                    <a16:creationId xmlns:a16="http://schemas.microsoft.com/office/drawing/2014/main" id="{70013446-4C6A-5B34-8ECC-634B39AD2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3" name="Rectangle 141">
                <a:extLst>
                  <a:ext uri="{FF2B5EF4-FFF2-40B4-BE49-F238E27FC236}">
                    <a16:creationId xmlns:a16="http://schemas.microsoft.com/office/drawing/2014/main" id="{2F52EE3D-C1C4-93D0-2F0B-3D13EDD820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4" name="Rectangle 142">
                <a:extLst>
                  <a:ext uri="{FF2B5EF4-FFF2-40B4-BE49-F238E27FC236}">
                    <a16:creationId xmlns:a16="http://schemas.microsoft.com/office/drawing/2014/main" id="{D899AC63-0399-13EE-3EA2-7B4320360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5" name="Rectangle 143">
                <a:extLst>
                  <a:ext uri="{FF2B5EF4-FFF2-40B4-BE49-F238E27FC236}">
                    <a16:creationId xmlns:a16="http://schemas.microsoft.com/office/drawing/2014/main" id="{3FF656D1-F79E-7F60-4DF9-9518A953E7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6" name="Rectangle 144">
                <a:extLst>
                  <a:ext uri="{FF2B5EF4-FFF2-40B4-BE49-F238E27FC236}">
                    <a16:creationId xmlns:a16="http://schemas.microsoft.com/office/drawing/2014/main" id="{2D412DF8-065B-BF90-B956-C5E6FDC8C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7" name="Rectangle 146">
                <a:extLst>
                  <a:ext uri="{FF2B5EF4-FFF2-40B4-BE49-F238E27FC236}">
                    <a16:creationId xmlns:a16="http://schemas.microsoft.com/office/drawing/2014/main" id="{BD7F867A-289F-AFF9-4CE0-3FA6A38C1D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8" name="Rectangle 147">
                <a:extLst>
                  <a:ext uri="{FF2B5EF4-FFF2-40B4-BE49-F238E27FC236}">
                    <a16:creationId xmlns:a16="http://schemas.microsoft.com/office/drawing/2014/main" id="{D91EE916-93EF-EEE4-10FB-E2C68E1F5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9" name="Rectangle 148">
                <a:extLst>
                  <a:ext uri="{FF2B5EF4-FFF2-40B4-BE49-F238E27FC236}">
                    <a16:creationId xmlns:a16="http://schemas.microsoft.com/office/drawing/2014/main" id="{C45B1D0D-2245-4D84-C5F9-586071704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0" name="Rectangle 149">
                <a:extLst>
                  <a:ext uri="{FF2B5EF4-FFF2-40B4-BE49-F238E27FC236}">
                    <a16:creationId xmlns:a16="http://schemas.microsoft.com/office/drawing/2014/main" id="{94C111F0-0F51-4F40-39C7-73CBD88B1E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1" name="Rectangle 150">
                <a:extLst>
                  <a:ext uri="{FF2B5EF4-FFF2-40B4-BE49-F238E27FC236}">
                    <a16:creationId xmlns:a16="http://schemas.microsoft.com/office/drawing/2014/main" id="{297F5633-62B6-D7DE-6867-3DB5E1349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4594DF8-039D-479C-3CCC-C1193AD7D6F1}"/>
              </a:ext>
            </a:extLst>
          </p:cNvPr>
          <p:cNvSpPr txBox="1">
            <a:spLocks/>
          </p:cNvSpPr>
          <p:nvPr/>
        </p:nvSpPr>
        <p:spPr>
          <a:xfrm>
            <a:off x="502722" y="505426"/>
            <a:ext cx="801806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PT Sans"/>
                <a:ea typeface="+mj-ea"/>
                <a:cs typeface="PT Sans"/>
              </a:defRPr>
            </a:lvl1pPr>
          </a:lstStyle>
          <a:p>
            <a:pPr>
              <a:lnSpc>
                <a:spcPts val="3600"/>
              </a:lnSpc>
            </a:pPr>
            <a:r>
              <a:rPr lang="en-US" sz="1200" spc="300" dirty="0">
                <a:solidFill>
                  <a:srgbClr val="FFFFFF"/>
                </a:solidFill>
              </a:rPr>
              <a:t>Design Decisions</a:t>
            </a:r>
            <a:br>
              <a:rPr lang="en-US" sz="1200" spc="300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Specific Design Decisions</a:t>
            </a:r>
            <a:endParaRPr lang="en-JM" dirty="0">
              <a:solidFill>
                <a:srgbClr val="FFFFFF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797711-F43F-7EE2-CE24-53A7D279AB59}"/>
              </a:ext>
            </a:extLst>
          </p:cNvPr>
          <p:cNvSpPr txBox="1">
            <a:spLocks/>
          </p:cNvSpPr>
          <p:nvPr/>
        </p:nvSpPr>
        <p:spPr>
          <a:xfrm>
            <a:off x="719644" y="2122678"/>
            <a:ext cx="5277393" cy="2276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2000" dirty="0">
                <a:solidFill>
                  <a:srgbClr val="FFFFFF"/>
                </a:solidFill>
                <a:latin typeface="PT Sans"/>
                <a:cs typeface="PT Sans"/>
              </a:rPr>
              <a:t>Community Page:</a:t>
            </a:r>
          </a:p>
          <a:p>
            <a:pPr marL="0" indent="0">
              <a:spcBef>
                <a:spcPts val="0"/>
              </a:spcBef>
              <a:buNone/>
            </a:pPr>
            <a:endParaRPr lang="en-GB" sz="2000" dirty="0">
              <a:solidFill>
                <a:srgbClr val="FFFFFF"/>
              </a:solidFill>
              <a:latin typeface="PT Sans"/>
              <a:cs typeface="PT Sans"/>
            </a:endParaRP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FFFFFF"/>
                </a:solidFill>
                <a:latin typeface="PT Sans"/>
                <a:cs typeface="PT Sans"/>
              </a:rPr>
              <a:t>A space for users to interact, post, and join communities based on genres.</a:t>
            </a:r>
          </a:p>
          <a:p>
            <a:pPr>
              <a:spcBef>
                <a:spcPts val="0"/>
              </a:spcBef>
            </a:pPr>
            <a:endParaRPr lang="en-GB" sz="2000" dirty="0">
              <a:solidFill>
                <a:srgbClr val="FFFFFF"/>
              </a:solidFill>
              <a:latin typeface="PT Sans"/>
              <a:cs typeface="PT Sans"/>
            </a:endParaRP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FFFFFF"/>
                </a:solidFill>
                <a:latin typeface="PT Sans"/>
                <a:cs typeface="PT Sans"/>
              </a:rPr>
              <a:t>Displays trending topics and popular contributors to encourage engagement.</a:t>
            </a:r>
            <a:endParaRPr lang="en-US" sz="2000" dirty="0">
              <a:solidFill>
                <a:srgbClr val="FFFFFF"/>
              </a:solidFill>
              <a:latin typeface="PT Sans"/>
              <a:cs typeface="PT San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800F59-7684-1907-0D69-6B7D495AB636}"/>
              </a:ext>
            </a:extLst>
          </p:cNvPr>
          <p:cNvCxnSpPr/>
          <p:nvPr/>
        </p:nvCxnSpPr>
        <p:spPr>
          <a:xfrm>
            <a:off x="502722" y="2055619"/>
            <a:ext cx="0" cy="1198880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13DC377A-D7C1-5D77-190C-C2C7FFCA4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05346" y="6294566"/>
            <a:ext cx="2133600" cy="365125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fld id="{8BA6482E-F363-B343-ABCE-D1D2D29F80BC}" type="slidenum">
              <a:rPr lang="en-US" sz="1400">
                <a:solidFill>
                  <a:srgbClr val="A6A6A6"/>
                </a:solidFill>
              </a:rPr>
              <a:pPr marL="0" indent="0" algn="r">
                <a:buNone/>
              </a:pPr>
              <a:t>8</a:t>
            </a:fld>
            <a:endParaRPr lang="en-US" sz="1400" dirty="0">
              <a:solidFill>
                <a:srgbClr val="A6A6A6"/>
              </a:solidFill>
            </a:endParaRP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97F619D8-8148-71F0-E221-9B119515D5D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" t="418" r="-140" b="26130"/>
          <a:stretch/>
        </p:blipFill>
        <p:spPr>
          <a:xfrm>
            <a:off x="6311900" y="2295525"/>
            <a:ext cx="4430184" cy="2103438"/>
          </a:xfr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53778F6B-42CA-5F1F-E5A9-E9181124B450}"/>
              </a:ext>
            </a:extLst>
          </p:cNvPr>
          <p:cNvGrpSpPr>
            <a:grpSpLocks/>
          </p:cNvGrpSpPr>
          <p:nvPr/>
        </p:nvGrpSpPr>
        <p:grpSpPr bwMode="auto">
          <a:xfrm>
            <a:off x="11376025" y="388938"/>
            <a:ext cx="360363" cy="466725"/>
            <a:chOff x="11376383" y="389144"/>
            <a:chExt cx="360002" cy="465737"/>
          </a:xfrm>
        </p:grpSpPr>
        <p:sp>
          <p:nvSpPr>
            <p:cNvPr id="3" name="Pentagon 637">
              <a:extLst>
                <a:ext uri="{FF2B5EF4-FFF2-40B4-BE49-F238E27FC236}">
                  <a16:creationId xmlns:a16="http://schemas.microsoft.com/office/drawing/2014/main" id="{7CED7D78-9B55-B23E-C3A1-C0E6BB92F6DE}"/>
                </a:ext>
              </a:extLst>
            </p:cNvPr>
            <p:cNvSpPr/>
            <p:nvPr/>
          </p:nvSpPr>
          <p:spPr>
            <a:xfrm rot="5400000">
              <a:off x="11354407" y="411120"/>
              <a:ext cx="403955" cy="360002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850EEE7-CD2F-AB21-F900-B0C81AEA237B}"/>
                </a:ext>
              </a:extLst>
            </p:cNvPr>
            <p:cNvCxnSpPr/>
            <p:nvPr/>
          </p:nvCxnSpPr>
          <p:spPr>
            <a:xfrm>
              <a:off x="11550833" y="726565"/>
              <a:ext cx="0" cy="128316"/>
            </a:xfrm>
            <a:prstGeom prst="line">
              <a:avLst/>
            </a:prstGeom>
            <a:ln>
              <a:solidFill>
                <a:schemeClr val="accent2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38">
            <a:extLst>
              <a:ext uri="{FF2B5EF4-FFF2-40B4-BE49-F238E27FC236}">
                <a16:creationId xmlns:a16="http://schemas.microsoft.com/office/drawing/2014/main" id="{8695D31E-ECA0-86E9-8814-251233ACA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90300" y="387350"/>
            <a:ext cx="5572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fld id="{D95A3F76-14D4-4A3B-8187-9E866394116F}" type="slidenum">
              <a:rPr lang="en-US" altLang="LID4096" sz="1200">
                <a:solidFill>
                  <a:schemeClr val="bg1"/>
                </a:solidFill>
              </a:rPr>
              <a:pPr algn="ctr" eaLnBrk="1" hangingPunct="1"/>
              <a:t>8</a:t>
            </a:fld>
            <a:endParaRPr lang="en-US" altLang="LID4096" sz="120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2328F3-D9EC-4B72-209B-01B8D9643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185" y="4472364"/>
            <a:ext cx="1108767" cy="23275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E6E8CE-CCCA-8574-6439-4466A0548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9615" y="4470215"/>
            <a:ext cx="1803377" cy="232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98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7EC26-FAF4-B71E-BB3F-DD834059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540527C-97CE-8686-03F2-98CD421975D8}"/>
              </a:ext>
            </a:extLst>
          </p:cNvPr>
          <p:cNvGrpSpPr/>
          <p:nvPr/>
        </p:nvGrpSpPr>
        <p:grpSpPr>
          <a:xfrm>
            <a:off x="-201332" y="0"/>
            <a:ext cx="12812244" cy="697119"/>
            <a:chOff x="-116540" y="4468112"/>
            <a:chExt cx="12812244" cy="697119"/>
          </a:xfrm>
          <a:solidFill>
            <a:schemeClr val="bg2">
              <a:alpha val="60000"/>
            </a:schemeClr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314EA0A-EC0A-0E7E-5605-E5BA70A803DB}"/>
                </a:ext>
              </a:extLst>
            </p:cNvPr>
            <p:cNvGrpSpPr/>
            <p:nvPr/>
          </p:nvGrpSpPr>
          <p:grpSpPr>
            <a:xfrm>
              <a:off x="4112933" y="4472081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226" name="Rectangle 5">
                <a:extLst>
                  <a:ext uri="{FF2B5EF4-FFF2-40B4-BE49-F238E27FC236}">
                    <a16:creationId xmlns:a16="http://schemas.microsoft.com/office/drawing/2014/main" id="{9CE819FF-416B-53AE-F186-2D5974EFD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7" name="Rectangle 6">
                <a:extLst>
                  <a:ext uri="{FF2B5EF4-FFF2-40B4-BE49-F238E27FC236}">
                    <a16:creationId xmlns:a16="http://schemas.microsoft.com/office/drawing/2014/main" id="{923E507A-686B-2BDD-3BDB-D17513EF0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8" name="Rectangle 7">
                <a:extLst>
                  <a:ext uri="{FF2B5EF4-FFF2-40B4-BE49-F238E27FC236}">
                    <a16:creationId xmlns:a16="http://schemas.microsoft.com/office/drawing/2014/main" id="{17D80B2E-A991-EB8A-0A89-10E10759EE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9" name="Rectangle 10">
                <a:extLst>
                  <a:ext uri="{FF2B5EF4-FFF2-40B4-BE49-F238E27FC236}">
                    <a16:creationId xmlns:a16="http://schemas.microsoft.com/office/drawing/2014/main" id="{BE96754C-4C4D-F9C0-9F97-8AF8CBE8B7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0" name="Rectangle 11">
                <a:extLst>
                  <a:ext uri="{FF2B5EF4-FFF2-40B4-BE49-F238E27FC236}">
                    <a16:creationId xmlns:a16="http://schemas.microsoft.com/office/drawing/2014/main" id="{1B38165A-9D0A-A65E-2980-E9036F87C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1" name="Rectangle 12">
                <a:extLst>
                  <a:ext uri="{FF2B5EF4-FFF2-40B4-BE49-F238E27FC236}">
                    <a16:creationId xmlns:a16="http://schemas.microsoft.com/office/drawing/2014/main" id="{AEC4EB5C-6A88-3BF6-C2E6-C5193604B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2" name="Rectangle 13">
                <a:extLst>
                  <a:ext uri="{FF2B5EF4-FFF2-40B4-BE49-F238E27FC236}">
                    <a16:creationId xmlns:a16="http://schemas.microsoft.com/office/drawing/2014/main" id="{A889B65C-EB73-18C0-48E0-68A546F3E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3" name="Rectangle 14">
                <a:extLst>
                  <a:ext uri="{FF2B5EF4-FFF2-40B4-BE49-F238E27FC236}">
                    <a16:creationId xmlns:a16="http://schemas.microsoft.com/office/drawing/2014/main" id="{485989DC-C9A8-1318-3935-D35CF3B305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4" name="Rectangle 16">
                <a:extLst>
                  <a:ext uri="{FF2B5EF4-FFF2-40B4-BE49-F238E27FC236}">
                    <a16:creationId xmlns:a16="http://schemas.microsoft.com/office/drawing/2014/main" id="{735452C2-6F4F-B9BA-94D6-03F9874F6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5" name="Rectangle 17">
                <a:extLst>
                  <a:ext uri="{FF2B5EF4-FFF2-40B4-BE49-F238E27FC236}">
                    <a16:creationId xmlns:a16="http://schemas.microsoft.com/office/drawing/2014/main" id="{77DAFB0C-1200-001B-F338-1AFA3C65A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6" name="Rectangle 18">
                <a:extLst>
                  <a:ext uri="{FF2B5EF4-FFF2-40B4-BE49-F238E27FC236}">
                    <a16:creationId xmlns:a16="http://schemas.microsoft.com/office/drawing/2014/main" id="{5A589B77-595F-E87D-4251-33A6497A2E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7" name="Rectangle 19">
                <a:extLst>
                  <a:ext uri="{FF2B5EF4-FFF2-40B4-BE49-F238E27FC236}">
                    <a16:creationId xmlns:a16="http://schemas.microsoft.com/office/drawing/2014/main" id="{E0B60CC9-0EF2-9846-4635-5C5BB98276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8" name="Rectangle 20">
                <a:extLst>
                  <a:ext uri="{FF2B5EF4-FFF2-40B4-BE49-F238E27FC236}">
                    <a16:creationId xmlns:a16="http://schemas.microsoft.com/office/drawing/2014/main" id="{08C53486-C18F-911B-853D-01F397639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9" name="Rectangle 22">
                <a:extLst>
                  <a:ext uri="{FF2B5EF4-FFF2-40B4-BE49-F238E27FC236}">
                    <a16:creationId xmlns:a16="http://schemas.microsoft.com/office/drawing/2014/main" id="{ED9157A3-1DDE-281F-A120-DF8CB00C4F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0" name="Rectangle 23">
                <a:extLst>
                  <a:ext uri="{FF2B5EF4-FFF2-40B4-BE49-F238E27FC236}">
                    <a16:creationId xmlns:a16="http://schemas.microsoft.com/office/drawing/2014/main" id="{B2411778-BD1A-6C1C-0AFF-4A52F4BB51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1" name="Rectangle 26">
                <a:extLst>
                  <a:ext uri="{FF2B5EF4-FFF2-40B4-BE49-F238E27FC236}">
                    <a16:creationId xmlns:a16="http://schemas.microsoft.com/office/drawing/2014/main" id="{1FD2AF66-DE2E-D898-280E-DCF6D61F92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2" name="Rectangle 27">
                <a:extLst>
                  <a:ext uri="{FF2B5EF4-FFF2-40B4-BE49-F238E27FC236}">
                    <a16:creationId xmlns:a16="http://schemas.microsoft.com/office/drawing/2014/main" id="{47E8A4C3-90B5-AE27-53A3-C2C3BCD80C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3" name="Rectangle 28">
                <a:extLst>
                  <a:ext uri="{FF2B5EF4-FFF2-40B4-BE49-F238E27FC236}">
                    <a16:creationId xmlns:a16="http://schemas.microsoft.com/office/drawing/2014/main" id="{93D5E810-0747-DC28-48EE-B3411F330E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ACA9BB4B-C80C-9D0E-83D2-FF1EE41345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5" name="Rectangle 30">
                <a:extLst>
                  <a:ext uri="{FF2B5EF4-FFF2-40B4-BE49-F238E27FC236}">
                    <a16:creationId xmlns:a16="http://schemas.microsoft.com/office/drawing/2014/main" id="{C9D65331-4A94-EAA5-BC8E-6F5D7967B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6" name="Rectangle 32">
                <a:extLst>
                  <a:ext uri="{FF2B5EF4-FFF2-40B4-BE49-F238E27FC236}">
                    <a16:creationId xmlns:a16="http://schemas.microsoft.com/office/drawing/2014/main" id="{44CDB91B-D1BB-1A43-4532-9AC43458E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7" name="Rectangle 33">
                <a:extLst>
                  <a:ext uri="{FF2B5EF4-FFF2-40B4-BE49-F238E27FC236}">
                    <a16:creationId xmlns:a16="http://schemas.microsoft.com/office/drawing/2014/main" id="{DD5E31A3-6B10-F01B-1EEC-B99A34225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8" name="Rectangle 34">
                <a:extLst>
                  <a:ext uri="{FF2B5EF4-FFF2-40B4-BE49-F238E27FC236}">
                    <a16:creationId xmlns:a16="http://schemas.microsoft.com/office/drawing/2014/main" id="{A5B33A05-0A97-B757-5A6F-B780CAB49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9" name="Rectangle 36">
                <a:extLst>
                  <a:ext uri="{FF2B5EF4-FFF2-40B4-BE49-F238E27FC236}">
                    <a16:creationId xmlns:a16="http://schemas.microsoft.com/office/drawing/2014/main" id="{B898D95E-2A63-D19B-8380-A5506B9C2A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0" name="Rectangle 37">
                <a:extLst>
                  <a:ext uri="{FF2B5EF4-FFF2-40B4-BE49-F238E27FC236}">
                    <a16:creationId xmlns:a16="http://schemas.microsoft.com/office/drawing/2014/main" id="{9585F23C-2A17-F291-1DAD-1A46B7C65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1" name="Rectangle 38">
                <a:extLst>
                  <a:ext uri="{FF2B5EF4-FFF2-40B4-BE49-F238E27FC236}">
                    <a16:creationId xmlns:a16="http://schemas.microsoft.com/office/drawing/2014/main" id="{7503D63E-58DE-61E2-7E47-82A8266CD5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2" name="Rectangle 39">
                <a:extLst>
                  <a:ext uri="{FF2B5EF4-FFF2-40B4-BE49-F238E27FC236}">
                    <a16:creationId xmlns:a16="http://schemas.microsoft.com/office/drawing/2014/main" id="{56E7AC14-936C-D0EF-B223-23D2DA7BE4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3" name="Rectangle 41">
                <a:extLst>
                  <a:ext uri="{FF2B5EF4-FFF2-40B4-BE49-F238E27FC236}">
                    <a16:creationId xmlns:a16="http://schemas.microsoft.com/office/drawing/2014/main" id="{21D77AAF-F087-4388-D5DF-5EB8AD777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4" name="Rectangle 43">
                <a:extLst>
                  <a:ext uri="{FF2B5EF4-FFF2-40B4-BE49-F238E27FC236}">
                    <a16:creationId xmlns:a16="http://schemas.microsoft.com/office/drawing/2014/main" id="{6BB9D186-B6E5-4395-F16C-A37B2CFDD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5" name="Rectangle 45">
                <a:extLst>
                  <a:ext uri="{FF2B5EF4-FFF2-40B4-BE49-F238E27FC236}">
                    <a16:creationId xmlns:a16="http://schemas.microsoft.com/office/drawing/2014/main" id="{4623DA4B-DA44-366E-2558-CA065BF22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6" name="Rectangle 46">
                <a:extLst>
                  <a:ext uri="{FF2B5EF4-FFF2-40B4-BE49-F238E27FC236}">
                    <a16:creationId xmlns:a16="http://schemas.microsoft.com/office/drawing/2014/main" id="{97CA54F5-B059-5710-E05A-82C3C9CF8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7" name="Rectangle 47">
                <a:extLst>
                  <a:ext uri="{FF2B5EF4-FFF2-40B4-BE49-F238E27FC236}">
                    <a16:creationId xmlns:a16="http://schemas.microsoft.com/office/drawing/2014/main" id="{09274E68-379B-B01B-15B9-2F0CC08AF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8" name="Rectangle 48">
                <a:extLst>
                  <a:ext uri="{FF2B5EF4-FFF2-40B4-BE49-F238E27FC236}">
                    <a16:creationId xmlns:a16="http://schemas.microsoft.com/office/drawing/2014/main" id="{123668BA-BE83-9FE0-FD89-02652F0F5B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9" name="Rectangle 49">
                <a:extLst>
                  <a:ext uri="{FF2B5EF4-FFF2-40B4-BE49-F238E27FC236}">
                    <a16:creationId xmlns:a16="http://schemas.microsoft.com/office/drawing/2014/main" id="{49E02A67-4174-6AC6-9AE1-F7BEE2DE0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0" name="Rectangle 51">
                <a:extLst>
                  <a:ext uri="{FF2B5EF4-FFF2-40B4-BE49-F238E27FC236}">
                    <a16:creationId xmlns:a16="http://schemas.microsoft.com/office/drawing/2014/main" id="{FDE8AFF4-93FB-5DCB-999F-7862FF65CF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1" name="Rectangle 53">
                <a:extLst>
                  <a:ext uri="{FF2B5EF4-FFF2-40B4-BE49-F238E27FC236}">
                    <a16:creationId xmlns:a16="http://schemas.microsoft.com/office/drawing/2014/main" id="{2C6017A1-5C79-B98C-C424-B9EA9A1BF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2" name="Rectangle 55">
                <a:extLst>
                  <a:ext uri="{FF2B5EF4-FFF2-40B4-BE49-F238E27FC236}">
                    <a16:creationId xmlns:a16="http://schemas.microsoft.com/office/drawing/2014/main" id="{972D63BE-6ACB-1B15-FDB2-D4416EDFB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3" name="Rectangle 56">
                <a:extLst>
                  <a:ext uri="{FF2B5EF4-FFF2-40B4-BE49-F238E27FC236}">
                    <a16:creationId xmlns:a16="http://schemas.microsoft.com/office/drawing/2014/main" id="{51D95398-BD0F-CA54-BB42-3CC02AB113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4" name="Rectangle 57">
                <a:extLst>
                  <a:ext uri="{FF2B5EF4-FFF2-40B4-BE49-F238E27FC236}">
                    <a16:creationId xmlns:a16="http://schemas.microsoft.com/office/drawing/2014/main" id="{D6CF0D97-39E1-8927-6411-A1C228C1D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5" name="Rectangle 60">
                <a:extLst>
                  <a:ext uri="{FF2B5EF4-FFF2-40B4-BE49-F238E27FC236}">
                    <a16:creationId xmlns:a16="http://schemas.microsoft.com/office/drawing/2014/main" id="{4E126803-AE15-DD64-C0FB-5881D140A6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6" name="Rectangle 62">
                <a:extLst>
                  <a:ext uri="{FF2B5EF4-FFF2-40B4-BE49-F238E27FC236}">
                    <a16:creationId xmlns:a16="http://schemas.microsoft.com/office/drawing/2014/main" id="{61FECD35-C670-71A0-2532-F037BEF8C5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7" name="Rectangle 63">
                <a:extLst>
                  <a:ext uri="{FF2B5EF4-FFF2-40B4-BE49-F238E27FC236}">
                    <a16:creationId xmlns:a16="http://schemas.microsoft.com/office/drawing/2014/main" id="{B321F1DB-FB15-41A2-603B-E45234220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8" name="Rectangle 65">
                <a:extLst>
                  <a:ext uri="{FF2B5EF4-FFF2-40B4-BE49-F238E27FC236}">
                    <a16:creationId xmlns:a16="http://schemas.microsoft.com/office/drawing/2014/main" id="{78E6B6CB-087F-9306-F25D-9F890E3990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9" name="Rectangle 66">
                <a:extLst>
                  <a:ext uri="{FF2B5EF4-FFF2-40B4-BE49-F238E27FC236}">
                    <a16:creationId xmlns:a16="http://schemas.microsoft.com/office/drawing/2014/main" id="{F68DE4D5-0C07-D99C-9753-DCD900D5A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0" name="Rectangle 67">
                <a:extLst>
                  <a:ext uri="{FF2B5EF4-FFF2-40B4-BE49-F238E27FC236}">
                    <a16:creationId xmlns:a16="http://schemas.microsoft.com/office/drawing/2014/main" id="{8D4DABE8-5268-5571-932A-F3232483C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1" name="Rectangle 68">
                <a:extLst>
                  <a:ext uri="{FF2B5EF4-FFF2-40B4-BE49-F238E27FC236}">
                    <a16:creationId xmlns:a16="http://schemas.microsoft.com/office/drawing/2014/main" id="{BD661621-279B-6A47-6F12-B24D86F6E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2" name="Rectangle 70">
                <a:extLst>
                  <a:ext uri="{FF2B5EF4-FFF2-40B4-BE49-F238E27FC236}">
                    <a16:creationId xmlns:a16="http://schemas.microsoft.com/office/drawing/2014/main" id="{91CF5F76-D300-9D23-E0CD-C517F3920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3" name="Rectangle 71">
                <a:extLst>
                  <a:ext uri="{FF2B5EF4-FFF2-40B4-BE49-F238E27FC236}">
                    <a16:creationId xmlns:a16="http://schemas.microsoft.com/office/drawing/2014/main" id="{96330F4A-F489-F922-5080-939827144B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4" name="Rectangle 72">
                <a:extLst>
                  <a:ext uri="{FF2B5EF4-FFF2-40B4-BE49-F238E27FC236}">
                    <a16:creationId xmlns:a16="http://schemas.microsoft.com/office/drawing/2014/main" id="{3E561BD3-439B-CF35-1E20-7BEE097F5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5" name="Rectangle 75">
                <a:extLst>
                  <a:ext uri="{FF2B5EF4-FFF2-40B4-BE49-F238E27FC236}">
                    <a16:creationId xmlns:a16="http://schemas.microsoft.com/office/drawing/2014/main" id="{1E37816D-E902-AA42-80BF-5F3C1A812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6" name="Rectangle 76">
                <a:extLst>
                  <a:ext uri="{FF2B5EF4-FFF2-40B4-BE49-F238E27FC236}">
                    <a16:creationId xmlns:a16="http://schemas.microsoft.com/office/drawing/2014/main" id="{96687AE9-A0F4-FA65-8EDC-1197E27C81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7" name="Rectangle 77">
                <a:extLst>
                  <a:ext uri="{FF2B5EF4-FFF2-40B4-BE49-F238E27FC236}">
                    <a16:creationId xmlns:a16="http://schemas.microsoft.com/office/drawing/2014/main" id="{FF6859E5-8C2F-4665-903D-241BBCD82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8" name="Rectangle 79">
                <a:extLst>
                  <a:ext uri="{FF2B5EF4-FFF2-40B4-BE49-F238E27FC236}">
                    <a16:creationId xmlns:a16="http://schemas.microsoft.com/office/drawing/2014/main" id="{68BBFB1B-5726-E4D8-BD96-66690F075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9" name="Rectangle 80">
                <a:extLst>
                  <a:ext uri="{FF2B5EF4-FFF2-40B4-BE49-F238E27FC236}">
                    <a16:creationId xmlns:a16="http://schemas.microsoft.com/office/drawing/2014/main" id="{051F2E61-DC22-F308-A3F8-988BE2EAF3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0" name="Rectangle 81">
                <a:extLst>
                  <a:ext uri="{FF2B5EF4-FFF2-40B4-BE49-F238E27FC236}">
                    <a16:creationId xmlns:a16="http://schemas.microsoft.com/office/drawing/2014/main" id="{42839594-2F26-04B4-B844-FE3FC85B3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1" name="Rectangle 82">
                <a:extLst>
                  <a:ext uri="{FF2B5EF4-FFF2-40B4-BE49-F238E27FC236}">
                    <a16:creationId xmlns:a16="http://schemas.microsoft.com/office/drawing/2014/main" id="{E5DB50BD-B3A2-6345-8D6C-BB4E11B7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2" name="Rectangle 83">
                <a:extLst>
                  <a:ext uri="{FF2B5EF4-FFF2-40B4-BE49-F238E27FC236}">
                    <a16:creationId xmlns:a16="http://schemas.microsoft.com/office/drawing/2014/main" id="{FCFD6E1A-E70D-C2E3-8CA8-D0D8FDC5F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3" name="Rectangle 85">
                <a:extLst>
                  <a:ext uri="{FF2B5EF4-FFF2-40B4-BE49-F238E27FC236}">
                    <a16:creationId xmlns:a16="http://schemas.microsoft.com/office/drawing/2014/main" id="{3F284925-5206-B291-7285-7D7D4C1CA4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4" name="Rectangle 86">
                <a:extLst>
                  <a:ext uri="{FF2B5EF4-FFF2-40B4-BE49-F238E27FC236}">
                    <a16:creationId xmlns:a16="http://schemas.microsoft.com/office/drawing/2014/main" id="{5B760571-0014-9E96-5B48-19ADB3C9A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5" name="Rectangle 87">
                <a:extLst>
                  <a:ext uri="{FF2B5EF4-FFF2-40B4-BE49-F238E27FC236}">
                    <a16:creationId xmlns:a16="http://schemas.microsoft.com/office/drawing/2014/main" id="{99DA7C72-069E-4ACA-5217-BA5BEE0F8E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6" name="Rectangle 88">
                <a:extLst>
                  <a:ext uri="{FF2B5EF4-FFF2-40B4-BE49-F238E27FC236}">
                    <a16:creationId xmlns:a16="http://schemas.microsoft.com/office/drawing/2014/main" id="{8C529E9B-B356-2A79-2CD3-3E81B25042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7" name="Rectangle 89">
                <a:extLst>
                  <a:ext uri="{FF2B5EF4-FFF2-40B4-BE49-F238E27FC236}">
                    <a16:creationId xmlns:a16="http://schemas.microsoft.com/office/drawing/2014/main" id="{DE5AFECE-3AD6-3204-E600-4C6A71F761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8" name="Rectangle 91">
                <a:extLst>
                  <a:ext uri="{FF2B5EF4-FFF2-40B4-BE49-F238E27FC236}">
                    <a16:creationId xmlns:a16="http://schemas.microsoft.com/office/drawing/2014/main" id="{2EF8BD6A-AB69-CA44-0EFA-5C4663EC9A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9" name="Rectangle 92">
                <a:extLst>
                  <a:ext uri="{FF2B5EF4-FFF2-40B4-BE49-F238E27FC236}">
                    <a16:creationId xmlns:a16="http://schemas.microsoft.com/office/drawing/2014/main" id="{F9B47D2D-02C8-6355-3E04-1A8BCA8F42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0" name="Rectangle 93">
                <a:extLst>
                  <a:ext uri="{FF2B5EF4-FFF2-40B4-BE49-F238E27FC236}">
                    <a16:creationId xmlns:a16="http://schemas.microsoft.com/office/drawing/2014/main" id="{0F72D7FF-C82C-B852-A818-04FE45A157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1" name="Rectangle 94">
                <a:extLst>
                  <a:ext uri="{FF2B5EF4-FFF2-40B4-BE49-F238E27FC236}">
                    <a16:creationId xmlns:a16="http://schemas.microsoft.com/office/drawing/2014/main" id="{9AF04C11-0B7E-365C-1613-C97216D51C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2" name="Rectangle 99">
                <a:extLst>
                  <a:ext uri="{FF2B5EF4-FFF2-40B4-BE49-F238E27FC236}">
                    <a16:creationId xmlns:a16="http://schemas.microsoft.com/office/drawing/2014/main" id="{DB39DF07-DB27-9D9F-9936-827E4ADD0F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3" name="Rectangle 101">
                <a:extLst>
                  <a:ext uri="{FF2B5EF4-FFF2-40B4-BE49-F238E27FC236}">
                    <a16:creationId xmlns:a16="http://schemas.microsoft.com/office/drawing/2014/main" id="{884956ED-2F43-5484-C0F9-17F3DFC1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4" name="Rectangle 102">
                <a:extLst>
                  <a:ext uri="{FF2B5EF4-FFF2-40B4-BE49-F238E27FC236}">
                    <a16:creationId xmlns:a16="http://schemas.microsoft.com/office/drawing/2014/main" id="{894E944D-7581-DCBE-C96F-50CF5E229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5" name="Rectangle 103">
                <a:extLst>
                  <a:ext uri="{FF2B5EF4-FFF2-40B4-BE49-F238E27FC236}">
                    <a16:creationId xmlns:a16="http://schemas.microsoft.com/office/drawing/2014/main" id="{1ED8A857-0EB9-6C64-3784-299AE3C26E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6" name="Rectangle 104">
                <a:extLst>
                  <a:ext uri="{FF2B5EF4-FFF2-40B4-BE49-F238E27FC236}">
                    <a16:creationId xmlns:a16="http://schemas.microsoft.com/office/drawing/2014/main" id="{961AAA2D-4C04-9E67-2000-9D6023FFE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7" name="Rectangle 106">
                <a:extLst>
                  <a:ext uri="{FF2B5EF4-FFF2-40B4-BE49-F238E27FC236}">
                    <a16:creationId xmlns:a16="http://schemas.microsoft.com/office/drawing/2014/main" id="{180193E1-D792-792A-A379-06DB97DC79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8" name="Rectangle 107">
                <a:extLst>
                  <a:ext uri="{FF2B5EF4-FFF2-40B4-BE49-F238E27FC236}">
                    <a16:creationId xmlns:a16="http://schemas.microsoft.com/office/drawing/2014/main" id="{A241DF29-45E7-9725-4763-5158587E39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9" name="Rectangle 108">
                <a:extLst>
                  <a:ext uri="{FF2B5EF4-FFF2-40B4-BE49-F238E27FC236}">
                    <a16:creationId xmlns:a16="http://schemas.microsoft.com/office/drawing/2014/main" id="{41538BEC-7FE1-A147-5D66-BC7A162AE7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0" name="Rectangle 111">
                <a:extLst>
                  <a:ext uri="{FF2B5EF4-FFF2-40B4-BE49-F238E27FC236}">
                    <a16:creationId xmlns:a16="http://schemas.microsoft.com/office/drawing/2014/main" id="{72C938CC-BE47-8A99-926D-D462796C21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1" name="Rectangle 112">
                <a:extLst>
                  <a:ext uri="{FF2B5EF4-FFF2-40B4-BE49-F238E27FC236}">
                    <a16:creationId xmlns:a16="http://schemas.microsoft.com/office/drawing/2014/main" id="{B07C5408-1B19-A8E5-5616-52666131C1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2" name="Rectangle 115">
                <a:extLst>
                  <a:ext uri="{FF2B5EF4-FFF2-40B4-BE49-F238E27FC236}">
                    <a16:creationId xmlns:a16="http://schemas.microsoft.com/office/drawing/2014/main" id="{2C7E4543-8D13-4383-1358-C2D7D7675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3" name="Rectangle 116">
                <a:extLst>
                  <a:ext uri="{FF2B5EF4-FFF2-40B4-BE49-F238E27FC236}">
                    <a16:creationId xmlns:a16="http://schemas.microsoft.com/office/drawing/2014/main" id="{22DE7352-EC88-9B1C-C4AE-8AA32D373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4" name="Rectangle 117">
                <a:extLst>
                  <a:ext uri="{FF2B5EF4-FFF2-40B4-BE49-F238E27FC236}">
                    <a16:creationId xmlns:a16="http://schemas.microsoft.com/office/drawing/2014/main" id="{F5DEEFD5-15AD-D85B-D389-A247F22BCF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5" name="Rectangle 118">
                <a:extLst>
                  <a:ext uri="{FF2B5EF4-FFF2-40B4-BE49-F238E27FC236}">
                    <a16:creationId xmlns:a16="http://schemas.microsoft.com/office/drawing/2014/main" id="{8A04986E-8D21-4389-5D6A-02CABA7C29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6" name="Rectangle 119">
                <a:extLst>
                  <a:ext uri="{FF2B5EF4-FFF2-40B4-BE49-F238E27FC236}">
                    <a16:creationId xmlns:a16="http://schemas.microsoft.com/office/drawing/2014/main" id="{4B8364C0-4E39-80B0-C1E4-0E8D8B588F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7" name="Rectangle 121">
                <a:extLst>
                  <a:ext uri="{FF2B5EF4-FFF2-40B4-BE49-F238E27FC236}">
                    <a16:creationId xmlns:a16="http://schemas.microsoft.com/office/drawing/2014/main" id="{615C749A-F8C4-7613-1D1E-0D8D7759F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8" name="Rectangle 122">
                <a:extLst>
                  <a:ext uri="{FF2B5EF4-FFF2-40B4-BE49-F238E27FC236}">
                    <a16:creationId xmlns:a16="http://schemas.microsoft.com/office/drawing/2014/main" id="{80A1D236-B55B-0454-CB8C-BCD07C075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9" name="Rectangle 123">
                <a:extLst>
                  <a:ext uri="{FF2B5EF4-FFF2-40B4-BE49-F238E27FC236}">
                    <a16:creationId xmlns:a16="http://schemas.microsoft.com/office/drawing/2014/main" id="{AFDA6E47-7A31-CBEC-F705-552F7539CD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0" name="Rectangle 124">
                <a:extLst>
                  <a:ext uri="{FF2B5EF4-FFF2-40B4-BE49-F238E27FC236}">
                    <a16:creationId xmlns:a16="http://schemas.microsoft.com/office/drawing/2014/main" id="{AAF87C46-1DCB-DF24-6ED2-5C4D85DC78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1" name="Rectangle 126">
                <a:extLst>
                  <a:ext uri="{FF2B5EF4-FFF2-40B4-BE49-F238E27FC236}">
                    <a16:creationId xmlns:a16="http://schemas.microsoft.com/office/drawing/2014/main" id="{AAFE1688-3A5B-8349-9929-58B3F5BA6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2" name="Rectangle 127">
                <a:extLst>
                  <a:ext uri="{FF2B5EF4-FFF2-40B4-BE49-F238E27FC236}">
                    <a16:creationId xmlns:a16="http://schemas.microsoft.com/office/drawing/2014/main" id="{4D7CD02F-7FD5-C507-D72A-2705682585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3" name="Rectangle 130">
                <a:extLst>
                  <a:ext uri="{FF2B5EF4-FFF2-40B4-BE49-F238E27FC236}">
                    <a16:creationId xmlns:a16="http://schemas.microsoft.com/office/drawing/2014/main" id="{ACCDF2CC-DD52-43AC-19D2-3CBE17C513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4" name="Rectangle 131">
                <a:extLst>
                  <a:ext uri="{FF2B5EF4-FFF2-40B4-BE49-F238E27FC236}">
                    <a16:creationId xmlns:a16="http://schemas.microsoft.com/office/drawing/2014/main" id="{2E9D0A90-3FDF-CD31-EB11-AC4BC07B30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5" name="Rectangle 132">
                <a:extLst>
                  <a:ext uri="{FF2B5EF4-FFF2-40B4-BE49-F238E27FC236}">
                    <a16:creationId xmlns:a16="http://schemas.microsoft.com/office/drawing/2014/main" id="{300C9E6A-CB65-C811-D12A-4796E79237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6" name="Rectangle 133">
                <a:extLst>
                  <a:ext uri="{FF2B5EF4-FFF2-40B4-BE49-F238E27FC236}">
                    <a16:creationId xmlns:a16="http://schemas.microsoft.com/office/drawing/2014/main" id="{50D12716-BF1A-242D-05AF-87AD212B67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7" name="Rectangle 135">
                <a:extLst>
                  <a:ext uri="{FF2B5EF4-FFF2-40B4-BE49-F238E27FC236}">
                    <a16:creationId xmlns:a16="http://schemas.microsoft.com/office/drawing/2014/main" id="{15D26A48-042F-0C85-5B54-9F29BB9B13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8" name="Rectangle 136">
                <a:extLst>
                  <a:ext uri="{FF2B5EF4-FFF2-40B4-BE49-F238E27FC236}">
                    <a16:creationId xmlns:a16="http://schemas.microsoft.com/office/drawing/2014/main" id="{3AA54B81-5758-C32B-9380-52E4AA638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9" name="Rectangle 137">
                <a:extLst>
                  <a:ext uri="{FF2B5EF4-FFF2-40B4-BE49-F238E27FC236}">
                    <a16:creationId xmlns:a16="http://schemas.microsoft.com/office/drawing/2014/main" id="{BF97CC27-F93A-F81E-5B58-3A00980099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0" name="Rectangle 138">
                <a:extLst>
                  <a:ext uri="{FF2B5EF4-FFF2-40B4-BE49-F238E27FC236}">
                    <a16:creationId xmlns:a16="http://schemas.microsoft.com/office/drawing/2014/main" id="{1739F022-1AFB-DEA1-5E77-5D20189CC4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1" name="Rectangle 141">
                <a:extLst>
                  <a:ext uri="{FF2B5EF4-FFF2-40B4-BE49-F238E27FC236}">
                    <a16:creationId xmlns:a16="http://schemas.microsoft.com/office/drawing/2014/main" id="{C30FE872-7F81-1AB0-0B87-E8342B5DBD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2" name="Rectangle 142">
                <a:extLst>
                  <a:ext uri="{FF2B5EF4-FFF2-40B4-BE49-F238E27FC236}">
                    <a16:creationId xmlns:a16="http://schemas.microsoft.com/office/drawing/2014/main" id="{FB961430-3941-D3A7-7C42-462F7F57C4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3" name="Rectangle 143">
                <a:extLst>
                  <a:ext uri="{FF2B5EF4-FFF2-40B4-BE49-F238E27FC236}">
                    <a16:creationId xmlns:a16="http://schemas.microsoft.com/office/drawing/2014/main" id="{6045D5FA-B86B-A454-5B05-85737C9E6E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4" name="Rectangle 144">
                <a:extLst>
                  <a:ext uri="{FF2B5EF4-FFF2-40B4-BE49-F238E27FC236}">
                    <a16:creationId xmlns:a16="http://schemas.microsoft.com/office/drawing/2014/main" id="{C1908223-3558-788A-488A-17D903E9B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5" name="Rectangle 146">
                <a:extLst>
                  <a:ext uri="{FF2B5EF4-FFF2-40B4-BE49-F238E27FC236}">
                    <a16:creationId xmlns:a16="http://schemas.microsoft.com/office/drawing/2014/main" id="{3819F318-7743-1A5D-81F0-AC2CDD0E6D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6" name="Rectangle 147">
                <a:extLst>
                  <a:ext uri="{FF2B5EF4-FFF2-40B4-BE49-F238E27FC236}">
                    <a16:creationId xmlns:a16="http://schemas.microsoft.com/office/drawing/2014/main" id="{165AC958-1EBB-F8E1-D868-EB9564670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7" name="Rectangle 148">
                <a:extLst>
                  <a:ext uri="{FF2B5EF4-FFF2-40B4-BE49-F238E27FC236}">
                    <a16:creationId xmlns:a16="http://schemas.microsoft.com/office/drawing/2014/main" id="{F9DAF7A4-4762-5A6F-A37F-B7D896D6E9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8" name="Rectangle 149">
                <a:extLst>
                  <a:ext uri="{FF2B5EF4-FFF2-40B4-BE49-F238E27FC236}">
                    <a16:creationId xmlns:a16="http://schemas.microsoft.com/office/drawing/2014/main" id="{27A54241-A862-FA6F-D126-3D1DF2B501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9" name="Rectangle 150">
                <a:extLst>
                  <a:ext uri="{FF2B5EF4-FFF2-40B4-BE49-F238E27FC236}">
                    <a16:creationId xmlns:a16="http://schemas.microsoft.com/office/drawing/2014/main" id="{69B43D1A-6111-59CA-3889-1DF8B11D38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AD6D820-DD1F-F4C2-6207-2E5AB5A9E7C0}"/>
                </a:ext>
              </a:extLst>
            </p:cNvPr>
            <p:cNvGrpSpPr/>
            <p:nvPr/>
          </p:nvGrpSpPr>
          <p:grpSpPr>
            <a:xfrm>
              <a:off x="8496766" y="4468112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124" name="Rectangle 5">
                <a:extLst>
                  <a:ext uri="{FF2B5EF4-FFF2-40B4-BE49-F238E27FC236}">
                    <a16:creationId xmlns:a16="http://schemas.microsoft.com/office/drawing/2014/main" id="{AE747BD9-9393-203A-FF9F-70C44505E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5" name="Rectangle 6">
                <a:extLst>
                  <a:ext uri="{FF2B5EF4-FFF2-40B4-BE49-F238E27FC236}">
                    <a16:creationId xmlns:a16="http://schemas.microsoft.com/office/drawing/2014/main" id="{E96A3988-047A-2040-05F5-1EDD58C5E2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6" name="Rectangle 7">
                <a:extLst>
                  <a:ext uri="{FF2B5EF4-FFF2-40B4-BE49-F238E27FC236}">
                    <a16:creationId xmlns:a16="http://schemas.microsoft.com/office/drawing/2014/main" id="{FC72F1E7-4C44-8D48-5118-1D2AB436A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7" name="Rectangle 10">
                <a:extLst>
                  <a:ext uri="{FF2B5EF4-FFF2-40B4-BE49-F238E27FC236}">
                    <a16:creationId xmlns:a16="http://schemas.microsoft.com/office/drawing/2014/main" id="{073E25AD-9A4A-80E2-9822-77F9B215E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8" name="Rectangle 11">
                <a:extLst>
                  <a:ext uri="{FF2B5EF4-FFF2-40B4-BE49-F238E27FC236}">
                    <a16:creationId xmlns:a16="http://schemas.microsoft.com/office/drawing/2014/main" id="{86779FBE-8DC2-AB7A-F90F-01AE5568B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9" name="Rectangle 12">
                <a:extLst>
                  <a:ext uri="{FF2B5EF4-FFF2-40B4-BE49-F238E27FC236}">
                    <a16:creationId xmlns:a16="http://schemas.microsoft.com/office/drawing/2014/main" id="{13FCE588-635C-3B6F-D038-02D3B2BF2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0" name="Rectangle 13">
                <a:extLst>
                  <a:ext uri="{FF2B5EF4-FFF2-40B4-BE49-F238E27FC236}">
                    <a16:creationId xmlns:a16="http://schemas.microsoft.com/office/drawing/2014/main" id="{675B9094-E74B-3FB7-D030-D16703CCCB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1" name="Rectangle 14">
                <a:extLst>
                  <a:ext uri="{FF2B5EF4-FFF2-40B4-BE49-F238E27FC236}">
                    <a16:creationId xmlns:a16="http://schemas.microsoft.com/office/drawing/2014/main" id="{C37009E5-E383-6FE4-4D64-0C066619A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2" name="Rectangle 16">
                <a:extLst>
                  <a:ext uri="{FF2B5EF4-FFF2-40B4-BE49-F238E27FC236}">
                    <a16:creationId xmlns:a16="http://schemas.microsoft.com/office/drawing/2014/main" id="{B048E18B-2BFA-52C0-AC71-0023395504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3" name="Rectangle 17">
                <a:extLst>
                  <a:ext uri="{FF2B5EF4-FFF2-40B4-BE49-F238E27FC236}">
                    <a16:creationId xmlns:a16="http://schemas.microsoft.com/office/drawing/2014/main" id="{7FF9EF0D-E069-85B4-E45E-3E649536B5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4" name="Rectangle 18">
                <a:extLst>
                  <a:ext uri="{FF2B5EF4-FFF2-40B4-BE49-F238E27FC236}">
                    <a16:creationId xmlns:a16="http://schemas.microsoft.com/office/drawing/2014/main" id="{12BA7E8C-A5C7-320C-6623-1A7BF1F516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5" name="Rectangle 19">
                <a:extLst>
                  <a:ext uri="{FF2B5EF4-FFF2-40B4-BE49-F238E27FC236}">
                    <a16:creationId xmlns:a16="http://schemas.microsoft.com/office/drawing/2014/main" id="{186AD8B6-D92F-4995-7221-A89E9B50A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6" name="Rectangle 20">
                <a:extLst>
                  <a:ext uri="{FF2B5EF4-FFF2-40B4-BE49-F238E27FC236}">
                    <a16:creationId xmlns:a16="http://schemas.microsoft.com/office/drawing/2014/main" id="{790FD4F8-86DC-1DE4-37BA-20275B86CD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7" name="Rectangle 22">
                <a:extLst>
                  <a:ext uri="{FF2B5EF4-FFF2-40B4-BE49-F238E27FC236}">
                    <a16:creationId xmlns:a16="http://schemas.microsoft.com/office/drawing/2014/main" id="{A5590063-6ECA-2C8F-FD80-32E75F10C3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8" name="Rectangle 23">
                <a:extLst>
                  <a:ext uri="{FF2B5EF4-FFF2-40B4-BE49-F238E27FC236}">
                    <a16:creationId xmlns:a16="http://schemas.microsoft.com/office/drawing/2014/main" id="{96EB88D2-223F-5AD7-157E-EF5D84291C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9" name="Rectangle 26">
                <a:extLst>
                  <a:ext uri="{FF2B5EF4-FFF2-40B4-BE49-F238E27FC236}">
                    <a16:creationId xmlns:a16="http://schemas.microsoft.com/office/drawing/2014/main" id="{53E64372-F58A-DE53-9D97-A88A7809A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0" name="Rectangle 27">
                <a:extLst>
                  <a:ext uri="{FF2B5EF4-FFF2-40B4-BE49-F238E27FC236}">
                    <a16:creationId xmlns:a16="http://schemas.microsoft.com/office/drawing/2014/main" id="{69C0BD4F-2FFF-02F6-98E4-779C07DD52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1" name="Rectangle 28">
                <a:extLst>
                  <a:ext uri="{FF2B5EF4-FFF2-40B4-BE49-F238E27FC236}">
                    <a16:creationId xmlns:a16="http://schemas.microsoft.com/office/drawing/2014/main" id="{82BDDD6A-313B-FBE4-DE4F-5E3F6FDD74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2" name="Rectangle 29">
                <a:extLst>
                  <a:ext uri="{FF2B5EF4-FFF2-40B4-BE49-F238E27FC236}">
                    <a16:creationId xmlns:a16="http://schemas.microsoft.com/office/drawing/2014/main" id="{02E8EF6E-0E45-D68D-15FD-55031816E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3" name="Rectangle 30">
                <a:extLst>
                  <a:ext uri="{FF2B5EF4-FFF2-40B4-BE49-F238E27FC236}">
                    <a16:creationId xmlns:a16="http://schemas.microsoft.com/office/drawing/2014/main" id="{AA2ED82B-02F3-0C40-0EAF-AB5CA44D7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4" name="Rectangle 32">
                <a:extLst>
                  <a:ext uri="{FF2B5EF4-FFF2-40B4-BE49-F238E27FC236}">
                    <a16:creationId xmlns:a16="http://schemas.microsoft.com/office/drawing/2014/main" id="{93DBB0C2-4B99-8F26-B300-31D8EB4A43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5" name="Rectangle 34">
                <a:extLst>
                  <a:ext uri="{FF2B5EF4-FFF2-40B4-BE49-F238E27FC236}">
                    <a16:creationId xmlns:a16="http://schemas.microsoft.com/office/drawing/2014/main" id="{F4CF26EB-F367-B64F-EA46-6400C3D3B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6" name="Rectangle 36">
                <a:extLst>
                  <a:ext uri="{FF2B5EF4-FFF2-40B4-BE49-F238E27FC236}">
                    <a16:creationId xmlns:a16="http://schemas.microsoft.com/office/drawing/2014/main" id="{FBA692A5-F994-95C7-FE04-79A790456E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7" name="Rectangle 37">
                <a:extLst>
                  <a:ext uri="{FF2B5EF4-FFF2-40B4-BE49-F238E27FC236}">
                    <a16:creationId xmlns:a16="http://schemas.microsoft.com/office/drawing/2014/main" id="{7D35776A-C1F4-A7A8-420B-45A9C2B981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8" name="Rectangle 38">
                <a:extLst>
                  <a:ext uri="{FF2B5EF4-FFF2-40B4-BE49-F238E27FC236}">
                    <a16:creationId xmlns:a16="http://schemas.microsoft.com/office/drawing/2014/main" id="{7007698C-1C80-CDE6-06FA-12BF0A13A5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9" name="Rectangle 39">
                <a:extLst>
                  <a:ext uri="{FF2B5EF4-FFF2-40B4-BE49-F238E27FC236}">
                    <a16:creationId xmlns:a16="http://schemas.microsoft.com/office/drawing/2014/main" id="{135E0E93-5CA5-A1A8-7E94-2AADC5ADA7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0" name="Rectangle 41">
                <a:extLst>
                  <a:ext uri="{FF2B5EF4-FFF2-40B4-BE49-F238E27FC236}">
                    <a16:creationId xmlns:a16="http://schemas.microsoft.com/office/drawing/2014/main" id="{6350F47E-D362-A1E2-4279-8EDB306879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1" name="Rectangle 43">
                <a:extLst>
                  <a:ext uri="{FF2B5EF4-FFF2-40B4-BE49-F238E27FC236}">
                    <a16:creationId xmlns:a16="http://schemas.microsoft.com/office/drawing/2014/main" id="{9F6247BC-8753-A197-25C8-A5A461BD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2" name="Rectangle 45">
                <a:extLst>
                  <a:ext uri="{FF2B5EF4-FFF2-40B4-BE49-F238E27FC236}">
                    <a16:creationId xmlns:a16="http://schemas.microsoft.com/office/drawing/2014/main" id="{752C71AA-D6EF-95EB-1D06-CC6C9B28D9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3" name="Rectangle 46">
                <a:extLst>
                  <a:ext uri="{FF2B5EF4-FFF2-40B4-BE49-F238E27FC236}">
                    <a16:creationId xmlns:a16="http://schemas.microsoft.com/office/drawing/2014/main" id="{3A13D0EE-77BE-2F6B-BFAC-8D06D4308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4" name="Rectangle 47">
                <a:extLst>
                  <a:ext uri="{FF2B5EF4-FFF2-40B4-BE49-F238E27FC236}">
                    <a16:creationId xmlns:a16="http://schemas.microsoft.com/office/drawing/2014/main" id="{6B71423C-675B-BC3D-AF72-AA19253AF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5" name="Rectangle 48">
                <a:extLst>
                  <a:ext uri="{FF2B5EF4-FFF2-40B4-BE49-F238E27FC236}">
                    <a16:creationId xmlns:a16="http://schemas.microsoft.com/office/drawing/2014/main" id="{4563F4B2-C9BD-B2BB-5FD3-5AF2397253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6" name="Rectangle 49">
                <a:extLst>
                  <a:ext uri="{FF2B5EF4-FFF2-40B4-BE49-F238E27FC236}">
                    <a16:creationId xmlns:a16="http://schemas.microsoft.com/office/drawing/2014/main" id="{8E0F47DB-9739-6363-B39F-A635946967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7" name="Rectangle 51">
                <a:extLst>
                  <a:ext uri="{FF2B5EF4-FFF2-40B4-BE49-F238E27FC236}">
                    <a16:creationId xmlns:a16="http://schemas.microsoft.com/office/drawing/2014/main" id="{9EE74CE6-67D3-CD8E-4FE1-40902F6EFB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8" name="Rectangle 52">
                <a:extLst>
                  <a:ext uri="{FF2B5EF4-FFF2-40B4-BE49-F238E27FC236}">
                    <a16:creationId xmlns:a16="http://schemas.microsoft.com/office/drawing/2014/main" id="{35B74AEC-4DB3-961B-75CD-5EDE5F4E06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9" name="Rectangle 53">
                <a:extLst>
                  <a:ext uri="{FF2B5EF4-FFF2-40B4-BE49-F238E27FC236}">
                    <a16:creationId xmlns:a16="http://schemas.microsoft.com/office/drawing/2014/main" id="{3870E07D-C7A7-371C-05FC-31DC7B21CA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0" name="Rectangle 55">
                <a:extLst>
                  <a:ext uri="{FF2B5EF4-FFF2-40B4-BE49-F238E27FC236}">
                    <a16:creationId xmlns:a16="http://schemas.microsoft.com/office/drawing/2014/main" id="{1816A4E9-81C8-108D-816C-528DDA17EC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1" name="Rectangle 56">
                <a:extLst>
                  <a:ext uri="{FF2B5EF4-FFF2-40B4-BE49-F238E27FC236}">
                    <a16:creationId xmlns:a16="http://schemas.microsoft.com/office/drawing/2014/main" id="{3EA5EF24-A8BD-4446-E2C5-7B342ADA7E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2" name="Rectangle 57">
                <a:extLst>
                  <a:ext uri="{FF2B5EF4-FFF2-40B4-BE49-F238E27FC236}">
                    <a16:creationId xmlns:a16="http://schemas.microsoft.com/office/drawing/2014/main" id="{759C0D85-7422-7011-DC26-C5578E3FA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3" name="Rectangle 60">
                <a:extLst>
                  <a:ext uri="{FF2B5EF4-FFF2-40B4-BE49-F238E27FC236}">
                    <a16:creationId xmlns:a16="http://schemas.microsoft.com/office/drawing/2014/main" id="{317380C6-ACC7-CE7E-8F27-06533E07E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4" name="Rectangle 63">
                <a:extLst>
                  <a:ext uri="{FF2B5EF4-FFF2-40B4-BE49-F238E27FC236}">
                    <a16:creationId xmlns:a16="http://schemas.microsoft.com/office/drawing/2014/main" id="{9FEC9AE8-CEFE-0A02-5596-31850B94C3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5" name="Rectangle 65">
                <a:extLst>
                  <a:ext uri="{FF2B5EF4-FFF2-40B4-BE49-F238E27FC236}">
                    <a16:creationId xmlns:a16="http://schemas.microsoft.com/office/drawing/2014/main" id="{642A05AC-1EEA-06FF-69B6-44C862E32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6" name="Rectangle 66">
                <a:extLst>
                  <a:ext uri="{FF2B5EF4-FFF2-40B4-BE49-F238E27FC236}">
                    <a16:creationId xmlns:a16="http://schemas.microsoft.com/office/drawing/2014/main" id="{78E15EBD-3768-DECC-49AC-77048F296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7" name="Rectangle 67">
                <a:extLst>
                  <a:ext uri="{FF2B5EF4-FFF2-40B4-BE49-F238E27FC236}">
                    <a16:creationId xmlns:a16="http://schemas.microsoft.com/office/drawing/2014/main" id="{C2823D6F-6BBD-55E8-D5BA-59AB90644F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8" name="Rectangle 68">
                <a:extLst>
                  <a:ext uri="{FF2B5EF4-FFF2-40B4-BE49-F238E27FC236}">
                    <a16:creationId xmlns:a16="http://schemas.microsoft.com/office/drawing/2014/main" id="{4E9029E1-9E95-03E3-11CF-8AAED828C3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9" name="Rectangle 70">
                <a:extLst>
                  <a:ext uri="{FF2B5EF4-FFF2-40B4-BE49-F238E27FC236}">
                    <a16:creationId xmlns:a16="http://schemas.microsoft.com/office/drawing/2014/main" id="{E9BCC06E-936F-B4BD-BF26-4B9D38884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0" name="Rectangle 71">
                <a:extLst>
                  <a:ext uri="{FF2B5EF4-FFF2-40B4-BE49-F238E27FC236}">
                    <a16:creationId xmlns:a16="http://schemas.microsoft.com/office/drawing/2014/main" id="{612E1C00-1E2F-B17B-1916-F2CC4976E1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1" name="Rectangle 72">
                <a:extLst>
                  <a:ext uri="{FF2B5EF4-FFF2-40B4-BE49-F238E27FC236}">
                    <a16:creationId xmlns:a16="http://schemas.microsoft.com/office/drawing/2014/main" id="{81074412-86E6-F366-8F27-ED481EB8EA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2" name="Rectangle 75">
                <a:extLst>
                  <a:ext uri="{FF2B5EF4-FFF2-40B4-BE49-F238E27FC236}">
                    <a16:creationId xmlns:a16="http://schemas.microsoft.com/office/drawing/2014/main" id="{129EC574-E6CD-F159-B42F-4B3D842693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3" name="Rectangle 76">
                <a:extLst>
                  <a:ext uri="{FF2B5EF4-FFF2-40B4-BE49-F238E27FC236}">
                    <a16:creationId xmlns:a16="http://schemas.microsoft.com/office/drawing/2014/main" id="{2B9E8FDB-E9E8-5795-05E1-625498B6F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4" name="Rectangle 77">
                <a:extLst>
                  <a:ext uri="{FF2B5EF4-FFF2-40B4-BE49-F238E27FC236}">
                    <a16:creationId xmlns:a16="http://schemas.microsoft.com/office/drawing/2014/main" id="{41C9168E-3B83-BE1C-0E9C-066D7F8F0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5" name="Rectangle 79">
                <a:extLst>
                  <a:ext uri="{FF2B5EF4-FFF2-40B4-BE49-F238E27FC236}">
                    <a16:creationId xmlns:a16="http://schemas.microsoft.com/office/drawing/2014/main" id="{042715E8-0BAC-AF7F-5B9C-DDEC0CC504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6" name="Rectangle 80">
                <a:extLst>
                  <a:ext uri="{FF2B5EF4-FFF2-40B4-BE49-F238E27FC236}">
                    <a16:creationId xmlns:a16="http://schemas.microsoft.com/office/drawing/2014/main" id="{99BB045C-BD3D-8823-EEBD-94BABB432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7" name="Rectangle 81">
                <a:extLst>
                  <a:ext uri="{FF2B5EF4-FFF2-40B4-BE49-F238E27FC236}">
                    <a16:creationId xmlns:a16="http://schemas.microsoft.com/office/drawing/2014/main" id="{A383B7A2-D0CF-14B3-936A-6A2B0D21F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8" name="Rectangle 82">
                <a:extLst>
                  <a:ext uri="{FF2B5EF4-FFF2-40B4-BE49-F238E27FC236}">
                    <a16:creationId xmlns:a16="http://schemas.microsoft.com/office/drawing/2014/main" id="{A43CF7A0-5EB6-415A-22C7-B62D850FB4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9" name="Rectangle 83">
                <a:extLst>
                  <a:ext uri="{FF2B5EF4-FFF2-40B4-BE49-F238E27FC236}">
                    <a16:creationId xmlns:a16="http://schemas.microsoft.com/office/drawing/2014/main" id="{975A5095-BA3F-02F5-3CFA-276E977EEE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0" name="Rectangle 85">
                <a:extLst>
                  <a:ext uri="{FF2B5EF4-FFF2-40B4-BE49-F238E27FC236}">
                    <a16:creationId xmlns:a16="http://schemas.microsoft.com/office/drawing/2014/main" id="{DB6B39CE-F809-EB08-7E68-6D7F418DE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1" name="Rectangle 86">
                <a:extLst>
                  <a:ext uri="{FF2B5EF4-FFF2-40B4-BE49-F238E27FC236}">
                    <a16:creationId xmlns:a16="http://schemas.microsoft.com/office/drawing/2014/main" id="{D5E10FCC-DBFE-E16D-D0B7-26EFF55B54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2" name="Rectangle 87">
                <a:extLst>
                  <a:ext uri="{FF2B5EF4-FFF2-40B4-BE49-F238E27FC236}">
                    <a16:creationId xmlns:a16="http://schemas.microsoft.com/office/drawing/2014/main" id="{15895930-6CC8-72A7-500D-163D1DD12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3" name="Rectangle 89">
                <a:extLst>
                  <a:ext uri="{FF2B5EF4-FFF2-40B4-BE49-F238E27FC236}">
                    <a16:creationId xmlns:a16="http://schemas.microsoft.com/office/drawing/2014/main" id="{84072859-AB1A-B890-9815-AFCE445C88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4" name="Rectangle 91">
                <a:extLst>
                  <a:ext uri="{FF2B5EF4-FFF2-40B4-BE49-F238E27FC236}">
                    <a16:creationId xmlns:a16="http://schemas.microsoft.com/office/drawing/2014/main" id="{CA4A4CF6-2275-2DE1-C0F8-DBE9D96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5" name="Rectangle 92">
                <a:extLst>
                  <a:ext uri="{FF2B5EF4-FFF2-40B4-BE49-F238E27FC236}">
                    <a16:creationId xmlns:a16="http://schemas.microsoft.com/office/drawing/2014/main" id="{303DE0AF-9938-B5D1-DC4C-8D2901605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6" name="Rectangle 93">
                <a:extLst>
                  <a:ext uri="{FF2B5EF4-FFF2-40B4-BE49-F238E27FC236}">
                    <a16:creationId xmlns:a16="http://schemas.microsoft.com/office/drawing/2014/main" id="{9763B0B7-F50D-0F30-B35C-F20C3F18A9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7" name="Rectangle 94">
                <a:extLst>
                  <a:ext uri="{FF2B5EF4-FFF2-40B4-BE49-F238E27FC236}">
                    <a16:creationId xmlns:a16="http://schemas.microsoft.com/office/drawing/2014/main" id="{723FB35E-BFDC-5403-46BC-47DCC7144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8" name="Rectangle 97">
                <a:extLst>
                  <a:ext uri="{FF2B5EF4-FFF2-40B4-BE49-F238E27FC236}">
                    <a16:creationId xmlns:a16="http://schemas.microsoft.com/office/drawing/2014/main" id="{F0B9781D-5EED-62A2-6DB7-08EE014CB8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9" name="Rectangle 99">
                <a:extLst>
                  <a:ext uri="{FF2B5EF4-FFF2-40B4-BE49-F238E27FC236}">
                    <a16:creationId xmlns:a16="http://schemas.microsoft.com/office/drawing/2014/main" id="{0F9D7992-6197-499C-6F74-773046F99D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0" name="Rectangle 101">
                <a:extLst>
                  <a:ext uri="{FF2B5EF4-FFF2-40B4-BE49-F238E27FC236}">
                    <a16:creationId xmlns:a16="http://schemas.microsoft.com/office/drawing/2014/main" id="{AF30A455-2201-55F8-C966-BCF41D89D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1" name="Rectangle 102">
                <a:extLst>
                  <a:ext uri="{FF2B5EF4-FFF2-40B4-BE49-F238E27FC236}">
                    <a16:creationId xmlns:a16="http://schemas.microsoft.com/office/drawing/2014/main" id="{959169CD-DD0C-21CA-6529-204730BBEA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2" name="Rectangle 103">
                <a:extLst>
                  <a:ext uri="{FF2B5EF4-FFF2-40B4-BE49-F238E27FC236}">
                    <a16:creationId xmlns:a16="http://schemas.microsoft.com/office/drawing/2014/main" id="{20221A80-E369-C5E2-6545-D3D52A8470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3" name="Rectangle 104">
                <a:extLst>
                  <a:ext uri="{FF2B5EF4-FFF2-40B4-BE49-F238E27FC236}">
                    <a16:creationId xmlns:a16="http://schemas.microsoft.com/office/drawing/2014/main" id="{50F21413-EEEE-8A9F-92E5-1504E7C59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4" name="Rectangle 106">
                <a:extLst>
                  <a:ext uri="{FF2B5EF4-FFF2-40B4-BE49-F238E27FC236}">
                    <a16:creationId xmlns:a16="http://schemas.microsoft.com/office/drawing/2014/main" id="{7C333DF5-22B6-A172-DE99-317D423882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5" name="Rectangle 107">
                <a:extLst>
                  <a:ext uri="{FF2B5EF4-FFF2-40B4-BE49-F238E27FC236}">
                    <a16:creationId xmlns:a16="http://schemas.microsoft.com/office/drawing/2014/main" id="{DF5FB918-B71C-F8A9-CEE9-7B5EC420E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6" name="Rectangle 111">
                <a:extLst>
                  <a:ext uri="{FF2B5EF4-FFF2-40B4-BE49-F238E27FC236}">
                    <a16:creationId xmlns:a16="http://schemas.microsoft.com/office/drawing/2014/main" id="{AB3C82F7-B5C4-8A5D-82C4-13793CAA0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7" name="Rectangle 112">
                <a:extLst>
                  <a:ext uri="{FF2B5EF4-FFF2-40B4-BE49-F238E27FC236}">
                    <a16:creationId xmlns:a16="http://schemas.microsoft.com/office/drawing/2014/main" id="{696ECE9E-119C-5843-38AD-830D769893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8" name="Rectangle 115">
                <a:extLst>
                  <a:ext uri="{FF2B5EF4-FFF2-40B4-BE49-F238E27FC236}">
                    <a16:creationId xmlns:a16="http://schemas.microsoft.com/office/drawing/2014/main" id="{D96DE862-6C86-4CA0-76D7-857BBBE79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9" name="Rectangle 116">
                <a:extLst>
                  <a:ext uri="{FF2B5EF4-FFF2-40B4-BE49-F238E27FC236}">
                    <a16:creationId xmlns:a16="http://schemas.microsoft.com/office/drawing/2014/main" id="{99E2876C-1B7C-F7B2-344E-D5EE222CA4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0" name="Rectangle 117">
                <a:extLst>
                  <a:ext uri="{FF2B5EF4-FFF2-40B4-BE49-F238E27FC236}">
                    <a16:creationId xmlns:a16="http://schemas.microsoft.com/office/drawing/2014/main" id="{76FC7C04-E714-763D-342B-99F0CCE14E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1" name="Rectangle 118">
                <a:extLst>
                  <a:ext uri="{FF2B5EF4-FFF2-40B4-BE49-F238E27FC236}">
                    <a16:creationId xmlns:a16="http://schemas.microsoft.com/office/drawing/2014/main" id="{DA331B36-9A7C-C38F-4E1A-142F036170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2" name="Rectangle 119">
                <a:extLst>
                  <a:ext uri="{FF2B5EF4-FFF2-40B4-BE49-F238E27FC236}">
                    <a16:creationId xmlns:a16="http://schemas.microsoft.com/office/drawing/2014/main" id="{BDEDAE56-5005-5C37-783C-405C9E1127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3" name="Rectangle 121">
                <a:extLst>
                  <a:ext uri="{FF2B5EF4-FFF2-40B4-BE49-F238E27FC236}">
                    <a16:creationId xmlns:a16="http://schemas.microsoft.com/office/drawing/2014/main" id="{AAC52AAE-9486-6640-DC80-FB4BC9ADCC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4" name="Rectangle 122">
                <a:extLst>
                  <a:ext uri="{FF2B5EF4-FFF2-40B4-BE49-F238E27FC236}">
                    <a16:creationId xmlns:a16="http://schemas.microsoft.com/office/drawing/2014/main" id="{2FF9773E-CBFE-D325-4563-A6C10B8678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5" name="Rectangle 123">
                <a:extLst>
                  <a:ext uri="{FF2B5EF4-FFF2-40B4-BE49-F238E27FC236}">
                    <a16:creationId xmlns:a16="http://schemas.microsoft.com/office/drawing/2014/main" id="{AC2B2B60-4F9D-38B9-CEB2-586C453FBD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6" name="Rectangle 124">
                <a:extLst>
                  <a:ext uri="{FF2B5EF4-FFF2-40B4-BE49-F238E27FC236}">
                    <a16:creationId xmlns:a16="http://schemas.microsoft.com/office/drawing/2014/main" id="{9F61702D-552E-37C3-40FB-E7004D753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7" name="Rectangle 126">
                <a:extLst>
                  <a:ext uri="{FF2B5EF4-FFF2-40B4-BE49-F238E27FC236}">
                    <a16:creationId xmlns:a16="http://schemas.microsoft.com/office/drawing/2014/main" id="{5A3D3FAE-C867-5C98-0514-798D70BAF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8" name="Rectangle 127">
                <a:extLst>
                  <a:ext uri="{FF2B5EF4-FFF2-40B4-BE49-F238E27FC236}">
                    <a16:creationId xmlns:a16="http://schemas.microsoft.com/office/drawing/2014/main" id="{12BC1938-C635-9322-188C-BCB959D11D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9" name="Rectangle 130">
                <a:extLst>
                  <a:ext uri="{FF2B5EF4-FFF2-40B4-BE49-F238E27FC236}">
                    <a16:creationId xmlns:a16="http://schemas.microsoft.com/office/drawing/2014/main" id="{0F846D46-982F-9792-5961-3242EFA17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0" name="Rectangle 131">
                <a:extLst>
                  <a:ext uri="{FF2B5EF4-FFF2-40B4-BE49-F238E27FC236}">
                    <a16:creationId xmlns:a16="http://schemas.microsoft.com/office/drawing/2014/main" id="{E59AADFC-DA4E-8674-E558-EE3D68F12D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1" name="Rectangle 132">
                <a:extLst>
                  <a:ext uri="{FF2B5EF4-FFF2-40B4-BE49-F238E27FC236}">
                    <a16:creationId xmlns:a16="http://schemas.microsoft.com/office/drawing/2014/main" id="{F4B4FBFF-AE0B-2F87-C81D-0A62E9201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2" name="Rectangle 133">
                <a:extLst>
                  <a:ext uri="{FF2B5EF4-FFF2-40B4-BE49-F238E27FC236}">
                    <a16:creationId xmlns:a16="http://schemas.microsoft.com/office/drawing/2014/main" id="{E51FF110-2A6B-7C3E-A23E-706F5CD4B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3" name="Rectangle 135">
                <a:extLst>
                  <a:ext uri="{FF2B5EF4-FFF2-40B4-BE49-F238E27FC236}">
                    <a16:creationId xmlns:a16="http://schemas.microsoft.com/office/drawing/2014/main" id="{9A0FBE03-39DA-7F2F-4CEC-E3E8E8AD64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4" name="Rectangle 136">
                <a:extLst>
                  <a:ext uri="{FF2B5EF4-FFF2-40B4-BE49-F238E27FC236}">
                    <a16:creationId xmlns:a16="http://schemas.microsoft.com/office/drawing/2014/main" id="{7EB53D68-D710-1311-820E-E31CB1A22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5" name="Rectangle 137">
                <a:extLst>
                  <a:ext uri="{FF2B5EF4-FFF2-40B4-BE49-F238E27FC236}">
                    <a16:creationId xmlns:a16="http://schemas.microsoft.com/office/drawing/2014/main" id="{7D6CC88C-C2F9-2DDE-FC40-0F62AB28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6" name="Rectangle 138">
                <a:extLst>
                  <a:ext uri="{FF2B5EF4-FFF2-40B4-BE49-F238E27FC236}">
                    <a16:creationId xmlns:a16="http://schemas.microsoft.com/office/drawing/2014/main" id="{4E24EC6A-0621-F8C4-67FD-79DD7EE4D4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7" name="Rectangle 141">
                <a:extLst>
                  <a:ext uri="{FF2B5EF4-FFF2-40B4-BE49-F238E27FC236}">
                    <a16:creationId xmlns:a16="http://schemas.microsoft.com/office/drawing/2014/main" id="{170A7B0B-B03D-9EEB-CFA2-FFB51E7FB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8" name="Rectangle 142">
                <a:extLst>
                  <a:ext uri="{FF2B5EF4-FFF2-40B4-BE49-F238E27FC236}">
                    <a16:creationId xmlns:a16="http://schemas.microsoft.com/office/drawing/2014/main" id="{F4D9138F-0680-6290-2FCA-7E79A3D6C2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9" name="Rectangle 143">
                <a:extLst>
                  <a:ext uri="{FF2B5EF4-FFF2-40B4-BE49-F238E27FC236}">
                    <a16:creationId xmlns:a16="http://schemas.microsoft.com/office/drawing/2014/main" id="{C546CBAE-403F-4DEF-EA30-542D4E7E2E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0" name="Rectangle 144">
                <a:extLst>
                  <a:ext uri="{FF2B5EF4-FFF2-40B4-BE49-F238E27FC236}">
                    <a16:creationId xmlns:a16="http://schemas.microsoft.com/office/drawing/2014/main" id="{5F1347C1-1AF3-B786-7A32-C1F304B06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1" name="Rectangle 146">
                <a:extLst>
                  <a:ext uri="{FF2B5EF4-FFF2-40B4-BE49-F238E27FC236}">
                    <a16:creationId xmlns:a16="http://schemas.microsoft.com/office/drawing/2014/main" id="{E63863D7-35E3-270F-BC60-6B99B3334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2" name="Rectangle 147">
                <a:extLst>
                  <a:ext uri="{FF2B5EF4-FFF2-40B4-BE49-F238E27FC236}">
                    <a16:creationId xmlns:a16="http://schemas.microsoft.com/office/drawing/2014/main" id="{BFD6876A-8709-C831-0D76-9577193605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3" name="Rectangle 148">
                <a:extLst>
                  <a:ext uri="{FF2B5EF4-FFF2-40B4-BE49-F238E27FC236}">
                    <a16:creationId xmlns:a16="http://schemas.microsoft.com/office/drawing/2014/main" id="{A79F2AF5-6FC4-1753-3D2C-AB28E9BBFC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4" name="Rectangle 149">
                <a:extLst>
                  <a:ext uri="{FF2B5EF4-FFF2-40B4-BE49-F238E27FC236}">
                    <a16:creationId xmlns:a16="http://schemas.microsoft.com/office/drawing/2014/main" id="{9EB2B014-3753-A2E1-FF52-84CA9A0604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5" name="Rectangle 150">
                <a:extLst>
                  <a:ext uri="{FF2B5EF4-FFF2-40B4-BE49-F238E27FC236}">
                    <a16:creationId xmlns:a16="http://schemas.microsoft.com/office/drawing/2014/main" id="{A14812BD-1315-FC3B-5C89-0BBCE2FCB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F822FA5-D6E9-2975-03D6-5CC8890E81C8}"/>
                </a:ext>
              </a:extLst>
            </p:cNvPr>
            <p:cNvGrpSpPr/>
            <p:nvPr/>
          </p:nvGrpSpPr>
          <p:grpSpPr>
            <a:xfrm>
              <a:off x="-116540" y="4482605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21" name="Rectangle 5">
                <a:extLst>
                  <a:ext uri="{FF2B5EF4-FFF2-40B4-BE49-F238E27FC236}">
                    <a16:creationId xmlns:a16="http://schemas.microsoft.com/office/drawing/2014/main" id="{6EC265BC-7401-45D1-8B50-1A1B21A51B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" name="Rectangle 6">
                <a:extLst>
                  <a:ext uri="{FF2B5EF4-FFF2-40B4-BE49-F238E27FC236}">
                    <a16:creationId xmlns:a16="http://schemas.microsoft.com/office/drawing/2014/main" id="{C39416C7-AB9A-7082-BC0C-533C9A8E4B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" name="Rectangle 7">
                <a:extLst>
                  <a:ext uri="{FF2B5EF4-FFF2-40B4-BE49-F238E27FC236}">
                    <a16:creationId xmlns:a16="http://schemas.microsoft.com/office/drawing/2014/main" id="{DA881C60-53BC-EE2B-904E-3D9021873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" name="Rectangle 10">
                <a:extLst>
                  <a:ext uri="{FF2B5EF4-FFF2-40B4-BE49-F238E27FC236}">
                    <a16:creationId xmlns:a16="http://schemas.microsoft.com/office/drawing/2014/main" id="{7DBF0190-7FF0-A9C4-E2EE-F7B25E9A10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" name="Rectangle 11">
                <a:extLst>
                  <a:ext uri="{FF2B5EF4-FFF2-40B4-BE49-F238E27FC236}">
                    <a16:creationId xmlns:a16="http://schemas.microsoft.com/office/drawing/2014/main" id="{779A3AD0-FA29-652E-9279-9F6EDCD45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" name="Rectangle 12">
                <a:extLst>
                  <a:ext uri="{FF2B5EF4-FFF2-40B4-BE49-F238E27FC236}">
                    <a16:creationId xmlns:a16="http://schemas.microsoft.com/office/drawing/2014/main" id="{CDE2A44E-1D16-B154-BB5C-AC49452A7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" name="Rectangle 13">
                <a:extLst>
                  <a:ext uri="{FF2B5EF4-FFF2-40B4-BE49-F238E27FC236}">
                    <a16:creationId xmlns:a16="http://schemas.microsoft.com/office/drawing/2014/main" id="{382686B7-27CD-10F4-A3D2-2F4C3C08FD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" name="Rectangle 14">
                <a:extLst>
                  <a:ext uri="{FF2B5EF4-FFF2-40B4-BE49-F238E27FC236}">
                    <a16:creationId xmlns:a16="http://schemas.microsoft.com/office/drawing/2014/main" id="{8DEC7790-B236-AD81-B1C6-84A08CFDF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" name="Rectangle 16">
                <a:extLst>
                  <a:ext uri="{FF2B5EF4-FFF2-40B4-BE49-F238E27FC236}">
                    <a16:creationId xmlns:a16="http://schemas.microsoft.com/office/drawing/2014/main" id="{11A01602-E27B-ADC0-0EC9-EFB2ED2BDC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" name="Rectangle 17">
                <a:extLst>
                  <a:ext uri="{FF2B5EF4-FFF2-40B4-BE49-F238E27FC236}">
                    <a16:creationId xmlns:a16="http://schemas.microsoft.com/office/drawing/2014/main" id="{90321E08-D1DD-5B82-78F0-9176ED9EA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" name="Rectangle 18">
                <a:extLst>
                  <a:ext uri="{FF2B5EF4-FFF2-40B4-BE49-F238E27FC236}">
                    <a16:creationId xmlns:a16="http://schemas.microsoft.com/office/drawing/2014/main" id="{62CD35BC-FB8F-270F-D90F-DC0BA042B2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" name="Rectangle 19">
                <a:extLst>
                  <a:ext uri="{FF2B5EF4-FFF2-40B4-BE49-F238E27FC236}">
                    <a16:creationId xmlns:a16="http://schemas.microsoft.com/office/drawing/2014/main" id="{A4BDCDA9-AEBA-7322-3EA2-07FC9863F5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" name="Rectangle 20">
                <a:extLst>
                  <a:ext uri="{FF2B5EF4-FFF2-40B4-BE49-F238E27FC236}">
                    <a16:creationId xmlns:a16="http://schemas.microsoft.com/office/drawing/2014/main" id="{4F428868-462A-188A-159F-A3020A90BE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4" name="Rectangle 22">
                <a:extLst>
                  <a:ext uri="{FF2B5EF4-FFF2-40B4-BE49-F238E27FC236}">
                    <a16:creationId xmlns:a16="http://schemas.microsoft.com/office/drawing/2014/main" id="{D45F7E81-0009-F25B-A80F-2871733136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5" name="Rectangle 26">
                <a:extLst>
                  <a:ext uri="{FF2B5EF4-FFF2-40B4-BE49-F238E27FC236}">
                    <a16:creationId xmlns:a16="http://schemas.microsoft.com/office/drawing/2014/main" id="{58C22D80-D03D-0A22-ED70-9E3F3B0199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6" name="Rectangle 27">
                <a:extLst>
                  <a:ext uri="{FF2B5EF4-FFF2-40B4-BE49-F238E27FC236}">
                    <a16:creationId xmlns:a16="http://schemas.microsoft.com/office/drawing/2014/main" id="{468E1549-B69D-1764-663D-E7619A1152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7" name="Rectangle 28">
                <a:extLst>
                  <a:ext uri="{FF2B5EF4-FFF2-40B4-BE49-F238E27FC236}">
                    <a16:creationId xmlns:a16="http://schemas.microsoft.com/office/drawing/2014/main" id="{DF984E3A-6911-5ECB-B09F-B63F51290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8" name="Rectangle 29">
                <a:extLst>
                  <a:ext uri="{FF2B5EF4-FFF2-40B4-BE49-F238E27FC236}">
                    <a16:creationId xmlns:a16="http://schemas.microsoft.com/office/drawing/2014/main" id="{DDD66028-4D4B-35C2-8C4C-C49474AB13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9" name="Rectangle 30">
                <a:extLst>
                  <a:ext uri="{FF2B5EF4-FFF2-40B4-BE49-F238E27FC236}">
                    <a16:creationId xmlns:a16="http://schemas.microsoft.com/office/drawing/2014/main" id="{0039954F-6405-CA52-515C-808210FF2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0" name="Rectangle 32">
                <a:extLst>
                  <a:ext uri="{FF2B5EF4-FFF2-40B4-BE49-F238E27FC236}">
                    <a16:creationId xmlns:a16="http://schemas.microsoft.com/office/drawing/2014/main" id="{FB207A75-27A1-C7A0-3112-63BB972FF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" name="Rectangle 33">
                <a:extLst>
                  <a:ext uri="{FF2B5EF4-FFF2-40B4-BE49-F238E27FC236}">
                    <a16:creationId xmlns:a16="http://schemas.microsoft.com/office/drawing/2014/main" id="{65FE9600-DE98-17BF-9BF3-F1BB65293F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" name="Rectangle 34">
                <a:extLst>
                  <a:ext uri="{FF2B5EF4-FFF2-40B4-BE49-F238E27FC236}">
                    <a16:creationId xmlns:a16="http://schemas.microsoft.com/office/drawing/2014/main" id="{7E6E4963-F879-F55E-AEBC-4116B9AE2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3" name="Rectangle 36">
                <a:extLst>
                  <a:ext uri="{FF2B5EF4-FFF2-40B4-BE49-F238E27FC236}">
                    <a16:creationId xmlns:a16="http://schemas.microsoft.com/office/drawing/2014/main" id="{C90D40AB-078C-A337-577B-BBA372AA2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4" name="Rectangle 37">
                <a:extLst>
                  <a:ext uri="{FF2B5EF4-FFF2-40B4-BE49-F238E27FC236}">
                    <a16:creationId xmlns:a16="http://schemas.microsoft.com/office/drawing/2014/main" id="{CB739F2C-40D3-6FFC-62E9-D8E9BCC465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5" name="Rectangle 38">
                <a:extLst>
                  <a:ext uri="{FF2B5EF4-FFF2-40B4-BE49-F238E27FC236}">
                    <a16:creationId xmlns:a16="http://schemas.microsoft.com/office/drawing/2014/main" id="{79840A5E-A59E-8349-E566-E7FF45B9C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" name="Rectangle 39">
                <a:extLst>
                  <a:ext uri="{FF2B5EF4-FFF2-40B4-BE49-F238E27FC236}">
                    <a16:creationId xmlns:a16="http://schemas.microsoft.com/office/drawing/2014/main" id="{A591C938-0417-50A4-F60B-29455BA27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7" name="Rectangle 43">
                <a:extLst>
                  <a:ext uri="{FF2B5EF4-FFF2-40B4-BE49-F238E27FC236}">
                    <a16:creationId xmlns:a16="http://schemas.microsoft.com/office/drawing/2014/main" id="{0B8FCB01-FECF-330C-D4B0-ACDC71C70F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8" name="Rectangle 45">
                <a:extLst>
                  <a:ext uri="{FF2B5EF4-FFF2-40B4-BE49-F238E27FC236}">
                    <a16:creationId xmlns:a16="http://schemas.microsoft.com/office/drawing/2014/main" id="{DE0DBB82-7A22-F28A-0333-53918B465A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9" name="Rectangle 46">
                <a:extLst>
                  <a:ext uri="{FF2B5EF4-FFF2-40B4-BE49-F238E27FC236}">
                    <a16:creationId xmlns:a16="http://schemas.microsoft.com/office/drawing/2014/main" id="{7432E1E7-54D7-829F-6C75-3E64DFDDF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0" name="Rectangle 47">
                <a:extLst>
                  <a:ext uri="{FF2B5EF4-FFF2-40B4-BE49-F238E27FC236}">
                    <a16:creationId xmlns:a16="http://schemas.microsoft.com/office/drawing/2014/main" id="{5CC46A5F-1EFD-10FF-2C26-095A2DBAB6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1" name="Rectangle 48">
                <a:extLst>
                  <a:ext uri="{FF2B5EF4-FFF2-40B4-BE49-F238E27FC236}">
                    <a16:creationId xmlns:a16="http://schemas.microsoft.com/office/drawing/2014/main" id="{909634B6-C5E1-7285-1212-E4CC12A40A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2" name="Rectangle 49">
                <a:extLst>
                  <a:ext uri="{FF2B5EF4-FFF2-40B4-BE49-F238E27FC236}">
                    <a16:creationId xmlns:a16="http://schemas.microsoft.com/office/drawing/2014/main" id="{BC6D1779-8740-4FB2-0D81-9C77B628B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3" name="Rectangle 51">
                <a:extLst>
                  <a:ext uri="{FF2B5EF4-FFF2-40B4-BE49-F238E27FC236}">
                    <a16:creationId xmlns:a16="http://schemas.microsoft.com/office/drawing/2014/main" id="{17817D1E-DDCD-8010-400E-53FA9AC63C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4" name="Rectangle 52">
                <a:extLst>
                  <a:ext uri="{FF2B5EF4-FFF2-40B4-BE49-F238E27FC236}">
                    <a16:creationId xmlns:a16="http://schemas.microsoft.com/office/drawing/2014/main" id="{8F804F89-992D-C6DD-676B-19AB7E1F2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5" name="Rectangle 53">
                <a:extLst>
                  <a:ext uri="{FF2B5EF4-FFF2-40B4-BE49-F238E27FC236}">
                    <a16:creationId xmlns:a16="http://schemas.microsoft.com/office/drawing/2014/main" id="{9A5794EA-3059-DADA-DA2D-484515595B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53C0A6D-BFA1-C241-0005-EA82BE12A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FFEA6AA-93BE-AFB0-C0DB-47E1F6904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5996700-3A76-FAD8-EABF-4581AA408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" name="Rectangle 60">
                <a:extLst>
                  <a:ext uri="{FF2B5EF4-FFF2-40B4-BE49-F238E27FC236}">
                    <a16:creationId xmlns:a16="http://schemas.microsoft.com/office/drawing/2014/main" id="{8AF84EA4-E986-5A0D-F6BD-91672ADA2C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" name="Rectangle 62">
                <a:extLst>
                  <a:ext uri="{FF2B5EF4-FFF2-40B4-BE49-F238E27FC236}">
                    <a16:creationId xmlns:a16="http://schemas.microsoft.com/office/drawing/2014/main" id="{82BCF80C-FB5B-6597-7220-7B0FB9570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" name="Rectangle 63">
                <a:extLst>
                  <a:ext uri="{FF2B5EF4-FFF2-40B4-BE49-F238E27FC236}">
                    <a16:creationId xmlns:a16="http://schemas.microsoft.com/office/drawing/2014/main" id="{36157616-C90C-D364-266A-5710D063B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" name="Rectangle 65">
                <a:extLst>
                  <a:ext uri="{FF2B5EF4-FFF2-40B4-BE49-F238E27FC236}">
                    <a16:creationId xmlns:a16="http://schemas.microsoft.com/office/drawing/2014/main" id="{4BFF496B-53E4-34DB-A180-41E6DF47D4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" name="Rectangle 66">
                <a:extLst>
                  <a:ext uri="{FF2B5EF4-FFF2-40B4-BE49-F238E27FC236}">
                    <a16:creationId xmlns:a16="http://schemas.microsoft.com/office/drawing/2014/main" id="{7126B28E-66DF-9FF0-3606-D16CA5C2DD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" name="Rectangle 67">
                <a:extLst>
                  <a:ext uri="{FF2B5EF4-FFF2-40B4-BE49-F238E27FC236}">
                    <a16:creationId xmlns:a16="http://schemas.microsoft.com/office/drawing/2014/main" id="{19A2457C-208B-F696-CEEA-0AA30A8F55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" name="Rectangle 68">
                <a:extLst>
                  <a:ext uri="{FF2B5EF4-FFF2-40B4-BE49-F238E27FC236}">
                    <a16:creationId xmlns:a16="http://schemas.microsoft.com/office/drawing/2014/main" id="{056F63CE-D945-5130-A337-EB0D563331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" name="Rectangle 70">
                <a:extLst>
                  <a:ext uri="{FF2B5EF4-FFF2-40B4-BE49-F238E27FC236}">
                    <a16:creationId xmlns:a16="http://schemas.microsoft.com/office/drawing/2014/main" id="{C95DEB60-CA48-E6BA-0AA0-EF8129176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" name="Rectangle 71">
                <a:extLst>
                  <a:ext uri="{FF2B5EF4-FFF2-40B4-BE49-F238E27FC236}">
                    <a16:creationId xmlns:a16="http://schemas.microsoft.com/office/drawing/2014/main" id="{EBD5CE27-9EB1-0982-8F4D-C2606E0C89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" name="Rectangle 72">
                <a:extLst>
                  <a:ext uri="{FF2B5EF4-FFF2-40B4-BE49-F238E27FC236}">
                    <a16:creationId xmlns:a16="http://schemas.microsoft.com/office/drawing/2014/main" id="{481D445D-6BFD-E49A-0D5D-677FF0D48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" name="Rectangle 75">
                <a:extLst>
                  <a:ext uri="{FF2B5EF4-FFF2-40B4-BE49-F238E27FC236}">
                    <a16:creationId xmlns:a16="http://schemas.microsoft.com/office/drawing/2014/main" id="{57E0DFC0-EF14-0146-AEA6-831ADA7441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" name="Rectangle 76">
                <a:extLst>
                  <a:ext uri="{FF2B5EF4-FFF2-40B4-BE49-F238E27FC236}">
                    <a16:creationId xmlns:a16="http://schemas.microsoft.com/office/drawing/2014/main" id="{3A90F5C8-E933-7E88-9891-E62F227773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1" name="Rectangle 77">
                <a:extLst>
                  <a:ext uri="{FF2B5EF4-FFF2-40B4-BE49-F238E27FC236}">
                    <a16:creationId xmlns:a16="http://schemas.microsoft.com/office/drawing/2014/main" id="{4213606A-33D1-375D-6C5D-4D3DC6A8B9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2" name="Rectangle 79">
                <a:extLst>
                  <a:ext uri="{FF2B5EF4-FFF2-40B4-BE49-F238E27FC236}">
                    <a16:creationId xmlns:a16="http://schemas.microsoft.com/office/drawing/2014/main" id="{477D1B91-BF94-777A-F855-56CF5F889F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3" name="Rectangle 80">
                <a:extLst>
                  <a:ext uri="{FF2B5EF4-FFF2-40B4-BE49-F238E27FC236}">
                    <a16:creationId xmlns:a16="http://schemas.microsoft.com/office/drawing/2014/main" id="{79621C19-36F4-C553-A837-A3608B271D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4" name="Rectangle 81">
                <a:extLst>
                  <a:ext uri="{FF2B5EF4-FFF2-40B4-BE49-F238E27FC236}">
                    <a16:creationId xmlns:a16="http://schemas.microsoft.com/office/drawing/2014/main" id="{FBC15054-A102-D34C-BA56-FF0BF0F35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5" name="Rectangle 82">
                <a:extLst>
                  <a:ext uri="{FF2B5EF4-FFF2-40B4-BE49-F238E27FC236}">
                    <a16:creationId xmlns:a16="http://schemas.microsoft.com/office/drawing/2014/main" id="{109C1EC3-F505-3368-A97D-A24A9571BA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6" name="Rectangle 83">
                <a:extLst>
                  <a:ext uri="{FF2B5EF4-FFF2-40B4-BE49-F238E27FC236}">
                    <a16:creationId xmlns:a16="http://schemas.microsoft.com/office/drawing/2014/main" id="{934B000A-891E-22EE-E58B-8A988FC652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7" name="Rectangle 85">
                <a:extLst>
                  <a:ext uri="{FF2B5EF4-FFF2-40B4-BE49-F238E27FC236}">
                    <a16:creationId xmlns:a16="http://schemas.microsoft.com/office/drawing/2014/main" id="{1F23B82C-25D8-5279-A11E-88D2E139B3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8" name="Rectangle 86">
                <a:extLst>
                  <a:ext uri="{FF2B5EF4-FFF2-40B4-BE49-F238E27FC236}">
                    <a16:creationId xmlns:a16="http://schemas.microsoft.com/office/drawing/2014/main" id="{EF7D4217-52C0-5734-081D-F0AE9B8292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9" name="Rectangle 87">
                <a:extLst>
                  <a:ext uri="{FF2B5EF4-FFF2-40B4-BE49-F238E27FC236}">
                    <a16:creationId xmlns:a16="http://schemas.microsoft.com/office/drawing/2014/main" id="{66EA906F-BB1C-7151-505D-4FCD25D23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0" name="Rectangle 88">
                <a:extLst>
                  <a:ext uri="{FF2B5EF4-FFF2-40B4-BE49-F238E27FC236}">
                    <a16:creationId xmlns:a16="http://schemas.microsoft.com/office/drawing/2014/main" id="{31D089BB-5432-6800-F496-C7EEDE0AF1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1" name="Rectangle 89">
                <a:extLst>
                  <a:ext uri="{FF2B5EF4-FFF2-40B4-BE49-F238E27FC236}">
                    <a16:creationId xmlns:a16="http://schemas.microsoft.com/office/drawing/2014/main" id="{DA2BF7C9-941E-0043-D342-FCE59615F8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2" name="Rectangle 91">
                <a:extLst>
                  <a:ext uri="{FF2B5EF4-FFF2-40B4-BE49-F238E27FC236}">
                    <a16:creationId xmlns:a16="http://schemas.microsoft.com/office/drawing/2014/main" id="{B69E6B98-AFAE-780D-FF7F-79ACB46939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3" name="Rectangle 92">
                <a:extLst>
                  <a:ext uri="{FF2B5EF4-FFF2-40B4-BE49-F238E27FC236}">
                    <a16:creationId xmlns:a16="http://schemas.microsoft.com/office/drawing/2014/main" id="{617F594F-95AB-B7E6-A517-F44E36E6A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4" name="Rectangle 93">
                <a:extLst>
                  <a:ext uri="{FF2B5EF4-FFF2-40B4-BE49-F238E27FC236}">
                    <a16:creationId xmlns:a16="http://schemas.microsoft.com/office/drawing/2014/main" id="{BFEA3722-641F-FE36-48ED-38A231468B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5" name="Rectangle 94">
                <a:extLst>
                  <a:ext uri="{FF2B5EF4-FFF2-40B4-BE49-F238E27FC236}">
                    <a16:creationId xmlns:a16="http://schemas.microsoft.com/office/drawing/2014/main" id="{E9AB38E1-77EC-8894-630A-AC0EFB9B3F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6" name="Rectangle 97">
                <a:extLst>
                  <a:ext uri="{FF2B5EF4-FFF2-40B4-BE49-F238E27FC236}">
                    <a16:creationId xmlns:a16="http://schemas.microsoft.com/office/drawing/2014/main" id="{2D8197D1-7BF4-D9F5-ED5B-6BDE1C41E5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7" name="Rectangle 99">
                <a:extLst>
                  <a:ext uri="{FF2B5EF4-FFF2-40B4-BE49-F238E27FC236}">
                    <a16:creationId xmlns:a16="http://schemas.microsoft.com/office/drawing/2014/main" id="{D223358C-C2F4-A5D3-E9B0-2FDEAB211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8" name="Rectangle 101">
                <a:extLst>
                  <a:ext uri="{FF2B5EF4-FFF2-40B4-BE49-F238E27FC236}">
                    <a16:creationId xmlns:a16="http://schemas.microsoft.com/office/drawing/2014/main" id="{1BD54426-D7E9-9A04-00AE-21EA5B217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89" name="Rectangle 102">
                <a:extLst>
                  <a:ext uri="{FF2B5EF4-FFF2-40B4-BE49-F238E27FC236}">
                    <a16:creationId xmlns:a16="http://schemas.microsoft.com/office/drawing/2014/main" id="{DE4D7664-308E-1509-1780-587C072586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0" name="Rectangle 103">
                <a:extLst>
                  <a:ext uri="{FF2B5EF4-FFF2-40B4-BE49-F238E27FC236}">
                    <a16:creationId xmlns:a16="http://schemas.microsoft.com/office/drawing/2014/main" id="{8ADF9CFD-651C-8B15-ECDA-A7E2E70CA3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1" name="Rectangle 104">
                <a:extLst>
                  <a:ext uri="{FF2B5EF4-FFF2-40B4-BE49-F238E27FC236}">
                    <a16:creationId xmlns:a16="http://schemas.microsoft.com/office/drawing/2014/main" id="{CD58E816-480C-D49E-8CCD-EC6D4A8F69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2" name="Rectangle 106">
                <a:extLst>
                  <a:ext uri="{FF2B5EF4-FFF2-40B4-BE49-F238E27FC236}">
                    <a16:creationId xmlns:a16="http://schemas.microsoft.com/office/drawing/2014/main" id="{472021CB-6430-6014-AA98-0EBE365F9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3" name="Rectangle 107">
                <a:extLst>
                  <a:ext uri="{FF2B5EF4-FFF2-40B4-BE49-F238E27FC236}">
                    <a16:creationId xmlns:a16="http://schemas.microsoft.com/office/drawing/2014/main" id="{CC58B840-B02C-E9E4-4E80-A780EF88CC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4" name="Rectangle 108">
                <a:extLst>
                  <a:ext uri="{FF2B5EF4-FFF2-40B4-BE49-F238E27FC236}">
                    <a16:creationId xmlns:a16="http://schemas.microsoft.com/office/drawing/2014/main" id="{AC93D3B6-49F7-6912-AB6C-7E971A49FB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5" name="Rectangle 111">
                <a:extLst>
                  <a:ext uri="{FF2B5EF4-FFF2-40B4-BE49-F238E27FC236}">
                    <a16:creationId xmlns:a16="http://schemas.microsoft.com/office/drawing/2014/main" id="{6AD0ACEF-2413-4FF4-4622-86ADC87C82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6" name="Rectangle 112">
                <a:extLst>
                  <a:ext uri="{FF2B5EF4-FFF2-40B4-BE49-F238E27FC236}">
                    <a16:creationId xmlns:a16="http://schemas.microsoft.com/office/drawing/2014/main" id="{2C2C4736-2FE3-8B4F-5565-B45615D8B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7" name="Rectangle 115">
                <a:extLst>
                  <a:ext uri="{FF2B5EF4-FFF2-40B4-BE49-F238E27FC236}">
                    <a16:creationId xmlns:a16="http://schemas.microsoft.com/office/drawing/2014/main" id="{101028C2-E41A-27E2-002B-B3B7CCF95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8" name="Rectangle 116">
                <a:extLst>
                  <a:ext uri="{FF2B5EF4-FFF2-40B4-BE49-F238E27FC236}">
                    <a16:creationId xmlns:a16="http://schemas.microsoft.com/office/drawing/2014/main" id="{71F782D9-D4B9-3B70-E831-A2C5BA7C6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9" name="Rectangle 117">
                <a:extLst>
                  <a:ext uri="{FF2B5EF4-FFF2-40B4-BE49-F238E27FC236}">
                    <a16:creationId xmlns:a16="http://schemas.microsoft.com/office/drawing/2014/main" id="{D2D68877-2DEB-2B92-8F56-4CD82D978C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0" name="Rectangle 118">
                <a:extLst>
                  <a:ext uri="{FF2B5EF4-FFF2-40B4-BE49-F238E27FC236}">
                    <a16:creationId xmlns:a16="http://schemas.microsoft.com/office/drawing/2014/main" id="{875B305F-9CC5-D309-6185-0076F80D7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1" name="Rectangle 119">
                <a:extLst>
                  <a:ext uri="{FF2B5EF4-FFF2-40B4-BE49-F238E27FC236}">
                    <a16:creationId xmlns:a16="http://schemas.microsoft.com/office/drawing/2014/main" id="{5C4912D1-8F83-6228-F89D-2B15B02615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2" name="Rectangle 121">
                <a:extLst>
                  <a:ext uri="{FF2B5EF4-FFF2-40B4-BE49-F238E27FC236}">
                    <a16:creationId xmlns:a16="http://schemas.microsoft.com/office/drawing/2014/main" id="{6229334D-8E28-D404-CCD2-39CC46F35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3" name="Rectangle 122">
                <a:extLst>
                  <a:ext uri="{FF2B5EF4-FFF2-40B4-BE49-F238E27FC236}">
                    <a16:creationId xmlns:a16="http://schemas.microsoft.com/office/drawing/2014/main" id="{9DA6EBE6-3C55-74DC-821D-5BA4C1B519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4" name="Rectangle 123">
                <a:extLst>
                  <a:ext uri="{FF2B5EF4-FFF2-40B4-BE49-F238E27FC236}">
                    <a16:creationId xmlns:a16="http://schemas.microsoft.com/office/drawing/2014/main" id="{95007E4B-54E3-05AE-C3A8-4FC4B4DEA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5" name="Rectangle 124">
                <a:extLst>
                  <a:ext uri="{FF2B5EF4-FFF2-40B4-BE49-F238E27FC236}">
                    <a16:creationId xmlns:a16="http://schemas.microsoft.com/office/drawing/2014/main" id="{C4BBE090-A7A1-523B-C237-C1A87822A6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6" name="Rectangle 126">
                <a:extLst>
                  <a:ext uri="{FF2B5EF4-FFF2-40B4-BE49-F238E27FC236}">
                    <a16:creationId xmlns:a16="http://schemas.microsoft.com/office/drawing/2014/main" id="{528A3A14-C1BE-DA8E-54DC-78106CB1F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7" name="Rectangle 127">
                <a:extLst>
                  <a:ext uri="{FF2B5EF4-FFF2-40B4-BE49-F238E27FC236}">
                    <a16:creationId xmlns:a16="http://schemas.microsoft.com/office/drawing/2014/main" id="{AE82E1DF-0989-B3D3-66FC-CCF282E134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8" name="Rectangle 130">
                <a:extLst>
                  <a:ext uri="{FF2B5EF4-FFF2-40B4-BE49-F238E27FC236}">
                    <a16:creationId xmlns:a16="http://schemas.microsoft.com/office/drawing/2014/main" id="{7395633D-CE8B-1877-DD84-66F1445FBB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9" name="Rectangle 131">
                <a:extLst>
                  <a:ext uri="{FF2B5EF4-FFF2-40B4-BE49-F238E27FC236}">
                    <a16:creationId xmlns:a16="http://schemas.microsoft.com/office/drawing/2014/main" id="{9F98E656-4E2E-ABA8-11AE-6CFF3F0B14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0" name="Rectangle 132">
                <a:extLst>
                  <a:ext uri="{FF2B5EF4-FFF2-40B4-BE49-F238E27FC236}">
                    <a16:creationId xmlns:a16="http://schemas.microsoft.com/office/drawing/2014/main" id="{3583CC6D-4101-CEE0-1FCF-94076B9721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1" name="Rectangle 133">
                <a:extLst>
                  <a:ext uri="{FF2B5EF4-FFF2-40B4-BE49-F238E27FC236}">
                    <a16:creationId xmlns:a16="http://schemas.microsoft.com/office/drawing/2014/main" id="{D5B4AB75-BF71-D9AD-1C6B-7426D23F3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2" name="Rectangle 135">
                <a:extLst>
                  <a:ext uri="{FF2B5EF4-FFF2-40B4-BE49-F238E27FC236}">
                    <a16:creationId xmlns:a16="http://schemas.microsoft.com/office/drawing/2014/main" id="{91223428-CE59-F96A-E6DF-C0ED78C03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3" name="Rectangle 137">
                <a:extLst>
                  <a:ext uri="{FF2B5EF4-FFF2-40B4-BE49-F238E27FC236}">
                    <a16:creationId xmlns:a16="http://schemas.microsoft.com/office/drawing/2014/main" id="{0452F639-8ED1-D5AF-0762-6E40756539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4" name="Rectangle 138">
                <a:extLst>
                  <a:ext uri="{FF2B5EF4-FFF2-40B4-BE49-F238E27FC236}">
                    <a16:creationId xmlns:a16="http://schemas.microsoft.com/office/drawing/2014/main" id="{AD2EF972-B7EA-731A-4AA2-A0F81675BD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5" name="Rectangle 141">
                <a:extLst>
                  <a:ext uri="{FF2B5EF4-FFF2-40B4-BE49-F238E27FC236}">
                    <a16:creationId xmlns:a16="http://schemas.microsoft.com/office/drawing/2014/main" id="{CAC82A68-AC7A-4288-8930-1C884434E8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6" name="Rectangle 142">
                <a:extLst>
                  <a:ext uri="{FF2B5EF4-FFF2-40B4-BE49-F238E27FC236}">
                    <a16:creationId xmlns:a16="http://schemas.microsoft.com/office/drawing/2014/main" id="{4D807AA2-B369-BE3C-406B-8345055D1F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7" name="Rectangle 143">
                <a:extLst>
                  <a:ext uri="{FF2B5EF4-FFF2-40B4-BE49-F238E27FC236}">
                    <a16:creationId xmlns:a16="http://schemas.microsoft.com/office/drawing/2014/main" id="{D68AB6B9-6132-E100-2755-6DB5A3973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8" name="Rectangle 144">
                <a:extLst>
                  <a:ext uri="{FF2B5EF4-FFF2-40B4-BE49-F238E27FC236}">
                    <a16:creationId xmlns:a16="http://schemas.microsoft.com/office/drawing/2014/main" id="{13029871-DF68-C27B-345F-F35C25F7EE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9" name="Rectangle 146">
                <a:extLst>
                  <a:ext uri="{FF2B5EF4-FFF2-40B4-BE49-F238E27FC236}">
                    <a16:creationId xmlns:a16="http://schemas.microsoft.com/office/drawing/2014/main" id="{949C3B9A-8598-A53E-6A7C-18BE1E353E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0" name="Rectangle 147">
                <a:extLst>
                  <a:ext uri="{FF2B5EF4-FFF2-40B4-BE49-F238E27FC236}">
                    <a16:creationId xmlns:a16="http://schemas.microsoft.com/office/drawing/2014/main" id="{3FE3C675-587D-6059-2BA7-6977030CE7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1" name="Rectangle 148">
                <a:extLst>
                  <a:ext uri="{FF2B5EF4-FFF2-40B4-BE49-F238E27FC236}">
                    <a16:creationId xmlns:a16="http://schemas.microsoft.com/office/drawing/2014/main" id="{39EE6359-404A-5EF0-32F8-987711035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2" name="Rectangle 149">
                <a:extLst>
                  <a:ext uri="{FF2B5EF4-FFF2-40B4-BE49-F238E27FC236}">
                    <a16:creationId xmlns:a16="http://schemas.microsoft.com/office/drawing/2014/main" id="{2F9FF66E-287C-5A1B-0305-23A1717BCA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3" name="Rectangle 150">
                <a:extLst>
                  <a:ext uri="{FF2B5EF4-FFF2-40B4-BE49-F238E27FC236}">
                    <a16:creationId xmlns:a16="http://schemas.microsoft.com/office/drawing/2014/main" id="{2D9B7A6F-F11A-AC07-6B22-99F29CA1C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128DAF93-1884-DDA5-CE23-FBC4E40A0940}"/>
              </a:ext>
            </a:extLst>
          </p:cNvPr>
          <p:cNvSpPr txBox="1">
            <a:spLocks/>
          </p:cNvSpPr>
          <p:nvPr/>
        </p:nvSpPr>
        <p:spPr>
          <a:xfrm>
            <a:off x="502722" y="505426"/>
            <a:ext cx="801806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PT Sans"/>
                <a:ea typeface="+mj-ea"/>
                <a:cs typeface="PT Sans"/>
              </a:defRPr>
            </a:lvl1pPr>
          </a:lstStyle>
          <a:p>
            <a:pPr>
              <a:lnSpc>
                <a:spcPts val="3600"/>
              </a:lnSpc>
            </a:pPr>
            <a:r>
              <a:rPr lang="en-US" sz="1200" spc="300" dirty="0">
                <a:solidFill>
                  <a:srgbClr val="FFFFFF"/>
                </a:solidFill>
              </a:rPr>
              <a:t>Design Decisions</a:t>
            </a:r>
            <a:br>
              <a:rPr lang="en-US" sz="1200" spc="300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Specific Design Decisions</a:t>
            </a:r>
            <a:endParaRPr lang="en-JM" dirty="0">
              <a:solidFill>
                <a:srgbClr val="FFFFFF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5C471A-F656-81B9-CE69-97E481724129}"/>
              </a:ext>
            </a:extLst>
          </p:cNvPr>
          <p:cNvSpPr txBox="1">
            <a:spLocks/>
          </p:cNvSpPr>
          <p:nvPr/>
        </p:nvSpPr>
        <p:spPr>
          <a:xfrm>
            <a:off x="719644" y="2122678"/>
            <a:ext cx="5277393" cy="2276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2000" dirty="0">
                <a:solidFill>
                  <a:srgbClr val="FFFFFF"/>
                </a:solidFill>
                <a:latin typeface="PT Sans"/>
                <a:cs typeface="PT Sans"/>
              </a:rPr>
              <a:t>Login/Register Page:</a:t>
            </a:r>
          </a:p>
          <a:p>
            <a:pPr marL="0" indent="0">
              <a:spcBef>
                <a:spcPts val="0"/>
              </a:spcBef>
              <a:buNone/>
            </a:pPr>
            <a:endParaRPr lang="en-GB" sz="2000" dirty="0">
              <a:solidFill>
                <a:srgbClr val="FFFFFF"/>
              </a:solidFill>
              <a:latin typeface="PT Sans"/>
              <a:cs typeface="PT Sans"/>
            </a:endParaRP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FFFFFF"/>
                </a:solidFill>
                <a:latin typeface="PT Sans"/>
                <a:cs typeface="PT Sans"/>
              </a:rPr>
              <a:t>Easy onboarding with multiple sign-in options (Google, Apple, Facebook).</a:t>
            </a:r>
          </a:p>
          <a:p>
            <a:pPr marL="0" indent="0">
              <a:spcBef>
                <a:spcPts val="0"/>
              </a:spcBef>
              <a:buNone/>
            </a:pPr>
            <a:endParaRPr lang="en-GB" sz="2000" dirty="0">
              <a:solidFill>
                <a:srgbClr val="FFFFFF"/>
              </a:solidFill>
              <a:latin typeface="PT Sans"/>
              <a:cs typeface="PT Sans"/>
            </a:endParaRP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FFFFFF"/>
                </a:solidFill>
                <a:latin typeface="PT Sans"/>
                <a:cs typeface="PT Sans"/>
              </a:rPr>
              <a:t>Minimalistic design to ensure a smooth user registration process.</a:t>
            </a:r>
            <a:endParaRPr lang="en-US" sz="2000" dirty="0">
              <a:solidFill>
                <a:srgbClr val="FFFFFF"/>
              </a:solidFill>
              <a:latin typeface="PT Sans"/>
              <a:cs typeface="PT San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86F664-18CB-B3BA-58E0-664757A1BFF0}"/>
              </a:ext>
            </a:extLst>
          </p:cNvPr>
          <p:cNvCxnSpPr/>
          <p:nvPr/>
        </p:nvCxnSpPr>
        <p:spPr>
          <a:xfrm>
            <a:off x="502722" y="2055619"/>
            <a:ext cx="0" cy="1198880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FBDDA588-F0DC-2B47-5E47-A3FC076A7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05346" y="6294566"/>
            <a:ext cx="2133600" cy="365125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fld id="{8BA6482E-F363-B343-ABCE-D1D2D29F80BC}" type="slidenum">
              <a:rPr lang="en-US" sz="1400">
                <a:solidFill>
                  <a:srgbClr val="A6A6A6"/>
                </a:solidFill>
              </a:rPr>
              <a:pPr marL="0" indent="0" algn="r">
                <a:buNone/>
              </a:pPr>
              <a:t>9</a:t>
            </a:fld>
            <a:endParaRPr lang="en-US" sz="1400" dirty="0">
              <a:solidFill>
                <a:srgbClr val="A6A6A6"/>
              </a:solidFill>
            </a:endParaRP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0EEAEEF1-53C6-3D73-C2BD-8760EFEE5D6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40" b="13340"/>
          <a:stretch/>
        </p:blipFill>
        <p:spPr>
          <a:xfrm>
            <a:off x="6311900" y="2295525"/>
            <a:ext cx="4430184" cy="21034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7C5F03-3D76-D119-8D35-C82167EA578D}"/>
              </a:ext>
            </a:extLst>
          </p:cNvPr>
          <p:cNvSpPr txBox="1"/>
          <p:nvPr/>
        </p:nvSpPr>
        <p:spPr>
          <a:xfrm>
            <a:off x="1291606" y="5255269"/>
            <a:ext cx="5079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"Every page is designed to simplify user interaction while creating a rich, immersive experience."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10D967D7-4F3C-4862-FCF4-FB7D359FB3AD}"/>
              </a:ext>
            </a:extLst>
          </p:cNvPr>
          <p:cNvGrpSpPr>
            <a:grpSpLocks/>
          </p:cNvGrpSpPr>
          <p:nvPr/>
        </p:nvGrpSpPr>
        <p:grpSpPr bwMode="auto">
          <a:xfrm>
            <a:off x="11376025" y="388938"/>
            <a:ext cx="360363" cy="466725"/>
            <a:chOff x="11376383" y="389144"/>
            <a:chExt cx="360002" cy="465737"/>
          </a:xfrm>
        </p:grpSpPr>
        <p:sp>
          <p:nvSpPr>
            <p:cNvPr id="7" name="Pentagon 637">
              <a:extLst>
                <a:ext uri="{FF2B5EF4-FFF2-40B4-BE49-F238E27FC236}">
                  <a16:creationId xmlns:a16="http://schemas.microsoft.com/office/drawing/2014/main" id="{9CC01FF9-66AC-FB24-E7B1-747F8F356B91}"/>
                </a:ext>
              </a:extLst>
            </p:cNvPr>
            <p:cNvSpPr/>
            <p:nvPr/>
          </p:nvSpPr>
          <p:spPr>
            <a:xfrm rot="5400000">
              <a:off x="11354407" y="411120"/>
              <a:ext cx="403955" cy="360002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679B07B-5969-E8D9-14D2-05E319FFD146}"/>
                </a:ext>
              </a:extLst>
            </p:cNvPr>
            <p:cNvCxnSpPr/>
            <p:nvPr/>
          </p:nvCxnSpPr>
          <p:spPr>
            <a:xfrm>
              <a:off x="11550833" y="726565"/>
              <a:ext cx="0" cy="128316"/>
            </a:xfrm>
            <a:prstGeom prst="line">
              <a:avLst/>
            </a:prstGeom>
            <a:ln>
              <a:solidFill>
                <a:schemeClr val="accent2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638">
            <a:extLst>
              <a:ext uri="{FF2B5EF4-FFF2-40B4-BE49-F238E27FC236}">
                <a16:creationId xmlns:a16="http://schemas.microsoft.com/office/drawing/2014/main" id="{A3FB7A8F-2B6B-4082-DD68-917202AD4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90300" y="387350"/>
            <a:ext cx="5572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fld id="{D95A3F76-14D4-4A3B-8187-9E866394116F}" type="slidenum">
              <a:rPr lang="en-US" altLang="LID4096" sz="1200">
                <a:solidFill>
                  <a:schemeClr val="bg1"/>
                </a:solidFill>
              </a:rPr>
              <a:pPr algn="ctr" eaLnBrk="1" hangingPunct="1"/>
              <a:t>9</a:t>
            </a:fld>
            <a:endParaRPr lang="en-US" altLang="LID4096" sz="120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617648E-AA76-3E7F-C122-0FAAD1931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146" y="4547250"/>
            <a:ext cx="1731026" cy="22454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329D9E4-0583-C53D-CD22-B7126D6E1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1403" y="4551560"/>
            <a:ext cx="1093034" cy="224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104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EFFB1E8-B7F6-A908-8DD7-C0C853A6AC84}"/>
              </a:ext>
            </a:extLst>
          </p:cNvPr>
          <p:cNvGrpSpPr/>
          <p:nvPr/>
        </p:nvGrpSpPr>
        <p:grpSpPr>
          <a:xfrm>
            <a:off x="-201332" y="0"/>
            <a:ext cx="12812244" cy="697119"/>
            <a:chOff x="-116540" y="4468112"/>
            <a:chExt cx="12812244" cy="697119"/>
          </a:xfrm>
          <a:solidFill>
            <a:schemeClr val="bg2">
              <a:alpha val="60000"/>
            </a:schemeClr>
          </a:solidFill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DE9F2D6-F1E5-DE63-F9E6-7BB74905BB4A}"/>
                </a:ext>
              </a:extLst>
            </p:cNvPr>
            <p:cNvGrpSpPr/>
            <p:nvPr/>
          </p:nvGrpSpPr>
          <p:grpSpPr>
            <a:xfrm>
              <a:off x="4112933" y="4472081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677" name="Rectangle 5">
                <a:extLst>
                  <a:ext uri="{FF2B5EF4-FFF2-40B4-BE49-F238E27FC236}">
                    <a16:creationId xmlns:a16="http://schemas.microsoft.com/office/drawing/2014/main" id="{C3913072-2A3D-1B63-E1B4-D8B14C6BC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8" name="Rectangle 6">
                <a:extLst>
                  <a:ext uri="{FF2B5EF4-FFF2-40B4-BE49-F238E27FC236}">
                    <a16:creationId xmlns:a16="http://schemas.microsoft.com/office/drawing/2014/main" id="{6394DD54-123B-4227-8979-B9E6BA2A8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9" name="Rectangle 7">
                <a:extLst>
                  <a:ext uri="{FF2B5EF4-FFF2-40B4-BE49-F238E27FC236}">
                    <a16:creationId xmlns:a16="http://schemas.microsoft.com/office/drawing/2014/main" id="{5EAA4752-91D6-DE64-8EAE-BD908E52B1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0" name="Rectangle 10">
                <a:extLst>
                  <a:ext uri="{FF2B5EF4-FFF2-40B4-BE49-F238E27FC236}">
                    <a16:creationId xmlns:a16="http://schemas.microsoft.com/office/drawing/2014/main" id="{F763A59D-8A03-F478-7328-6584B654E9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1" name="Rectangle 11">
                <a:extLst>
                  <a:ext uri="{FF2B5EF4-FFF2-40B4-BE49-F238E27FC236}">
                    <a16:creationId xmlns:a16="http://schemas.microsoft.com/office/drawing/2014/main" id="{0B36BBC1-A0C9-23C8-0F42-316547490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2" name="Rectangle 12">
                <a:extLst>
                  <a:ext uri="{FF2B5EF4-FFF2-40B4-BE49-F238E27FC236}">
                    <a16:creationId xmlns:a16="http://schemas.microsoft.com/office/drawing/2014/main" id="{76A86C90-79C6-E347-FEA8-D6282EB0B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3" name="Rectangle 13">
                <a:extLst>
                  <a:ext uri="{FF2B5EF4-FFF2-40B4-BE49-F238E27FC236}">
                    <a16:creationId xmlns:a16="http://schemas.microsoft.com/office/drawing/2014/main" id="{D928D1A3-1BD2-6363-A1D7-1E6BB8EE4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4" name="Rectangle 14">
                <a:extLst>
                  <a:ext uri="{FF2B5EF4-FFF2-40B4-BE49-F238E27FC236}">
                    <a16:creationId xmlns:a16="http://schemas.microsoft.com/office/drawing/2014/main" id="{6735EE39-EB9B-E1A4-E13C-47030EA09C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5" name="Rectangle 16">
                <a:extLst>
                  <a:ext uri="{FF2B5EF4-FFF2-40B4-BE49-F238E27FC236}">
                    <a16:creationId xmlns:a16="http://schemas.microsoft.com/office/drawing/2014/main" id="{1276ED06-E9CC-FA2E-CE19-60D26F4D1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6" name="Rectangle 17">
                <a:extLst>
                  <a:ext uri="{FF2B5EF4-FFF2-40B4-BE49-F238E27FC236}">
                    <a16:creationId xmlns:a16="http://schemas.microsoft.com/office/drawing/2014/main" id="{680A282C-A447-0472-9E6F-D440261A28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7" name="Rectangle 18">
                <a:extLst>
                  <a:ext uri="{FF2B5EF4-FFF2-40B4-BE49-F238E27FC236}">
                    <a16:creationId xmlns:a16="http://schemas.microsoft.com/office/drawing/2014/main" id="{809CE27A-25E0-6B2C-F7A2-88DFCC4F97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8" name="Rectangle 19">
                <a:extLst>
                  <a:ext uri="{FF2B5EF4-FFF2-40B4-BE49-F238E27FC236}">
                    <a16:creationId xmlns:a16="http://schemas.microsoft.com/office/drawing/2014/main" id="{97EF65D3-DA6C-8177-1F0C-A70D3868F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89" name="Rectangle 20">
                <a:extLst>
                  <a:ext uri="{FF2B5EF4-FFF2-40B4-BE49-F238E27FC236}">
                    <a16:creationId xmlns:a16="http://schemas.microsoft.com/office/drawing/2014/main" id="{58A4956D-C55E-84F0-232E-BEB2ED5E3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0" name="Rectangle 22">
                <a:extLst>
                  <a:ext uri="{FF2B5EF4-FFF2-40B4-BE49-F238E27FC236}">
                    <a16:creationId xmlns:a16="http://schemas.microsoft.com/office/drawing/2014/main" id="{6370A98E-EF0E-0F79-F512-ADD36DC98F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1" name="Rectangle 23">
                <a:extLst>
                  <a:ext uri="{FF2B5EF4-FFF2-40B4-BE49-F238E27FC236}">
                    <a16:creationId xmlns:a16="http://schemas.microsoft.com/office/drawing/2014/main" id="{5180943E-2874-7252-89AD-C094E40EB7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2" name="Rectangle 26">
                <a:extLst>
                  <a:ext uri="{FF2B5EF4-FFF2-40B4-BE49-F238E27FC236}">
                    <a16:creationId xmlns:a16="http://schemas.microsoft.com/office/drawing/2014/main" id="{8846D171-DCAD-5EC0-1815-EA9DF6038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3" name="Rectangle 27">
                <a:extLst>
                  <a:ext uri="{FF2B5EF4-FFF2-40B4-BE49-F238E27FC236}">
                    <a16:creationId xmlns:a16="http://schemas.microsoft.com/office/drawing/2014/main" id="{FCA3C72D-BC13-1D34-BD3D-C53D8BD64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4" name="Rectangle 28">
                <a:extLst>
                  <a:ext uri="{FF2B5EF4-FFF2-40B4-BE49-F238E27FC236}">
                    <a16:creationId xmlns:a16="http://schemas.microsoft.com/office/drawing/2014/main" id="{723367B7-D612-3BEE-4197-F5E9C0281F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5" name="Rectangle 29">
                <a:extLst>
                  <a:ext uri="{FF2B5EF4-FFF2-40B4-BE49-F238E27FC236}">
                    <a16:creationId xmlns:a16="http://schemas.microsoft.com/office/drawing/2014/main" id="{9287B33C-EF86-9941-E5E0-F736A5D30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6" name="Rectangle 30">
                <a:extLst>
                  <a:ext uri="{FF2B5EF4-FFF2-40B4-BE49-F238E27FC236}">
                    <a16:creationId xmlns:a16="http://schemas.microsoft.com/office/drawing/2014/main" id="{C4DFBBEA-9007-27DE-DB6C-58E22305F4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7" name="Rectangle 32">
                <a:extLst>
                  <a:ext uri="{FF2B5EF4-FFF2-40B4-BE49-F238E27FC236}">
                    <a16:creationId xmlns:a16="http://schemas.microsoft.com/office/drawing/2014/main" id="{3C8BFD52-91C1-E60E-A95F-0B7EE3F16D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8" name="Rectangle 33">
                <a:extLst>
                  <a:ext uri="{FF2B5EF4-FFF2-40B4-BE49-F238E27FC236}">
                    <a16:creationId xmlns:a16="http://schemas.microsoft.com/office/drawing/2014/main" id="{2D0A6870-6ED3-C18E-2561-B3C8553BCE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99" name="Rectangle 34">
                <a:extLst>
                  <a:ext uri="{FF2B5EF4-FFF2-40B4-BE49-F238E27FC236}">
                    <a16:creationId xmlns:a16="http://schemas.microsoft.com/office/drawing/2014/main" id="{6D215705-9D7A-5D5B-F178-D2093103F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0" name="Rectangle 36">
                <a:extLst>
                  <a:ext uri="{FF2B5EF4-FFF2-40B4-BE49-F238E27FC236}">
                    <a16:creationId xmlns:a16="http://schemas.microsoft.com/office/drawing/2014/main" id="{EC901B66-533C-CBDE-DA1D-B9A8185454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1" name="Rectangle 37">
                <a:extLst>
                  <a:ext uri="{FF2B5EF4-FFF2-40B4-BE49-F238E27FC236}">
                    <a16:creationId xmlns:a16="http://schemas.microsoft.com/office/drawing/2014/main" id="{27AC770A-97EF-44DE-6492-C6E9AC9C6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2" name="Rectangle 38">
                <a:extLst>
                  <a:ext uri="{FF2B5EF4-FFF2-40B4-BE49-F238E27FC236}">
                    <a16:creationId xmlns:a16="http://schemas.microsoft.com/office/drawing/2014/main" id="{73D0A4A3-AECB-27A4-1465-5A14E9B39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703" name="Rectangle 39">
                <a:extLst>
                  <a:ext uri="{FF2B5EF4-FFF2-40B4-BE49-F238E27FC236}">
                    <a16:creationId xmlns:a16="http://schemas.microsoft.com/office/drawing/2014/main" id="{84BB4BCE-5276-D81B-9320-A7699750F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60" name="Rectangle 41">
                <a:extLst>
                  <a:ext uri="{FF2B5EF4-FFF2-40B4-BE49-F238E27FC236}">
                    <a16:creationId xmlns:a16="http://schemas.microsoft.com/office/drawing/2014/main" id="{D1BDB9DC-FC59-AA74-21B5-189A4FA3A4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61" name="Rectangle 43">
                <a:extLst>
                  <a:ext uri="{FF2B5EF4-FFF2-40B4-BE49-F238E27FC236}">
                    <a16:creationId xmlns:a16="http://schemas.microsoft.com/office/drawing/2014/main" id="{9075DEE3-2532-7370-060E-DAF247A538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62" name="Rectangle 45">
                <a:extLst>
                  <a:ext uri="{FF2B5EF4-FFF2-40B4-BE49-F238E27FC236}">
                    <a16:creationId xmlns:a16="http://schemas.microsoft.com/office/drawing/2014/main" id="{44E84689-526D-9D96-CEBF-2334561A55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63" name="Rectangle 46">
                <a:extLst>
                  <a:ext uri="{FF2B5EF4-FFF2-40B4-BE49-F238E27FC236}">
                    <a16:creationId xmlns:a16="http://schemas.microsoft.com/office/drawing/2014/main" id="{D8416C4B-A8A4-6987-7968-8BB6608781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64" name="Rectangle 47">
                <a:extLst>
                  <a:ext uri="{FF2B5EF4-FFF2-40B4-BE49-F238E27FC236}">
                    <a16:creationId xmlns:a16="http://schemas.microsoft.com/office/drawing/2014/main" id="{D17E49AD-0970-4E53-0904-205042A82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65" name="Rectangle 48">
                <a:extLst>
                  <a:ext uri="{FF2B5EF4-FFF2-40B4-BE49-F238E27FC236}">
                    <a16:creationId xmlns:a16="http://schemas.microsoft.com/office/drawing/2014/main" id="{48339D22-F74E-3FDB-6892-A11C4FD15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66" name="Rectangle 49">
                <a:extLst>
                  <a:ext uri="{FF2B5EF4-FFF2-40B4-BE49-F238E27FC236}">
                    <a16:creationId xmlns:a16="http://schemas.microsoft.com/office/drawing/2014/main" id="{CF6D2402-F431-77A8-3F89-665AB804E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67" name="Rectangle 51">
                <a:extLst>
                  <a:ext uri="{FF2B5EF4-FFF2-40B4-BE49-F238E27FC236}">
                    <a16:creationId xmlns:a16="http://schemas.microsoft.com/office/drawing/2014/main" id="{5C17AD2E-EC99-662D-1785-8FE1DAF7E5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68" name="Rectangle 53">
                <a:extLst>
                  <a:ext uri="{FF2B5EF4-FFF2-40B4-BE49-F238E27FC236}">
                    <a16:creationId xmlns:a16="http://schemas.microsoft.com/office/drawing/2014/main" id="{3BCF8027-4964-348A-1205-337BF365EF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69" name="Rectangle 55">
                <a:extLst>
                  <a:ext uri="{FF2B5EF4-FFF2-40B4-BE49-F238E27FC236}">
                    <a16:creationId xmlns:a16="http://schemas.microsoft.com/office/drawing/2014/main" id="{3256832E-B502-080E-B23D-96FB704EF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70" name="Rectangle 56">
                <a:extLst>
                  <a:ext uri="{FF2B5EF4-FFF2-40B4-BE49-F238E27FC236}">
                    <a16:creationId xmlns:a16="http://schemas.microsoft.com/office/drawing/2014/main" id="{E7B40204-E372-DD27-349F-8BAB0809EF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71" name="Rectangle 57">
                <a:extLst>
                  <a:ext uri="{FF2B5EF4-FFF2-40B4-BE49-F238E27FC236}">
                    <a16:creationId xmlns:a16="http://schemas.microsoft.com/office/drawing/2014/main" id="{2E64ED6C-C388-259F-E1E0-B18D743B21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72" name="Rectangle 60">
                <a:extLst>
                  <a:ext uri="{FF2B5EF4-FFF2-40B4-BE49-F238E27FC236}">
                    <a16:creationId xmlns:a16="http://schemas.microsoft.com/office/drawing/2014/main" id="{4B068402-B49A-555E-8F6C-B3E694D11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73" name="Rectangle 62">
                <a:extLst>
                  <a:ext uri="{FF2B5EF4-FFF2-40B4-BE49-F238E27FC236}">
                    <a16:creationId xmlns:a16="http://schemas.microsoft.com/office/drawing/2014/main" id="{2C8A5807-9633-B982-C1A4-DA72D9AEE5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74" name="Rectangle 63">
                <a:extLst>
                  <a:ext uri="{FF2B5EF4-FFF2-40B4-BE49-F238E27FC236}">
                    <a16:creationId xmlns:a16="http://schemas.microsoft.com/office/drawing/2014/main" id="{FA366CE6-A432-7E75-D444-BBA244031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75" name="Rectangle 65">
                <a:extLst>
                  <a:ext uri="{FF2B5EF4-FFF2-40B4-BE49-F238E27FC236}">
                    <a16:creationId xmlns:a16="http://schemas.microsoft.com/office/drawing/2014/main" id="{3A718787-F702-B360-F584-EBE591770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76" name="Rectangle 66">
                <a:extLst>
                  <a:ext uri="{FF2B5EF4-FFF2-40B4-BE49-F238E27FC236}">
                    <a16:creationId xmlns:a16="http://schemas.microsoft.com/office/drawing/2014/main" id="{AD637354-0F0F-4E83-4038-C3F4A3B08A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77" name="Rectangle 67">
                <a:extLst>
                  <a:ext uri="{FF2B5EF4-FFF2-40B4-BE49-F238E27FC236}">
                    <a16:creationId xmlns:a16="http://schemas.microsoft.com/office/drawing/2014/main" id="{53E2D47A-40A8-2A74-22FE-589B9DCDEB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78" name="Rectangle 68">
                <a:extLst>
                  <a:ext uri="{FF2B5EF4-FFF2-40B4-BE49-F238E27FC236}">
                    <a16:creationId xmlns:a16="http://schemas.microsoft.com/office/drawing/2014/main" id="{F29AB265-F4B0-5310-07B6-FB272BC85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79" name="Rectangle 70">
                <a:extLst>
                  <a:ext uri="{FF2B5EF4-FFF2-40B4-BE49-F238E27FC236}">
                    <a16:creationId xmlns:a16="http://schemas.microsoft.com/office/drawing/2014/main" id="{3D4A3130-4E3C-44A4-5B8D-F88E46CB4A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80" name="Rectangle 71">
                <a:extLst>
                  <a:ext uri="{FF2B5EF4-FFF2-40B4-BE49-F238E27FC236}">
                    <a16:creationId xmlns:a16="http://schemas.microsoft.com/office/drawing/2014/main" id="{46CFF060-9199-0A64-43E9-690369515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81" name="Rectangle 72">
                <a:extLst>
                  <a:ext uri="{FF2B5EF4-FFF2-40B4-BE49-F238E27FC236}">
                    <a16:creationId xmlns:a16="http://schemas.microsoft.com/office/drawing/2014/main" id="{052CCD95-497F-3E0A-48C2-01B2F6BA22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82" name="Rectangle 75">
                <a:extLst>
                  <a:ext uri="{FF2B5EF4-FFF2-40B4-BE49-F238E27FC236}">
                    <a16:creationId xmlns:a16="http://schemas.microsoft.com/office/drawing/2014/main" id="{E68E7DC2-6FD1-94E0-4122-EFF4556CF4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83" name="Rectangle 76">
                <a:extLst>
                  <a:ext uri="{FF2B5EF4-FFF2-40B4-BE49-F238E27FC236}">
                    <a16:creationId xmlns:a16="http://schemas.microsoft.com/office/drawing/2014/main" id="{47F484BA-C2E5-04EA-B14A-D07DD78C73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84" name="Rectangle 77">
                <a:extLst>
                  <a:ext uri="{FF2B5EF4-FFF2-40B4-BE49-F238E27FC236}">
                    <a16:creationId xmlns:a16="http://schemas.microsoft.com/office/drawing/2014/main" id="{256D78FC-4DDE-7600-ADD9-991F2617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85" name="Rectangle 79">
                <a:extLst>
                  <a:ext uri="{FF2B5EF4-FFF2-40B4-BE49-F238E27FC236}">
                    <a16:creationId xmlns:a16="http://schemas.microsoft.com/office/drawing/2014/main" id="{91FF7629-2CB1-E936-22DD-F04DEF416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86" name="Rectangle 80">
                <a:extLst>
                  <a:ext uri="{FF2B5EF4-FFF2-40B4-BE49-F238E27FC236}">
                    <a16:creationId xmlns:a16="http://schemas.microsoft.com/office/drawing/2014/main" id="{302D5F47-359D-050F-8AF7-C920E1F6A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87" name="Rectangle 81">
                <a:extLst>
                  <a:ext uri="{FF2B5EF4-FFF2-40B4-BE49-F238E27FC236}">
                    <a16:creationId xmlns:a16="http://schemas.microsoft.com/office/drawing/2014/main" id="{DBB95DF6-108E-EC6B-522E-B697DF374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88" name="Rectangle 82">
                <a:extLst>
                  <a:ext uri="{FF2B5EF4-FFF2-40B4-BE49-F238E27FC236}">
                    <a16:creationId xmlns:a16="http://schemas.microsoft.com/office/drawing/2014/main" id="{D4D752CF-A9B6-72FE-0D9D-EB6499E069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89" name="Rectangle 83">
                <a:extLst>
                  <a:ext uri="{FF2B5EF4-FFF2-40B4-BE49-F238E27FC236}">
                    <a16:creationId xmlns:a16="http://schemas.microsoft.com/office/drawing/2014/main" id="{A463EC6F-C23E-4AE0-B844-F04877407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90" name="Rectangle 85">
                <a:extLst>
                  <a:ext uri="{FF2B5EF4-FFF2-40B4-BE49-F238E27FC236}">
                    <a16:creationId xmlns:a16="http://schemas.microsoft.com/office/drawing/2014/main" id="{21BFCF90-0891-5265-19E2-7E82A15C5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91" name="Rectangle 86">
                <a:extLst>
                  <a:ext uri="{FF2B5EF4-FFF2-40B4-BE49-F238E27FC236}">
                    <a16:creationId xmlns:a16="http://schemas.microsoft.com/office/drawing/2014/main" id="{EC5931E8-A32F-D451-2C18-1055C9C82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92" name="Rectangle 87">
                <a:extLst>
                  <a:ext uri="{FF2B5EF4-FFF2-40B4-BE49-F238E27FC236}">
                    <a16:creationId xmlns:a16="http://schemas.microsoft.com/office/drawing/2014/main" id="{0C31B9C9-DB44-F095-E139-7D2C8955B3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93" name="Rectangle 88">
                <a:extLst>
                  <a:ext uri="{FF2B5EF4-FFF2-40B4-BE49-F238E27FC236}">
                    <a16:creationId xmlns:a16="http://schemas.microsoft.com/office/drawing/2014/main" id="{4B7ED40F-22AC-29C4-597E-20F5E1526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94" name="Rectangle 89">
                <a:extLst>
                  <a:ext uri="{FF2B5EF4-FFF2-40B4-BE49-F238E27FC236}">
                    <a16:creationId xmlns:a16="http://schemas.microsoft.com/office/drawing/2014/main" id="{F6D03008-9884-330D-4BD4-88E98BA77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95" name="Rectangle 91">
                <a:extLst>
                  <a:ext uri="{FF2B5EF4-FFF2-40B4-BE49-F238E27FC236}">
                    <a16:creationId xmlns:a16="http://schemas.microsoft.com/office/drawing/2014/main" id="{3F70EB68-8D4E-E64A-10B7-4754AC5A79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96" name="Rectangle 92">
                <a:extLst>
                  <a:ext uri="{FF2B5EF4-FFF2-40B4-BE49-F238E27FC236}">
                    <a16:creationId xmlns:a16="http://schemas.microsoft.com/office/drawing/2014/main" id="{A050AA32-564B-96C9-C407-FA5C169B2C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97" name="Rectangle 93">
                <a:extLst>
                  <a:ext uri="{FF2B5EF4-FFF2-40B4-BE49-F238E27FC236}">
                    <a16:creationId xmlns:a16="http://schemas.microsoft.com/office/drawing/2014/main" id="{D0A36D40-8795-D28C-EE67-34DEF3C69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98" name="Rectangle 94">
                <a:extLst>
                  <a:ext uri="{FF2B5EF4-FFF2-40B4-BE49-F238E27FC236}">
                    <a16:creationId xmlns:a16="http://schemas.microsoft.com/office/drawing/2014/main" id="{913CBC9A-FB07-1073-D408-79CBA95179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99" name="Rectangle 99">
                <a:extLst>
                  <a:ext uri="{FF2B5EF4-FFF2-40B4-BE49-F238E27FC236}">
                    <a16:creationId xmlns:a16="http://schemas.microsoft.com/office/drawing/2014/main" id="{1D6F32CF-CAAB-C25D-8C08-AB57E078B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00" name="Rectangle 101">
                <a:extLst>
                  <a:ext uri="{FF2B5EF4-FFF2-40B4-BE49-F238E27FC236}">
                    <a16:creationId xmlns:a16="http://schemas.microsoft.com/office/drawing/2014/main" id="{B4196E7A-1A2C-3550-DD43-79BC98253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01" name="Rectangle 102">
                <a:extLst>
                  <a:ext uri="{FF2B5EF4-FFF2-40B4-BE49-F238E27FC236}">
                    <a16:creationId xmlns:a16="http://schemas.microsoft.com/office/drawing/2014/main" id="{7EF06687-B312-5971-6339-EF560224E8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02" name="Rectangle 103">
                <a:extLst>
                  <a:ext uri="{FF2B5EF4-FFF2-40B4-BE49-F238E27FC236}">
                    <a16:creationId xmlns:a16="http://schemas.microsoft.com/office/drawing/2014/main" id="{0F0422C2-0252-0C62-C72A-0434111A5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03" name="Rectangle 104">
                <a:extLst>
                  <a:ext uri="{FF2B5EF4-FFF2-40B4-BE49-F238E27FC236}">
                    <a16:creationId xmlns:a16="http://schemas.microsoft.com/office/drawing/2014/main" id="{C2310C34-0A5C-E2CF-A4F9-9B6D40DBB5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04" name="Rectangle 106">
                <a:extLst>
                  <a:ext uri="{FF2B5EF4-FFF2-40B4-BE49-F238E27FC236}">
                    <a16:creationId xmlns:a16="http://schemas.microsoft.com/office/drawing/2014/main" id="{85376A38-31BA-56A7-BC37-4C2708FC8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05" name="Rectangle 107">
                <a:extLst>
                  <a:ext uri="{FF2B5EF4-FFF2-40B4-BE49-F238E27FC236}">
                    <a16:creationId xmlns:a16="http://schemas.microsoft.com/office/drawing/2014/main" id="{FEAC3974-B244-AE0C-B502-3D7B63B65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06" name="Rectangle 108">
                <a:extLst>
                  <a:ext uri="{FF2B5EF4-FFF2-40B4-BE49-F238E27FC236}">
                    <a16:creationId xmlns:a16="http://schemas.microsoft.com/office/drawing/2014/main" id="{7F9CB55B-621F-C5CB-EA27-C4E896DB27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07" name="Rectangle 111">
                <a:extLst>
                  <a:ext uri="{FF2B5EF4-FFF2-40B4-BE49-F238E27FC236}">
                    <a16:creationId xmlns:a16="http://schemas.microsoft.com/office/drawing/2014/main" id="{D8FF170F-1282-A84C-A861-58AFA0501D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08" name="Rectangle 112">
                <a:extLst>
                  <a:ext uri="{FF2B5EF4-FFF2-40B4-BE49-F238E27FC236}">
                    <a16:creationId xmlns:a16="http://schemas.microsoft.com/office/drawing/2014/main" id="{2A98122D-8D0F-C037-B782-E7E139679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09" name="Rectangle 115">
                <a:extLst>
                  <a:ext uri="{FF2B5EF4-FFF2-40B4-BE49-F238E27FC236}">
                    <a16:creationId xmlns:a16="http://schemas.microsoft.com/office/drawing/2014/main" id="{A2B45134-5587-63FD-9B19-51997A7F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10" name="Rectangle 116">
                <a:extLst>
                  <a:ext uri="{FF2B5EF4-FFF2-40B4-BE49-F238E27FC236}">
                    <a16:creationId xmlns:a16="http://schemas.microsoft.com/office/drawing/2014/main" id="{38C2D8BA-BDF9-3D40-485A-BDE497F64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11" name="Rectangle 117">
                <a:extLst>
                  <a:ext uri="{FF2B5EF4-FFF2-40B4-BE49-F238E27FC236}">
                    <a16:creationId xmlns:a16="http://schemas.microsoft.com/office/drawing/2014/main" id="{14A008DC-A70A-AA0A-2E93-06352ED18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12" name="Rectangle 118">
                <a:extLst>
                  <a:ext uri="{FF2B5EF4-FFF2-40B4-BE49-F238E27FC236}">
                    <a16:creationId xmlns:a16="http://schemas.microsoft.com/office/drawing/2014/main" id="{550A8CC8-C00D-5DE8-112E-DEFA7E43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13" name="Rectangle 119">
                <a:extLst>
                  <a:ext uri="{FF2B5EF4-FFF2-40B4-BE49-F238E27FC236}">
                    <a16:creationId xmlns:a16="http://schemas.microsoft.com/office/drawing/2014/main" id="{291FBFA1-12A9-9CEA-A6B3-8E9F1811C7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14" name="Rectangle 121">
                <a:extLst>
                  <a:ext uri="{FF2B5EF4-FFF2-40B4-BE49-F238E27FC236}">
                    <a16:creationId xmlns:a16="http://schemas.microsoft.com/office/drawing/2014/main" id="{1E687974-4C1A-6AD1-1B05-55A923CA4D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15" name="Rectangle 122">
                <a:extLst>
                  <a:ext uri="{FF2B5EF4-FFF2-40B4-BE49-F238E27FC236}">
                    <a16:creationId xmlns:a16="http://schemas.microsoft.com/office/drawing/2014/main" id="{D57D0045-6FEB-1A11-E6AF-070B1C129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16" name="Rectangle 123">
                <a:extLst>
                  <a:ext uri="{FF2B5EF4-FFF2-40B4-BE49-F238E27FC236}">
                    <a16:creationId xmlns:a16="http://schemas.microsoft.com/office/drawing/2014/main" id="{62388502-92E9-6D20-28ED-96612705A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17" name="Rectangle 124">
                <a:extLst>
                  <a:ext uri="{FF2B5EF4-FFF2-40B4-BE49-F238E27FC236}">
                    <a16:creationId xmlns:a16="http://schemas.microsoft.com/office/drawing/2014/main" id="{3A03F4E0-8335-BBCA-7A13-DF0DCD74AA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18" name="Rectangle 126">
                <a:extLst>
                  <a:ext uri="{FF2B5EF4-FFF2-40B4-BE49-F238E27FC236}">
                    <a16:creationId xmlns:a16="http://schemas.microsoft.com/office/drawing/2014/main" id="{48524195-40EF-A583-3BD3-97F2D3D45C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19" name="Rectangle 127">
                <a:extLst>
                  <a:ext uri="{FF2B5EF4-FFF2-40B4-BE49-F238E27FC236}">
                    <a16:creationId xmlns:a16="http://schemas.microsoft.com/office/drawing/2014/main" id="{E070ADC0-7822-0815-B1C1-E1F9F318B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20" name="Rectangle 130">
                <a:extLst>
                  <a:ext uri="{FF2B5EF4-FFF2-40B4-BE49-F238E27FC236}">
                    <a16:creationId xmlns:a16="http://schemas.microsoft.com/office/drawing/2014/main" id="{4376C38A-CCE2-BF48-75FA-9BF3FBE6C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21" name="Rectangle 131">
                <a:extLst>
                  <a:ext uri="{FF2B5EF4-FFF2-40B4-BE49-F238E27FC236}">
                    <a16:creationId xmlns:a16="http://schemas.microsoft.com/office/drawing/2014/main" id="{E3873724-3921-7740-2A0E-F7B100035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22" name="Rectangle 132">
                <a:extLst>
                  <a:ext uri="{FF2B5EF4-FFF2-40B4-BE49-F238E27FC236}">
                    <a16:creationId xmlns:a16="http://schemas.microsoft.com/office/drawing/2014/main" id="{2C93BA8B-97B7-AB0A-B89A-3D36349A6F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23" name="Rectangle 133">
                <a:extLst>
                  <a:ext uri="{FF2B5EF4-FFF2-40B4-BE49-F238E27FC236}">
                    <a16:creationId xmlns:a16="http://schemas.microsoft.com/office/drawing/2014/main" id="{BC74FF13-E85C-AB9E-BFE6-E28E918C6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24" name="Rectangle 135">
                <a:extLst>
                  <a:ext uri="{FF2B5EF4-FFF2-40B4-BE49-F238E27FC236}">
                    <a16:creationId xmlns:a16="http://schemas.microsoft.com/office/drawing/2014/main" id="{B99A6D2D-8E2D-4C1A-0AAC-CEC10093E2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25" name="Rectangle 136">
                <a:extLst>
                  <a:ext uri="{FF2B5EF4-FFF2-40B4-BE49-F238E27FC236}">
                    <a16:creationId xmlns:a16="http://schemas.microsoft.com/office/drawing/2014/main" id="{72CC7119-A424-D03B-5923-E11114745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26" name="Rectangle 137">
                <a:extLst>
                  <a:ext uri="{FF2B5EF4-FFF2-40B4-BE49-F238E27FC236}">
                    <a16:creationId xmlns:a16="http://schemas.microsoft.com/office/drawing/2014/main" id="{7F20ACAC-CD74-9FEB-1C3E-E8C75BE685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27" name="Rectangle 138">
                <a:extLst>
                  <a:ext uri="{FF2B5EF4-FFF2-40B4-BE49-F238E27FC236}">
                    <a16:creationId xmlns:a16="http://schemas.microsoft.com/office/drawing/2014/main" id="{36CFD53D-AEB9-9A02-6D41-B023DE9254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28" name="Rectangle 141">
                <a:extLst>
                  <a:ext uri="{FF2B5EF4-FFF2-40B4-BE49-F238E27FC236}">
                    <a16:creationId xmlns:a16="http://schemas.microsoft.com/office/drawing/2014/main" id="{22FC23FD-B8E7-A371-6BD1-83F3E07A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29" name="Rectangle 142">
                <a:extLst>
                  <a:ext uri="{FF2B5EF4-FFF2-40B4-BE49-F238E27FC236}">
                    <a16:creationId xmlns:a16="http://schemas.microsoft.com/office/drawing/2014/main" id="{8673477F-ECC2-4101-20CB-DEC0F9E14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30" name="Rectangle 143">
                <a:extLst>
                  <a:ext uri="{FF2B5EF4-FFF2-40B4-BE49-F238E27FC236}">
                    <a16:creationId xmlns:a16="http://schemas.microsoft.com/office/drawing/2014/main" id="{CAE9390F-E831-1172-1CAC-8E0FCF9DF1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31" name="Rectangle 144">
                <a:extLst>
                  <a:ext uri="{FF2B5EF4-FFF2-40B4-BE49-F238E27FC236}">
                    <a16:creationId xmlns:a16="http://schemas.microsoft.com/office/drawing/2014/main" id="{10112460-42E0-128A-18E3-E16865528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32" name="Rectangle 146">
                <a:extLst>
                  <a:ext uri="{FF2B5EF4-FFF2-40B4-BE49-F238E27FC236}">
                    <a16:creationId xmlns:a16="http://schemas.microsoft.com/office/drawing/2014/main" id="{3424812C-3270-D055-B2E8-B8F91B61A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33" name="Rectangle 147">
                <a:extLst>
                  <a:ext uri="{FF2B5EF4-FFF2-40B4-BE49-F238E27FC236}">
                    <a16:creationId xmlns:a16="http://schemas.microsoft.com/office/drawing/2014/main" id="{6A9EB881-B2FC-DE9F-540D-161CDB691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34" name="Rectangle 148">
                <a:extLst>
                  <a:ext uri="{FF2B5EF4-FFF2-40B4-BE49-F238E27FC236}">
                    <a16:creationId xmlns:a16="http://schemas.microsoft.com/office/drawing/2014/main" id="{93B905BF-AA77-1069-CF35-55F32D2B08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35" name="Rectangle 149">
                <a:extLst>
                  <a:ext uri="{FF2B5EF4-FFF2-40B4-BE49-F238E27FC236}">
                    <a16:creationId xmlns:a16="http://schemas.microsoft.com/office/drawing/2014/main" id="{6B52C1F1-850E-0E63-8AAC-056E8CFD1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36" name="Rectangle 150">
                <a:extLst>
                  <a:ext uri="{FF2B5EF4-FFF2-40B4-BE49-F238E27FC236}">
                    <a16:creationId xmlns:a16="http://schemas.microsoft.com/office/drawing/2014/main" id="{F3CCE858-664E-61EB-1F89-0D6DECBD72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984AE0D-FFD9-DFD7-1C21-0124D6756BBD}"/>
                </a:ext>
              </a:extLst>
            </p:cNvPr>
            <p:cNvGrpSpPr/>
            <p:nvPr/>
          </p:nvGrpSpPr>
          <p:grpSpPr>
            <a:xfrm>
              <a:off x="8496766" y="4468112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4157" name="Rectangle 5">
                <a:extLst>
                  <a:ext uri="{FF2B5EF4-FFF2-40B4-BE49-F238E27FC236}">
                    <a16:creationId xmlns:a16="http://schemas.microsoft.com/office/drawing/2014/main" id="{E1225F23-B376-3C7B-7DF7-3A5B6EB97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58" name="Rectangle 6">
                <a:extLst>
                  <a:ext uri="{FF2B5EF4-FFF2-40B4-BE49-F238E27FC236}">
                    <a16:creationId xmlns:a16="http://schemas.microsoft.com/office/drawing/2014/main" id="{8B646B39-96BE-2D4B-DDA6-6DEA670995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59" name="Rectangle 7">
                <a:extLst>
                  <a:ext uri="{FF2B5EF4-FFF2-40B4-BE49-F238E27FC236}">
                    <a16:creationId xmlns:a16="http://schemas.microsoft.com/office/drawing/2014/main" id="{CF03109B-9B5B-C5EF-F2E7-AEA59D4346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76" name="Rectangle 10">
                <a:extLst>
                  <a:ext uri="{FF2B5EF4-FFF2-40B4-BE49-F238E27FC236}">
                    <a16:creationId xmlns:a16="http://schemas.microsoft.com/office/drawing/2014/main" id="{BBA03BE9-8639-5B3A-7F17-375149171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77" name="Rectangle 11">
                <a:extLst>
                  <a:ext uri="{FF2B5EF4-FFF2-40B4-BE49-F238E27FC236}">
                    <a16:creationId xmlns:a16="http://schemas.microsoft.com/office/drawing/2014/main" id="{C6D715D9-412B-642C-657A-49655D299A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78" name="Rectangle 12">
                <a:extLst>
                  <a:ext uri="{FF2B5EF4-FFF2-40B4-BE49-F238E27FC236}">
                    <a16:creationId xmlns:a16="http://schemas.microsoft.com/office/drawing/2014/main" id="{0ABF52C4-5990-BF11-0F0F-2AD7BE832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79" name="Rectangle 13">
                <a:extLst>
                  <a:ext uri="{FF2B5EF4-FFF2-40B4-BE49-F238E27FC236}">
                    <a16:creationId xmlns:a16="http://schemas.microsoft.com/office/drawing/2014/main" id="{0B88A3DD-84E1-CA63-C87B-7D197E48F8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0" name="Rectangle 14">
                <a:extLst>
                  <a:ext uri="{FF2B5EF4-FFF2-40B4-BE49-F238E27FC236}">
                    <a16:creationId xmlns:a16="http://schemas.microsoft.com/office/drawing/2014/main" id="{64C2B377-F403-C828-C082-2B9ED19FB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1" name="Rectangle 16">
                <a:extLst>
                  <a:ext uri="{FF2B5EF4-FFF2-40B4-BE49-F238E27FC236}">
                    <a16:creationId xmlns:a16="http://schemas.microsoft.com/office/drawing/2014/main" id="{E4BEAC58-C4FA-617D-8B87-34CEBBCB82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2" name="Rectangle 17">
                <a:extLst>
                  <a:ext uri="{FF2B5EF4-FFF2-40B4-BE49-F238E27FC236}">
                    <a16:creationId xmlns:a16="http://schemas.microsoft.com/office/drawing/2014/main" id="{5EBBADD7-0644-1B74-86E8-DB01DCFA7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3" name="Rectangle 18">
                <a:extLst>
                  <a:ext uri="{FF2B5EF4-FFF2-40B4-BE49-F238E27FC236}">
                    <a16:creationId xmlns:a16="http://schemas.microsoft.com/office/drawing/2014/main" id="{AF4F8D61-FBA3-3F80-CFC5-7FB658612B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4" name="Rectangle 19">
                <a:extLst>
                  <a:ext uri="{FF2B5EF4-FFF2-40B4-BE49-F238E27FC236}">
                    <a16:creationId xmlns:a16="http://schemas.microsoft.com/office/drawing/2014/main" id="{C7824F4A-681A-FE82-0353-C1BC544B19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5" name="Rectangle 20">
                <a:extLst>
                  <a:ext uri="{FF2B5EF4-FFF2-40B4-BE49-F238E27FC236}">
                    <a16:creationId xmlns:a16="http://schemas.microsoft.com/office/drawing/2014/main" id="{7D8C4326-4249-F3F5-C7AD-7CE2A39E26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6" name="Rectangle 22">
                <a:extLst>
                  <a:ext uri="{FF2B5EF4-FFF2-40B4-BE49-F238E27FC236}">
                    <a16:creationId xmlns:a16="http://schemas.microsoft.com/office/drawing/2014/main" id="{D4B76B7C-0D2F-69DE-A6A8-9CDC3373A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7" name="Rectangle 23">
                <a:extLst>
                  <a:ext uri="{FF2B5EF4-FFF2-40B4-BE49-F238E27FC236}">
                    <a16:creationId xmlns:a16="http://schemas.microsoft.com/office/drawing/2014/main" id="{5C8E50FE-C93B-38BC-AB55-7EAA39621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82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8" name="Rectangle 26">
                <a:extLst>
                  <a:ext uri="{FF2B5EF4-FFF2-40B4-BE49-F238E27FC236}">
                    <a16:creationId xmlns:a16="http://schemas.microsoft.com/office/drawing/2014/main" id="{0BF1CCD9-7D42-F095-AC3B-23449B591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9" name="Rectangle 27">
                <a:extLst>
                  <a:ext uri="{FF2B5EF4-FFF2-40B4-BE49-F238E27FC236}">
                    <a16:creationId xmlns:a16="http://schemas.microsoft.com/office/drawing/2014/main" id="{598CEF9B-DAAA-E71B-FEC5-0394E4FF61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0" name="Rectangle 28">
                <a:extLst>
                  <a:ext uri="{FF2B5EF4-FFF2-40B4-BE49-F238E27FC236}">
                    <a16:creationId xmlns:a16="http://schemas.microsoft.com/office/drawing/2014/main" id="{0BEE74EE-80FE-2178-8DA4-864DCBD6C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1" name="Rectangle 29">
                <a:extLst>
                  <a:ext uri="{FF2B5EF4-FFF2-40B4-BE49-F238E27FC236}">
                    <a16:creationId xmlns:a16="http://schemas.microsoft.com/office/drawing/2014/main" id="{20249CC1-2854-6EC6-17E5-DF3A31442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2" name="Rectangle 30">
                <a:extLst>
                  <a:ext uri="{FF2B5EF4-FFF2-40B4-BE49-F238E27FC236}">
                    <a16:creationId xmlns:a16="http://schemas.microsoft.com/office/drawing/2014/main" id="{85DD3BBF-1A92-EB87-2A0F-DC0559D5F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3" name="Rectangle 32">
                <a:extLst>
                  <a:ext uri="{FF2B5EF4-FFF2-40B4-BE49-F238E27FC236}">
                    <a16:creationId xmlns:a16="http://schemas.microsoft.com/office/drawing/2014/main" id="{59B4E626-AC6D-95B5-B6A3-194E4841D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4" name="Rectangle 34">
                <a:extLst>
                  <a:ext uri="{FF2B5EF4-FFF2-40B4-BE49-F238E27FC236}">
                    <a16:creationId xmlns:a16="http://schemas.microsoft.com/office/drawing/2014/main" id="{DAA27C6B-8BD1-5998-2817-03D0F8849A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5" name="Rectangle 36">
                <a:extLst>
                  <a:ext uri="{FF2B5EF4-FFF2-40B4-BE49-F238E27FC236}">
                    <a16:creationId xmlns:a16="http://schemas.microsoft.com/office/drawing/2014/main" id="{39CD2A94-6805-EF12-2CA9-E66697DF8C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6" name="Rectangle 37">
                <a:extLst>
                  <a:ext uri="{FF2B5EF4-FFF2-40B4-BE49-F238E27FC236}">
                    <a16:creationId xmlns:a16="http://schemas.microsoft.com/office/drawing/2014/main" id="{7CE5494F-6AC2-2F27-921A-BE3F3B0F7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7" name="Rectangle 38">
                <a:extLst>
                  <a:ext uri="{FF2B5EF4-FFF2-40B4-BE49-F238E27FC236}">
                    <a16:creationId xmlns:a16="http://schemas.microsoft.com/office/drawing/2014/main" id="{D009C932-3A9D-D1B1-1B76-6051BB1ABC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8" name="Rectangle 39">
                <a:extLst>
                  <a:ext uri="{FF2B5EF4-FFF2-40B4-BE49-F238E27FC236}">
                    <a16:creationId xmlns:a16="http://schemas.microsoft.com/office/drawing/2014/main" id="{DD0477DC-95F3-FFB7-D06B-3DADD6E417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9" name="Rectangle 41">
                <a:extLst>
                  <a:ext uri="{FF2B5EF4-FFF2-40B4-BE49-F238E27FC236}">
                    <a16:creationId xmlns:a16="http://schemas.microsoft.com/office/drawing/2014/main" id="{B544528F-0DC6-7980-11E3-644227D5BC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0" name="Rectangle 43">
                <a:extLst>
                  <a:ext uri="{FF2B5EF4-FFF2-40B4-BE49-F238E27FC236}">
                    <a16:creationId xmlns:a16="http://schemas.microsoft.com/office/drawing/2014/main" id="{FDAF7828-44A6-766D-1786-4F99FDFF5D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1" name="Rectangle 45">
                <a:extLst>
                  <a:ext uri="{FF2B5EF4-FFF2-40B4-BE49-F238E27FC236}">
                    <a16:creationId xmlns:a16="http://schemas.microsoft.com/office/drawing/2014/main" id="{D5B3821C-AB60-3F4F-5B49-D37408844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2" name="Rectangle 46">
                <a:extLst>
                  <a:ext uri="{FF2B5EF4-FFF2-40B4-BE49-F238E27FC236}">
                    <a16:creationId xmlns:a16="http://schemas.microsoft.com/office/drawing/2014/main" id="{7BE23711-8BC8-B22F-4217-110D98760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3" name="Rectangle 47">
                <a:extLst>
                  <a:ext uri="{FF2B5EF4-FFF2-40B4-BE49-F238E27FC236}">
                    <a16:creationId xmlns:a16="http://schemas.microsoft.com/office/drawing/2014/main" id="{2E6E547A-5682-8D70-6DB7-54872873CB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4" name="Rectangle 48">
                <a:extLst>
                  <a:ext uri="{FF2B5EF4-FFF2-40B4-BE49-F238E27FC236}">
                    <a16:creationId xmlns:a16="http://schemas.microsoft.com/office/drawing/2014/main" id="{29CB22CA-927D-AB18-5CA7-EA518A06C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5" name="Rectangle 49">
                <a:extLst>
                  <a:ext uri="{FF2B5EF4-FFF2-40B4-BE49-F238E27FC236}">
                    <a16:creationId xmlns:a16="http://schemas.microsoft.com/office/drawing/2014/main" id="{D4D1D8BA-5332-24AE-C58B-F8CD892BB0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6" name="Rectangle 51">
                <a:extLst>
                  <a:ext uri="{FF2B5EF4-FFF2-40B4-BE49-F238E27FC236}">
                    <a16:creationId xmlns:a16="http://schemas.microsoft.com/office/drawing/2014/main" id="{8A4DFAC3-5333-EC9F-6EB2-363A6EF48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7" name="Rectangle 52">
                <a:extLst>
                  <a:ext uri="{FF2B5EF4-FFF2-40B4-BE49-F238E27FC236}">
                    <a16:creationId xmlns:a16="http://schemas.microsoft.com/office/drawing/2014/main" id="{44786461-EC3A-572C-5269-994E087244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8" name="Rectangle 53">
                <a:extLst>
                  <a:ext uri="{FF2B5EF4-FFF2-40B4-BE49-F238E27FC236}">
                    <a16:creationId xmlns:a16="http://schemas.microsoft.com/office/drawing/2014/main" id="{16EA1607-C12B-FB1E-C34F-D1E0F54C6B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9" name="Rectangle 55">
                <a:extLst>
                  <a:ext uri="{FF2B5EF4-FFF2-40B4-BE49-F238E27FC236}">
                    <a16:creationId xmlns:a16="http://schemas.microsoft.com/office/drawing/2014/main" id="{74B1303B-224C-A074-F10F-5A45428CB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0" name="Rectangle 56">
                <a:extLst>
                  <a:ext uri="{FF2B5EF4-FFF2-40B4-BE49-F238E27FC236}">
                    <a16:creationId xmlns:a16="http://schemas.microsoft.com/office/drawing/2014/main" id="{DBE6784D-46F0-F41B-E3C1-828CD10437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1" name="Rectangle 57">
                <a:extLst>
                  <a:ext uri="{FF2B5EF4-FFF2-40B4-BE49-F238E27FC236}">
                    <a16:creationId xmlns:a16="http://schemas.microsoft.com/office/drawing/2014/main" id="{76E38833-7D3F-4CD7-DD00-A483F58D05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2" name="Rectangle 60">
                <a:extLst>
                  <a:ext uri="{FF2B5EF4-FFF2-40B4-BE49-F238E27FC236}">
                    <a16:creationId xmlns:a16="http://schemas.microsoft.com/office/drawing/2014/main" id="{0C8E1224-A576-A3EA-B088-044AF9EE0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3" name="Rectangle 63">
                <a:extLst>
                  <a:ext uri="{FF2B5EF4-FFF2-40B4-BE49-F238E27FC236}">
                    <a16:creationId xmlns:a16="http://schemas.microsoft.com/office/drawing/2014/main" id="{0EBC873F-3412-A424-4725-DC6F46F11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4" name="Rectangle 65">
                <a:extLst>
                  <a:ext uri="{FF2B5EF4-FFF2-40B4-BE49-F238E27FC236}">
                    <a16:creationId xmlns:a16="http://schemas.microsoft.com/office/drawing/2014/main" id="{A4547D94-D6B6-8020-2551-97A1C6540D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5" name="Rectangle 66">
                <a:extLst>
                  <a:ext uri="{FF2B5EF4-FFF2-40B4-BE49-F238E27FC236}">
                    <a16:creationId xmlns:a16="http://schemas.microsoft.com/office/drawing/2014/main" id="{E4BA12DF-9AB3-E6D5-B364-9EEEDCD659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6" name="Rectangle 67">
                <a:extLst>
                  <a:ext uri="{FF2B5EF4-FFF2-40B4-BE49-F238E27FC236}">
                    <a16:creationId xmlns:a16="http://schemas.microsoft.com/office/drawing/2014/main" id="{A7736BD8-6C1A-E9D0-9355-88F4A7F219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7" name="Rectangle 68">
                <a:extLst>
                  <a:ext uri="{FF2B5EF4-FFF2-40B4-BE49-F238E27FC236}">
                    <a16:creationId xmlns:a16="http://schemas.microsoft.com/office/drawing/2014/main" id="{E1966047-D810-6F12-0781-877FFDB81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8" name="Rectangle 70">
                <a:extLst>
                  <a:ext uri="{FF2B5EF4-FFF2-40B4-BE49-F238E27FC236}">
                    <a16:creationId xmlns:a16="http://schemas.microsoft.com/office/drawing/2014/main" id="{067B7FD8-6613-EAFF-D496-BB64BC953A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9" name="Rectangle 71">
                <a:extLst>
                  <a:ext uri="{FF2B5EF4-FFF2-40B4-BE49-F238E27FC236}">
                    <a16:creationId xmlns:a16="http://schemas.microsoft.com/office/drawing/2014/main" id="{EC9DB055-6A3C-ECA6-7C5B-F9E959E21A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0" name="Rectangle 72">
                <a:extLst>
                  <a:ext uri="{FF2B5EF4-FFF2-40B4-BE49-F238E27FC236}">
                    <a16:creationId xmlns:a16="http://schemas.microsoft.com/office/drawing/2014/main" id="{27B11736-8EF2-3269-6E09-05CA4DE424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1" name="Rectangle 75">
                <a:extLst>
                  <a:ext uri="{FF2B5EF4-FFF2-40B4-BE49-F238E27FC236}">
                    <a16:creationId xmlns:a16="http://schemas.microsoft.com/office/drawing/2014/main" id="{A264B3FE-6A80-BDD3-0279-4DE676353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2" name="Rectangle 76">
                <a:extLst>
                  <a:ext uri="{FF2B5EF4-FFF2-40B4-BE49-F238E27FC236}">
                    <a16:creationId xmlns:a16="http://schemas.microsoft.com/office/drawing/2014/main" id="{AD5F29E3-579E-80BE-2E73-5D04FC95EB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3" name="Rectangle 77">
                <a:extLst>
                  <a:ext uri="{FF2B5EF4-FFF2-40B4-BE49-F238E27FC236}">
                    <a16:creationId xmlns:a16="http://schemas.microsoft.com/office/drawing/2014/main" id="{72F3C7EC-0036-7FF2-54B1-E93226ACF6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4" name="Rectangle 79">
                <a:extLst>
                  <a:ext uri="{FF2B5EF4-FFF2-40B4-BE49-F238E27FC236}">
                    <a16:creationId xmlns:a16="http://schemas.microsoft.com/office/drawing/2014/main" id="{68684551-870C-F934-5B8A-BCC2A6D29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5" name="Rectangle 80">
                <a:extLst>
                  <a:ext uri="{FF2B5EF4-FFF2-40B4-BE49-F238E27FC236}">
                    <a16:creationId xmlns:a16="http://schemas.microsoft.com/office/drawing/2014/main" id="{D82663ED-28EF-D40A-42E6-8296D3A7F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6" name="Rectangle 81">
                <a:extLst>
                  <a:ext uri="{FF2B5EF4-FFF2-40B4-BE49-F238E27FC236}">
                    <a16:creationId xmlns:a16="http://schemas.microsoft.com/office/drawing/2014/main" id="{50C79A71-5683-3480-8304-9FB0E6199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7" name="Rectangle 82">
                <a:extLst>
                  <a:ext uri="{FF2B5EF4-FFF2-40B4-BE49-F238E27FC236}">
                    <a16:creationId xmlns:a16="http://schemas.microsoft.com/office/drawing/2014/main" id="{77ED1C60-B8F8-72CF-F649-251230F03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8" name="Rectangle 83">
                <a:extLst>
                  <a:ext uri="{FF2B5EF4-FFF2-40B4-BE49-F238E27FC236}">
                    <a16:creationId xmlns:a16="http://schemas.microsoft.com/office/drawing/2014/main" id="{8149AD93-AE5C-4E69-2954-4804E19B92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9" name="Rectangle 85">
                <a:extLst>
                  <a:ext uri="{FF2B5EF4-FFF2-40B4-BE49-F238E27FC236}">
                    <a16:creationId xmlns:a16="http://schemas.microsoft.com/office/drawing/2014/main" id="{2A130CB5-7BE3-4A97-5E1D-EFEFD48CE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0" name="Rectangle 86">
                <a:extLst>
                  <a:ext uri="{FF2B5EF4-FFF2-40B4-BE49-F238E27FC236}">
                    <a16:creationId xmlns:a16="http://schemas.microsoft.com/office/drawing/2014/main" id="{EF4FCDE1-A742-052A-49B7-21BBE17F1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1" name="Rectangle 87">
                <a:extLst>
                  <a:ext uri="{FF2B5EF4-FFF2-40B4-BE49-F238E27FC236}">
                    <a16:creationId xmlns:a16="http://schemas.microsoft.com/office/drawing/2014/main" id="{E3CF470E-0E82-D31B-2E6D-8E055E7C06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2" name="Rectangle 89">
                <a:extLst>
                  <a:ext uri="{FF2B5EF4-FFF2-40B4-BE49-F238E27FC236}">
                    <a16:creationId xmlns:a16="http://schemas.microsoft.com/office/drawing/2014/main" id="{04839DD7-9E38-5E5D-98E2-6FC2C9F81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3" name="Rectangle 91">
                <a:extLst>
                  <a:ext uri="{FF2B5EF4-FFF2-40B4-BE49-F238E27FC236}">
                    <a16:creationId xmlns:a16="http://schemas.microsoft.com/office/drawing/2014/main" id="{C5BD531B-9BFD-4B72-4B7C-B1A276C314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4" name="Rectangle 92">
                <a:extLst>
                  <a:ext uri="{FF2B5EF4-FFF2-40B4-BE49-F238E27FC236}">
                    <a16:creationId xmlns:a16="http://schemas.microsoft.com/office/drawing/2014/main" id="{D28EA84F-7C8C-EF2C-A179-6E1D84BBA4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5" name="Rectangle 93">
                <a:extLst>
                  <a:ext uri="{FF2B5EF4-FFF2-40B4-BE49-F238E27FC236}">
                    <a16:creationId xmlns:a16="http://schemas.microsoft.com/office/drawing/2014/main" id="{97CC0858-CCF4-AF46-E12B-F7E4E4613C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6" name="Rectangle 94">
                <a:extLst>
                  <a:ext uri="{FF2B5EF4-FFF2-40B4-BE49-F238E27FC236}">
                    <a16:creationId xmlns:a16="http://schemas.microsoft.com/office/drawing/2014/main" id="{1ED8BA3A-1CB0-540F-6ACE-61C9B1198F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7" name="Rectangle 97">
                <a:extLst>
                  <a:ext uri="{FF2B5EF4-FFF2-40B4-BE49-F238E27FC236}">
                    <a16:creationId xmlns:a16="http://schemas.microsoft.com/office/drawing/2014/main" id="{D93781A3-DDBD-FE15-BF63-2939E59F49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9" name="Rectangle 99">
                <a:extLst>
                  <a:ext uri="{FF2B5EF4-FFF2-40B4-BE49-F238E27FC236}">
                    <a16:creationId xmlns:a16="http://schemas.microsoft.com/office/drawing/2014/main" id="{7A8DD136-4720-784D-653C-73420A6E6F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1" name="Rectangle 101">
                <a:extLst>
                  <a:ext uri="{FF2B5EF4-FFF2-40B4-BE49-F238E27FC236}">
                    <a16:creationId xmlns:a16="http://schemas.microsoft.com/office/drawing/2014/main" id="{06C8F58B-FAE6-2F44-DFD6-9E7B72EE8F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2" name="Rectangle 102">
                <a:extLst>
                  <a:ext uri="{FF2B5EF4-FFF2-40B4-BE49-F238E27FC236}">
                    <a16:creationId xmlns:a16="http://schemas.microsoft.com/office/drawing/2014/main" id="{4440FE5F-A652-C156-7186-BAE2AFCDD7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3" name="Rectangle 103">
                <a:extLst>
                  <a:ext uri="{FF2B5EF4-FFF2-40B4-BE49-F238E27FC236}">
                    <a16:creationId xmlns:a16="http://schemas.microsoft.com/office/drawing/2014/main" id="{CF1E7428-A681-F572-0EB2-95E45789E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4" name="Rectangle 104">
                <a:extLst>
                  <a:ext uri="{FF2B5EF4-FFF2-40B4-BE49-F238E27FC236}">
                    <a16:creationId xmlns:a16="http://schemas.microsoft.com/office/drawing/2014/main" id="{FE7136A2-9A9E-C28F-F984-830D2FDA73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5" name="Rectangle 106">
                <a:extLst>
                  <a:ext uri="{FF2B5EF4-FFF2-40B4-BE49-F238E27FC236}">
                    <a16:creationId xmlns:a16="http://schemas.microsoft.com/office/drawing/2014/main" id="{4478EFD4-73B7-1C49-3089-DDD17C1121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6" name="Rectangle 107">
                <a:extLst>
                  <a:ext uri="{FF2B5EF4-FFF2-40B4-BE49-F238E27FC236}">
                    <a16:creationId xmlns:a16="http://schemas.microsoft.com/office/drawing/2014/main" id="{7331082D-8633-F287-CED0-21F7047F8F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7" name="Rectangle 111">
                <a:extLst>
                  <a:ext uri="{FF2B5EF4-FFF2-40B4-BE49-F238E27FC236}">
                    <a16:creationId xmlns:a16="http://schemas.microsoft.com/office/drawing/2014/main" id="{36BEFAD8-BF03-FD65-BF1F-F7529C41C4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8" name="Rectangle 112">
                <a:extLst>
                  <a:ext uri="{FF2B5EF4-FFF2-40B4-BE49-F238E27FC236}">
                    <a16:creationId xmlns:a16="http://schemas.microsoft.com/office/drawing/2014/main" id="{7B75D3A6-FDCC-7930-E984-DA75D9567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49" name="Rectangle 115">
                <a:extLst>
                  <a:ext uri="{FF2B5EF4-FFF2-40B4-BE49-F238E27FC236}">
                    <a16:creationId xmlns:a16="http://schemas.microsoft.com/office/drawing/2014/main" id="{C251F379-9D0A-83C3-9ED2-3372DF3577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0" name="Rectangle 116">
                <a:extLst>
                  <a:ext uri="{FF2B5EF4-FFF2-40B4-BE49-F238E27FC236}">
                    <a16:creationId xmlns:a16="http://schemas.microsoft.com/office/drawing/2014/main" id="{AD606F0D-FBA6-950F-C19E-FCA6F08DE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1" name="Rectangle 117">
                <a:extLst>
                  <a:ext uri="{FF2B5EF4-FFF2-40B4-BE49-F238E27FC236}">
                    <a16:creationId xmlns:a16="http://schemas.microsoft.com/office/drawing/2014/main" id="{F9820EB5-F916-6288-185D-ED81CF0A3E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2" name="Rectangle 118">
                <a:extLst>
                  <a:ext uri="{FF2B5EF4-FFF2-40B4-BE49-F238E27FC236}">
                    <a16:creationId xmlns:a16="http://schemas.microsoft.com/office/drawing/2014/main" id="{F8FC00BC-F7C0-FEA8-753B-067FA547AF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3" name="Rectangle 119">
                <a:extLst>
                  <a:ext uri="{FF2B5EF4-FFF2-40B4-BE49-F238E27FC236}">
                    <a16:creationId xmlns:a16="http://schemas.microsoft.com/office/drawing/2014/main" id="{F0573072-35F5-ACC3-AD85-77F5BDF64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4" name="Rectangle 121">
                <a:extLst>
                  <a:ext uri="{FF2B5EF4-FFF2-40B4-BE49-F238E27FC236}">
                    <a16:creationId xmlns:a16="http://schemas.microsoft.com/office/drawing/2014/main" id="{5AA1CD76-E4DA-61C7-59AC-2B134B439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5" name="Rectangle 122">
                <a:extLst>
                  <a:ext uri="{FF2B5EF4-FFF2-40B4-BE49-F238E27FC236}">
                    <a16:creationId xmlns:a16="http://schemas.microsoft.com/office/drawing/2014/main" id="{72C233E6-E985-2B67-F6C9-C30D8BAF0B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6" name="Rectangle 123">
                <a:extLst>
                  <a:ext uri="{FF2B5EF4-FFF2-40B4-BE49-F238E27FC236}">
                    <a16:creationId xmlns:a16="http://schemas.microsoft.com/office/drawing/2014/main" id="{4497B336-0349-CE97-383F-06CADF31A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7" name="Rectangle 124">
                <a:extLst>
                  <a:ext uri="{FF2B5EF4-FFF2-40B4-BE49-F238E27FC236}">
                    <a16:creationId xmlns:a16="http://schemas.microsoft.com/office/drawing/2014/main" id="{AAFD2501-A07C-BE10-E5CD-607114315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8" name="Rectangle 126">
                <a:extLst>
                  <a:ext uri="{FF2B5EF4-FFF2-40B4-BE49-F238E27FC236}">
                    <a16:creationId xmlns:a16="http://schemas.microsoft.com/office/drawing/2014/main" id="{0030D4E5-C080-B6AE-94D4-6EDD52CC7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59" name="Rectangle 127">
                <a:extLst>
                  <a:ext uri="{FF2B5EF4-FFF2-40B4-BE49-F238E27FC236}">
                    <a16:creationId xmlns:a16="http://schemas.microsoft.com/office/drawing/2014/main" id="{4F42E53F-B49B-1F5E-3956-D29273B5D0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0" name="Rectangle 130">
                <a:extLst>
                  <a:ext uri="{FF2B5EF4-FFF2-40B4-BE49-F238E27FC236}">
                    <a16:creationId xmlns:a16="http://schemas.microsoft.com/office/drawing/2014/main" id="{93EB59CB-30F8-A3BA-35A2-29C0AD71B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1" name="Rectangle 131">
                <a:extLst>
                  <a:ext uri="{FF2B5EF4-FFF2-40B4-BE49-F238E27FC236}">
                    <a16:creationId xmlns:a16="http://schemas.microsoft.com/office/drawing/2014/main" id="{143C6970-EF6E-05D7-39D6-8456D4F3D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2" name="Rectangle 132">
                <a:extLst>
                  <a:ext uri="{FF2B5EF4-FFF2-40B4-BE49-F238E27FC236}">
                    <a16:creationId xmlns:a16="http://schemas.microsoft.com/office/drawing/2014/main" id="{7AC0E5A4-2FDA-A386-4C49-08D9F2C130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3" name="Rectangle 133">
                <a:extLst>
                  <a:ext uri="{FF2B5EF4-FFF2-40B4-BE49-F238E27FC236}">
                    <a16:creationId xmlns:a16="http://schemas.microsoft.com/office/drawing/2014/main" id="{E4D4CBAC-7DF2-E6EC-6A95-B15C2CB90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4" name="Rectangle 135">
                <a:extLst>
                  <a:ext uri="{FF2B5EF4-FFF2-40B4-BE49-F238E27FC236}">
                    <a16:creationId xmlns:a16="http://schemas.microsoft.com/office/drawing/2014/main" id="{8CD3BC0C-D9DB-6C26-8F17-42013A3753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5" name="Rectangle 136">
                <a:extLst>
                  <a:ext uri="{FF2B5EF4-FFF2-40B4-BE49-F238E27FC236}">
                    <a16:creationId xmlns:a16="http://schemas.microsoft.com/office/drawing/2014/main" id="{ED223413-5B34-30FD-8830-509712C8E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6" name="Rectangle 137">
                <a:extLst>
                  <a:ext uri="{FF2B5EF4-FFF2-40B4-BE49-F238E27FC236}">
                    <a16:creationId xmlns:a16="http://schemas.microsoft.com/office/drawing/2014/main" id="{9C20F709-87A0-F4B0-93F8-CAFE90C514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7" name="Rectangle 138">
                <a:extLst>
                  <a:ext uri="{FF2B5EF4-FFF2-40B4-BE49-F238E27FC236}">
                    <a16:creationId xmlns:a16="http://schemas.microsoft.com/office/drawing/2014/main" id="{E65BFF70-FAB5-FBCB-2C6F-35E62C77C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8" name="Rectangle 141">
                <a:extLst>
                  <a:ext uri="{FF2B5EF4-FFF2-40B4-BE49-F238E27FC236}">
                    <a16:creationId xmlns:a16="http://schemas.microsoft.com/office/drawing/2014/main" id="{1A6B5669-DFA4-8517-2116-90E6621EFE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69" name="Rectangle 142">
                <a:extLst>
                  <a:ext uri="{FF2B5EF4-FFF2-40B4-BE49-F238E27FC236}">
                    <a16:creationId xmlns:a16="http://schemas.microsoft.com/office/drawing/2014/main" id="{D745A1D1-C843-E095-9C33-180C805B5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0" name="Rectangle 143">
                <a:extLst>
                  <a:ext uri="{FF2B5EF4-FFF2-40B4-BE49-F238E27FC236}">
                    <a16:creationId xmlns:a16="http://schemas.microsoft.com/office/drawing/2014/main" id="{AB9078E5-DE5A-40AB-2CAD-C8C4D1573D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1" name="Rectangle 144">
                <a:extLst>
                  <a:ext uri="{FF2B5EF4-FFF2-40B4-BE49-F238E27FC236}">
                    <a16:creationId xmlns:a16="http://schemas.microsoft.com/office/drawing/2014/main" id="{E1D72D13-6B4B-F7B1-2418-9105BF47F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2" name="Rectangle 146">
                <a:extLst>
                  <a:ext uri="{FF2B5EF4-FFF2-40B4-BE49-F238E27FC236}">
                    <a16:creationId xmlns:a16="http://schemas.microsoft.com/office/drawing/2014/main" id="{54F81C9B-967B-F22D-292D-EE837C32D7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3" name="Rectangle 147">
                <a:extLst>
                  <a:ext uri="{FF2B5EF4-FFF2-40B4-BE49-F238E27FC236}">
                    <a16:creationId xmlns:a16="http://schemas.microsoft.com/office/drawing/2014/main" id="{6BFD1EF2-C34C-15A6-5078-6B96716BE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4" name="Rectangle 148">
                <a:extLst>
                  <a:ext uri="{FF2B5EF4-FFF2-40B4-BE49-F238E27FC236}">
                    <a16:creationId xmlns:a16="http://schemas.microsoft.com/office/drawing/2014/main" id="{FE019AB1-A7A6-5B33-7BF3-083557B1A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5" name="Rectangle 149">
                <a:extLst>
                  <a:ext uri="{FF2B5EF4-FFF2-40B4-BE49-F238E27FC236}">
                    <a16:creationId xmlns:a16="http://schemas.microsoft.com/office/drawing/2014/main" id="{B74DCCCF-64C2-08F4-9CEF-EB41291227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76" name="Rectangle 150">
                <a:extLst>
                  <a:ext uri="{FF2B5EF4-FFF2-40B4-BE49-F238E27FC236}">
                    <a16:creationId xmlns:a16="http://schemas.microsoft.com/office/drawing/2014/main" id="{CCD4BBC6-1C78-9301-785F-213D1256A7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320E547-A274-508C-0F42-4D242ABD5C80}"/>
                </a:ext>
              </a:extLst>
            </p:cNvPr>
            <p:cNvGrpSpPr/>
            <p:nvPr/>
          </p:nvGrpSpPr>
          <p:grpSpPr>
            <a:xfrm>
              <a:off x="-116540" y="4482605"/>
              <a:ext cx="4198938" cy="682626"/>
              <a:chOff x="1066800" y="2130425"/>
              <a:chExt cx="4198938" cy="682626"/>
            </a:xfrm>
            <a:grpFill/>
          </p:grpSpPr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E64E99F0-62B7-2995-9B1F-5DCAFE0830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31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4" name="Rectangle 6">
                <a:extLst>
                  <a:ext uri="{FF2B5EF4-FFF2-40B4-BE49-F238E27FC236}">
                    <a16:creationId xmlns:a16="http://schemas.microsoft.com/office/drawing/2014/main" id="{5FD85806-9A0C-A31E-2EB6-AAE1344625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5" name="Rectangle 7">
                <a:extLst>
                  <a:ext uri="{FF2B5EF4-FFF2-40B4-BE49-F238E27FC236}">
                    <a16:creationId xmlns:a16="http://schemas.microsoft.com/office/drawing/2014/main" id="{1A1051E0-9833-CDAF-A4FD-EBE9A4AEE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6" name="Rectangle 10">
                <a:extLst>
                  <a:ext uri="{FF2B5EF4-FFF2-40B4-BE49-F238E27FC236}">
                    <a16:creationId xmlns:a16="http://schemas.microsoft.com/office/drawing/2014/main" id="{DF1078D5-5D2D-CE35-86C0-BEC7DF89A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963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7" name="Rectangle 11">
                <a:extLst>
                  <a:ext uri="{FF2B5EF4-FFF2-40B4-BE49-F238E27FC236}">
                    <a16:creationId xmlns:a16="http://schemas.microsoft.com/office/drawing/2014/main" id="{8A9453D4-1EE0-19CA-B4B4-A6E0FE4FEE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71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8" name="Rectangle 12">
                <a:extLst>
                  <a:ext uri="{FF2B5EF4-FFF2-40B4-BE49-F238E27FC236}">
                    <a16:creationId xmlns:a16="http://schemas.microsoft.com/office/drawing/2014/main" id="{0E61051E-6081-D575-2561-1CB815E58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" name="Rectangle 13">
                <a:extLst>
                  <a:ext uri="{FF2B5EF4-FFF2-40B4-BE49-F238E27FC236}">
                    <a16:creationId xmlns:a16="http://schemas.microsoft.com/office/drawing/2014/main" id="{E71720C2-EE18-9606-E739-3DCBD8775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313" y="2278063"/>
                <a:ext cx="76200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" name="Rectangle 14">
                <a:extLst>
                  <a:ext uri="{FF2B5EF4-FFF2-40B4-BE49-F238E27FC236}">
                    <a16:creationId xmlns:a16="http://schemas.microsoft.com/office/drawing/2014/main" id="{8345EAC7-1CAE-E8D6-7AF0-F3EE1478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50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F36826EB-D928-ABAB-BCF3-39D0DADC1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3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2" name="Rectangle 17">
                <a:extLst>
                  <a:ext uri="{FF2B5EF4-FFF2-40B4-BE49-F238E27FC236}">
                    <a16:creationId xmlns:a16="http://schemas.microsoft.com/office/drawing/2014/main" id="{338FEA15-E9DD-DC40-8644-A3A9DDD69A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108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" name="Rectangle 18">
                <a:extLst>
                  <a:ext uri="{FF2B5EF4-FFF2-40B4-BE49-F238E27FC236}">
                    <a16:creationId xmlns:a16="http://schemas.microsoft.com/office/drawing/2014/main" id="{EBA914D9-82A2-98CF-1C28-13332E3C46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" name="Rectangle 19">
                <a:extLst>
                  <a:ext uri="{FF2B5EF4-FFF2-40B4-BE49-F238E27FC236}">
                    <a16:creationId xmlns:a16="http://schemas.microsoft.com/office/drawing/2014/main" id="{F1238536-AEE8-3E26-9746-2859439B48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2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5" name="Rectangle 20">
                <a:extLst>
                  <a:ext uri="{FF2B5EF4-FFF2-40B4-BE49-F238E27FC236}">
                    <a16:creationId xmlns:a16="http://schemas.microsoft.com/office/drawing/2014/main" id="{591E7C58-C4E4-9F97-8E6D-781B9BAC4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4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6" name="Rectangle 22">
                <a:extLst>
                  <a:ext uri="{FF2B5EF4-FFF2-40B4-BE49-F238E27FC236}">
                    <a16:creationId xmlns:a16="http://schemas.microsoft.com/office/drawing/2014/main" id="{D84BFACD-F458-FF8F-DB03-ECA6B1E9B4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4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5F05712-40F9-541D-5032-6F10CB7B84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4225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C4B5D67-AE1B-0977-056F-2CAD26CBD8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CA5D12B-8673-38A8-5AC9-FD1F65B60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4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825FE4F-2331-4DA9-C14F-FF4A2FF0AC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05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6F5D933-A8FA-0210-DBAA-FA768A5FB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3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2" name="Rectangle 32">
                <a:extLst>
                  <a:ext uri="{FF2B5EF4-FFF2-40B4-BE49-F238E27FC236}">
                    <a16:creationId xmlns:a16="http://schemas.microsoft.com/office/drawing/2014/main" id="{89206DA8-1E14-248F-0EFB-CE3EBCA841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1350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3" name="Rectangle 33">
                <a:extLst>
                  <a:ext uri="{FF2B5EF4-FFF2-40B4-BE49-F238E27FC236}">
                    <a16:creationId xmlns:a16="http://schemas.microsoft.com/office/drawing/2014/main" id="{B14036EF-37F5-12A7-627C-A2BE22CC5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5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4" name="Rectangle 34">
                <a:extLst>
                  <a:ext uri="{FF2B5EF4-FFF2-40B4-BE49-F238E27FC236}">
                    <a16:creationId xmlns:a16="http://schemas.microsoft.com/office/drawing/2014/main" id="{B3533C0F-C559-EB47-7D14-BF68871D8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700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35" name="Rectangle 36">
                <a:extLst>
                  <a:ext uri="{FF2B5EF4-FFF2-40B4-BE49-F238E27FC236}">
                    <a16:creationId xmlns:a16="http://schemas.microsoft.com/office/drawing/2014/main" id="{6941B3FA-217D-2659-E9B6-319A806904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538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" name="Rectangle 37">
                <a:extLst>
                  <a:ext uri="{FF2B5EF4-FFF2-40B4-BE49-F238E27FC236}">
                    <a16:creationId xmlns:a16="http://schemas.microsoft.com/office/drawing/2014/main" id="{A1FE84A4-00DC-5ADC-81BC-EF2E079B87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7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2" name="Rectangle 38">
                <a:extLst>
                  <a:ext uri="{FF2B5EF4-FFF2-40B4-BE49-F238E27FC236}">
                    <a16:creationId xmlns:a16="http://schemas.microsoft.com/office/drawing/2014/main" id="{D71CECF4-11D2-797A-531D-789C1ED65B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3" name="Rectangle 39">
                <a:extLst>
                  <a:ext uri="{FF2B5EF4-FFF2-40B4-BE49-F238E27FC236}">
                    <a16:creationId xmlns:a16="http://schemas.microsoft.com/office/drawing/2014/main" id="{07F7ED00-F6DD-6C7E-3545-A61E845CE3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4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6E5BB41-0C74-D937-059E-32998F512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8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5" name="Rectangle 45">
                <a:extLst>
                  <a:ext uri="{FF2B5EF4-FFF2-40B4-BE49-F238E27FC236}">
                    <a16:creationId xmlns:a16="http://schemas.microsoft.com/office/drawing/2014/main" id="{0AEC94A9-8A03-2C62-0736-264DD74982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6" name="Rectangle 46">
                <a:extLst>
                  <a:ext uri="{FF2B5EF4-FFF2-40B4-BE49-F238E27FC236}">
                    <a16:creationId xmlns:a16="http://schemas.microsoft.com/office/drawing/2014/main" id="{A8DDB237-ED00-DD7B-FDAC-3005336F59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85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7" name="Rectangle 47">
                <a:extLst>
                  <a:ext uri="{FF2B5EF4-FFF2-40B4-BE49-F238E27FC236}">
                    <a16:creationId xmlns:a16="http://schemas.microsoft.com/office/drawing/2014/main" id="{7FAA738F-25A7-8872-C06D-C85086D0E1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61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8" name="Rectangle 48">
                <a:extLst>
                  <a:ext uri="{FF2B5EF4-FFF2-40B4-BE49-F238E27FC236}">
                    <a16:creationId xmlns:a16="http://schemas.microsoft.com/office/drawing/2014/main" id="{A78DCD53-44C7-6F4C-01ED-297B210AC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9" name="Rectangle 49">
                <a:extLst>
                  <a:ext uri="{FF2B5EF4-FFF2-40B4-BE49-F238E27FC236}">
                    <a16:creationId xmlns:a16="http://schemas.microsoft.com/office/drawing/2014/main" id="{53F25310-4AD2-E888-F49E-9A02CF6744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4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0" name="Rectangle 51">
                <a:extLst>
                  <a:ext uri="{FF2B5EF4-FFF2-40B4-BE49-F238E27FC236}">
                    <a16:creationId xmlns:a16="http://schemas.microsoft.com/office/drawing/2014/main" id="{9B7C57A6-4CE6-4AA2-AF10-AD11F4E5F7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975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1" name="Rectangle 52">
                <a:extLst>
                  <a:ext uri="{FF2B5EF4-FFF2-40B4-BE49-F238E27FC236}">
                    <a16:creationId xmlns:a16="http://schemas.microsoft.com/office/drawing/2014/main" id="{246D1B3D-2071-5C8C-9BAF-515AD0BE93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2" name="Rectangle 53">
                <a:extLst>
                  <a:ext uri="{FF2B5EF4-FFF2-40B4-BE49-F238E27FC236}">
                    <a16:creationId xmlns:a16="http://schemas.microsoft.com/office/drawing/2014/main" id="{3C1CB70B-81FF-7E06-2B75-E9CDE2437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7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3" name="Rectangle 55">
                <a:extLst>
                  <a:ext uri="{FF2B5EF4-FFF2-40B4-BE49-F238E27FC236}">
                    <a16:creationId xmlns:a16="http://schemas.microsoft.com/office/drawing/2014/main" id="{13BD1EC5-9B8E-CB62-615B-6840DDDC1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163" y="2578100"/>
                <a:ext cx="84138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4" name="Rectangle 56">
                <a:extLst>
                  <a:ext uri="{FF2B5EF4-FFF2-40B4-BE49-F238E27FC236}">
                    <a16:creationId xmlns:a16="http://schemas.microsoft.com/office/drawing/2014/main" id="{E379361E-EEF8-32BE-E1CE-4715B4C1C8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5" name="Rectangle 57">
                <a:extLst>
                  <a:ext uri="{FF2B5EF4-FFF2-40B4-BE49-F238E27FC236}">
                    <a16:creationId xmlns:a16="http://schemas.microsoft.com/office/drawing/2014/main" id="{DB2D55C8-138E-953D-4E45-12DD025EE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92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6" name="Rectangle 60">
                <a:extLst>
                  <a:ext uri="{FF2B5EF4-FFF2-40B4-BE49-F238E27FC236}">
                    <a16:creationId xmlns:a16="http://schemas.microsoft.com/office/drawing/2014/main" id="{A6D434F3-88D0-CF91-96FD-73B110B333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938" y="2725738"/>
                <a:ext cx="90488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7" name="Rectangle 62">
                <a:extLst>
                  <a:ext uri="{FF2B5EF4-FFF2-40B4-BE49-F238E27FC236}">
                    <a16:creationId xmlns:a16="http://schemas.microsoft.com/office/drawing/2014/main" id="{CF8A927A-344F-83BB-F35F-32C62CF085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875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8" name="Rectangle 63">
                <a:extLst>
                  <a:ext uri="{FF2B5EF4-FFF2-40B4-BE49-F238E27FC236}">
                    <a16:creationId xmlns:a16="http://schemas.microsoft.com/office/drawing/2014/main" id="{A7505190-EBA1-8885-31E2-15B7E641D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05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9" name="Rectangle 65">
                <a:extLst>
                  <a:ext uri="{FF2B5EF4-FFF2-40B4-BE49-F238E27FC236}">
                    <a16:creationId xmlns:a16="http://schemas.microsoft.com/office/drawing/2014/main" id="{23252B24-0C2C-A3F3-F579-54AF90F3D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10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0" name="Rectangle 66">
                <a:extLst>
                  <a:ext uri="{FF2B5EF4-FFF2-40B4-BE49-F238E27FC236}">
                    <a16:creationId xmlns:a16="http://schemas.microsoft.com/office/drawing/2014/main" id="{6A775029-165D-2DAA-74FF-29B2E58D2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1" name="Rectangle 67">
                <a:extLst>
                  <a:ext uri="{FF2B5EF4-FFF2-40B4-BE49-F238E27FC236}">
                    <a16:creationId xmlns:a16="http://schemas.microsoft.com/office/drawing/2014/main" id="{51FC5CC0-0512-23A7-1E50-ADD89671A1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2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2" name="Rectangle 68">
                <a:extLst>
                  <a:ext uri="{FF2B5EF4-FFF2-40B4-BE49-F238E27FC236}">
                    <a16:creationId xmlns:a16="http://schemas.microsoft.com/office/drawing/2014/main" id="{CB9CB3BC-E7C3-2694-2C18-F508EFE5DE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63" name="Rectangle 70">
                <a:extLst>
                  <a:ext uri="{FF2B5EF4-FFF2-40B4-BE49-F238E27FC236}">
                    <a16:creationId xmlns:a16="http://schemas.microsoft.com/office/drawing/2014/main" id="{53CCCE0A-DD49-DA45-9E5F-D806F774F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5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096" name="Rectangle 71">
                <a:extLst>
                  <a:ext uri="{FF2B5EF4-FFF2-40B4-BE49-F238E27FC236}">
                    <a16:creationId xmlns:a16="http://schemas.microsoft.com/office/drawing/2014/main" id="{BFF1AABE-93D6-DBF9-E07F-BBCACE370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42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097" name="Rectangle 72">
                <a:extLst>
                  <a:ext uri="{FF2B5EF4-FFF2-40B4-BE49-F238E27FC236}">
                    <a16:creationId xmlns:a16="http://schemas.microsoft.com/office/drawing/2014/main" id="{49E50794-140C-3984-1E42-60033202E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1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02" name="Rectangle 75">
                <a:extLst>
                  <a:ext uri="{FF2B5EF4-FFF2-40B4-BE49-F238E27FC236}">
                    <a16:creationId xmlns:a16="http://schemas.microsoft.com/office/drawing/2014/main" id="{00ECCB3E-809F-F692-3E2C-1BA6A0DDB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375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03" name="Rectangle 76">
                <a:extLst>
                  <a:ext uri="{FF2B5EF4-FFF2-40B4-BE49-F238E27FC236}">
                    <a16:creationId xmlns:a16="http://schemas.microsoft.com/office/drawing/2014/main" id="{CEB26C4D-8C3B-1309-01A2-8C55E10F0D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5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04" name="Rectangle 77">
                <a:extLst>
                  <a:ext uri="{FF2B5EF4-FFF2-40B4-BE49-F238E27FC236}">
                    <a16:creationId xmlns:a16="http://schemas.microsoft.com/office/drawing/2014/main" id="{83FA79B8-C9F2-4072-19E3-B7DD4AA41C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53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05" name="Rectangle 79">
                <a:extLst>
                  <a:ext uri="{FF2B5EF4-FFF2-40B4-BE49-F238E27FC236}">
                    <a16:creationId xmlns:a16="http://schemas.microsoft.com/office/drawing/2014/main" id="{458A724B-86FD-55F4-F8CE-AB786ABC8A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563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06" name="Rectangle 80">
                <a:extLst>
                  <a:ext uri="{FF2B5EF4-FFF2-40B4-BE49-F238E27FC236}">
                    <a16:creationId xmlns:a16="http://schemas.microsoft.com/office/drawing/2014/main" id="{AE44A2B5-D2B4-C0EF-E537-1DE594FE5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07" name="Rectangle 81">
                <a:extLst>
                  <a:ext uri="{FF2B5EF4-FFF2-40B4-BE49-F238E27FC236}">
                    <a16:creationId xmlns:a16="http://schemas.microsoft.com/office/drawing/2014/main" id="{F96EBB18-464C-92AF-F12B-EF73F628C1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325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08" name="Rectangle 82">
                <a:extLst>
                  <a:ext uri="{FF2B5EF4-FFF2-40B4-BE49-F238E27FC236}">
                    <a16:creationId xmlns:a16="http://schemas.microsoft.com/office/drawing/2014/main" id="{23A5B8CC-A031-0D43-2F63-526EB542C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50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09" name="Rectangle 83">
                <a:extLst>
                  <a:ext uri="{FF2B5EF4-FFF2-40B4-BE49-F238E27FC236}">
                    <a16:creationId xmlns:a16="http://schemas.microsoft.com/office/drawing/2014/main" id="{67B2E3B1-DEDB-582E-F373-2ADA0FED10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675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10" name="Rectangle 85">
                <a:extLst>
                  <a:ext uri="{FF2B5EF4-FFF2-40B4-BE49-F238E27FC236}">
                    <a16:creationId xmlns:a16="http://schemas.microsoft.com/office/drawing/2014/main" id="{C63ABB34-931D-CCAD-A0C9-EB5D5C9F09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051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11" name="Rectangle 86">
                <a:extLst>
                  <a:ext uri="{FF2B5EF4-FFF2-40B4-BE49-F238E27FC236}">
                    <a16:creationId xmlns:a16="http://schemas.microsoft.com/office/drawing/2014/main" id="{5360EFF7-90C6-13A4-F629-E9FC2ADD8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578100"/>
                <a:ext cx="79375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12" name="Rectangle 87">
                <a:extLst>
                  <a:ext uri="{FF2B5EF4-FFF2-40B4-BE49-F238E27FC236}">
                    <a16:creationId xmlns:a16="http://schemas.microsoft.com/office/drawing/2014/main" id="{9783F3EC-A752-C55E-77B5-CB111C2CD9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68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13" name="Rectangle 88">
                <a:extLst>
                  <a:ext uri="{FF2B5EF4-FFF2-40B4-BE49-F238E27FC236}">
                    <a16:creationId xmlns:a16="http://schemas.microsoft.com/office/drawing/2014/main" id="{6E76A057-6AC3-9427-44A9-E28C96477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450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14" name="Rectangle 89">
                <a:extLst>
                  <a:ext uri="{FF2B5EF4-FFF2-40B4-BE49-F238E27FC236}">
                    <a16:creationId xmlns:a16="http://schemas.microsoft.com/office/drawing/2014/main" id="{750BA4B8-6E75-74C9-94C0-553BEF7A07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625" y="2130425"/>
                <a:ext cx="63500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15" name="Rectangle 91">
                <a:extLst>
                  <a:ext uri="{FF2B5EF4-FFF2-40B4-BE49-F238E27FC236}">
                    <a16:creationId xmlns:a16="http://schemas.microsoft.com/office/drawing/2014/main" id="{32443685-A122-6C13-05B6-A89B21A68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16" name="Rectangle 92">
                <a:extLst>
                  <a:ext uri="{FF2B5EF4-FFF2-40B4-BE49-F238E27FC236}">
                    <a16:creationId xmlns:a16="http://schemas.microsoft.com/office/drawing/2014/main" id="{82C87621-968E-0BCC-4AB3-F93041620B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463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17" name="Rectangle 93">
                <a:extLst>
                  <a:ext uri="{FF2B5EF4-FFF2-40B4-BE49-F238E27FC236}">
                    <a16:creationId xmlns:a16="http://schemas.microsoft.com/office/drawing/2014/main" id="{038870CF-993F-5E21-FD1F-94775ABCD7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7638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18" name="Rectangle 94">
                <a:extLst>
                  <a:ext uri="{FF2B5EF4-FFF2-40B4-BE49-F238E27FC236}">
                    <a16:creationId xmlns:a16="http://schemas.microsoft.com/office/drawing/2014/main" id="{A2792532-4BDF-37AA-C509-4E91A8CB7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19" name="Rectangle 97">
                <a:extLst>
                  <a:ext uri="{FF2B5EF4-FFF2-40B4-BE49-F238E27FC236}">
                    <a16:creationId xmlns:a16="http://schemas.microsoft.com/office/drawing/2014/main" id="{FDF26A0E-303E-9952-3833-DCA7A08E17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5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20" name="Rectangle 99">
                <a:extLst>
                  <a:ext uri="{FF2B5EF4-FFF2-40B4-BE49-F238E27FC236}">
                    <a16:creationId xmlns:a16="http://schemas.microsoft.com/office/drawing/2014/main" id="{9C464592-1F65-6610-D129-6AA51CD2BF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763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21" name="Rectangle 101">
                <a:extLst>
                  <a:ext uri="{FF2B5EF4-FFF2-40B4-BE49-F238E27FC236}">
                    <a16:creationId xmlns:a16="http://schemas.microsoft.com/office/drawing/2014/main" id="{1DE38730-E4D6-6837-1277-8723A45567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77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22" name="Rectangle 102">
                <a:extLst>
                  <a:ext uri="{FF2B5EF4-FFF2-40B4-BE49-F238E27FC236}">
                    <a16:creationId xmlns:a16="http://schemas.microsoft.com/office/drawing/2014/main" id="{0E9E9911-0877-5762-A080-6B342A3B8A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950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23" name="Rectangle 103">
                <a:extLst>
                  <a:ext uri="{FF2B5EF4-FFF2-40B4-BE49-F238E27FC236}">
                    <a16:creationId xmlns:a16="http://schemas.microsoft.com/office/drawing/2014/main" id="{A1623704-C13A-A8F0-E823-82B4F56CB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24" name="Rectangle 104">
                <a:extLst>
                  <a:ext uri="{FF2B5EF4-FFF2-40B4-BE49-F238E27FC236}">
                    <a16:creationId xmlns:a16="http://schemas.microsoft.com/office/drawing/2014/main" id="{E03CBC5E-86C0-A183-35E4-5F60E87B5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713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25" name="Rectangle 106">
                <a:extLst>
                  <a:ext uri="{FF2B5EF4-FFF2-40B4-BE49-F238E27FC236}">
                    <a16:creationId xmlns:a16="http://schemas.microsoft.com/office/drawing/2014/main" id="{D89ABDB1-315B-2883-AEBD-6781408D3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725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26" name="Rectangle 107">
                <a:extLst>
                  <a:ext uri="{FF2B5EF4-FFF2-40B4-BE49-F238E27FC236}">
                    <a16:creationId xmlns:a16="http://schemas.microsoft.com/office/drawing/2014/main" id="{51FFCF2E-0842-0EC7-6671-BFB0E03401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27" name="Rectangle 108">
                <a:extLst>
                  <a:ext uri="{FF2B5EF4-FFF2-40B4-BE49-F238E27FC236}">
                    <a16:creationId xmlns:a16="http://schemas.microsoft.com/office/drawing/2014/main" id="{FB01F299-52B7-D664-2E65-C210E9C551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90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28" name="Rectangle 111">
                <a:extLst>
                  <a:ext uri="{FF2B5EF4-FFF2-40B4-BE49-F238E27FC236}">
                    <a16:creationId xmlns:a16="http://schemas.microsoft.com/office/drawing/2014/main" id="{81F921DB-1D95-EBBF-FCB8-CA64A9AB46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430463"/>
                <a:ext cx="74613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29" name="Rectangle 112">
                <a:extLst>
                  <a:ext uri="{FF2B5EF4-FFF2-40B4-BE49-F238E27FC236}">
                    <a16:creationId xmlns:a16="http://schemas.microsoft.com/office/drawing/2014/main" id="{2CA56A4A-8B6D-16F2-20A8-60135B0C39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850" y="2278063"/>
                <a:ext cx="74613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30" name="Rectangle 115">
                <a:extLst>
                  <a:ext uri="{FF2B5EF4-FFF2-40B4-BE49-F238E27FC236}">
                    <a16:creationId xmlns:a16="http://schemas.microsoft.com/office/drawing/2014/main" id="{53C86EBF-2D8E-A9BB-D8C8-0BA04D8A8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7863" y="2725738"/>
                <a:ext cx="85725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31" name="Rectangle 116">
                <a:extLst>
                  <a:ext uri="{FF2B5EF4-FFF2-40B4-BE49-F238E27FC236}">
                    <a16:creationId xmlns:a16="http://schemas.microsoft.com/office/drawing/2014/main" id="{AD31F74E-6FC2-D66B-9339-538DA7D1F5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10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32" name="Rectangle 117">
                <a:extLst>
                  <a:ext uri="{FF2B5EF4-FFF2-40B4-BE49-F238E27FC236}">
                    <a16:creationId xmlns:a16="http://schemas.microsoft.com/office/drawing/2014/main" id="{E216E92E-8F6A-A1D6-64DC-38610820A5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213" y="2430463"/>
                <a:ext cx="76200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33" name="Rectangle 118">
                <a:extLst>
                  <a:ext uri="{FF2B5EF4-FFF2-40B4-BE49-F238E27FC236}">
                    <a16:creationId xmlns:a16="http://schemas.microsoft.com/office/drawing/2014/main" id="{E35A647B-F1F8-705A-FAB8-86BD859A3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271" y="2272553"/>
                <a:ext cx="62380" cy="7694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34" name="Rectangle 119">
                <a:extLst>
                  <a:ext uri="{FF2B5EF4-FFF2-40B4-BE49-F238E27FC236}">
                    <a16:creationId xmlns:a16="http://schemas.microsoft.com/office/drawing/2014/main" id="{775FAD07-B573-186F-884A-96D098F61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975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35" name="Rectangle 121">
                <a:extLst>
                  <a:ext uri="{FF2B5EF4-FFF2-40B4-BE49-F238E27FC236}">
                    <a16:creationId xmlns:a16="http://schemas.microsoft.com/office/drawing/2014/main" id="{66738B70-4B26-E8F6-4509-2983745EDE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225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36" name="Rectangle 122">
                <a:extLst>
                  <a:ext uri="{FF2B5EF4-FFF2-40B4-BE49-F238E27FC236}">
                    <a16:creationId xmlns:a16="http://schemas.microsoft.com/office/drawing/2014/main" id="{207154D8-2814-18AE-68FA-20D91D112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988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37" name="Rectangle 123">
                <a:extLst>
                  <a:ext uri="{FF2B5EF4-FFF2-40B4-BE49-F238E27FC236}">
                    <a16:creationId xmlns:a16="http://schemas.microsoft.com/office/drawing/2014/main" id="{FFF6CE91-B898-C2FE-2524-5162DDC108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816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38" name="Rectangle 124">
                <a:extLst>
                  <a:ext uri="{FF2B5EF4-FFF2-40B4-BE49-F238E27FC236}">
                    <a16:creationId xmlns:a16="http://schemas.microsoft.com/office/drawing/2014/main" id="{C149EE91-692E-C25E-7FA7-5552FA8A7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3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39" name="Rectangle 126">
                <a:extLst>
                  <a:ext uri="{FF2B5EF4-FFF2-40B4-BE49-F238E27FC236}">
                    <a16:creationId xmlns:a16="http://schemas.microsoft.com/office/drawing/2014/main" id="{2DC48DC6-F3B2-43D2-0F03-3E6A03668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40" name="Rectangle 127">
                <a:extLst>
                  <a:ext uri="{FF2B5EF4-FFF2-40B4-BE49-F238E27FC236}">
                    <a16:creationId xmlns:a16="http://schemas.microsoft.com/office/drawing/2014/main" id="{1729582B-7FD8-382C-CBB4-2128553367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41" name="Rectangle 130">
                <a:extLst>
                  <a:ext uri="{FF2B5EF4-FFF2-40B4-BE49-F238E27FC236}">
                    <a16:creationId xmlns:a16="http://schemas.microsoft.com/office/drawing/2014/main" id="{CDA76BE6-4D51-6001-72E0-632DC1F6D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42" name="Rectangle 131">
                <a:extLst>
                  <a:ext uri="{FF2B5EF4-FFF2-40B4-BE49-F238E27FC236}">
                    <a16:creationId xmlns:a16="http://schemas.microsoft.com/office/drawing/2014/main" id="{F5CCE21B-2254-9192-EE02-8B31548630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300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43" name="Rectangle 132">
                <a:extLst>
                  <a:ext uri="{FF2B5EF4-FFF2-40B4-BE49-F238E27FC236}">
                    <a16:creationId xmlns:a16="http://schemas.microsoft.com/office/drawing/2014/main" id="{22ACA310-CABD-5459-A3CA-8D0E427A8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47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44" name="Rectangle 133">
                <a:extLst>
                  <a:ext uri="{FF2B5EF4-FFF2-40B4-BE49-F238E27FC236}">
                    <a16:creationId xmlns:a16="http://schemas.microsoft.com/office/drawing/2014/main" id="{0672FC9F-48EE-5EF9-C6F4-328B2C19DE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238" y="2130425"/>
                <a:ext cx="66675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45" name="Rectangle 135">
                <a:extLst>
                  <a:ext uri="{FF2B5EF4-FFF2-40B4-BE49-F238E27FC236}">
                    <a16:creationId xmlns:a16="http://schemas.microsoft.com/office/drawing/2014/main" id="{653B231E-7DA3-54C1-94D5-8B46AB8DB0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88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46" name="Rectangle 137">
                <a:extLst>
                  <a:ext uri="{FF2B5EF4-FFF2-40B4-BE49-F238E27FC236}">
                    <a16:creationId xmlns:a16="http://schemas.microsoft.com/office/drawing/2014/main" id="{5B0E9245-9B1C-2668-6D9E-E3E6AA1355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366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47" name="Rectangle 138">
                <a:extLst>
                  <a:ext uri="{FF2B5EF4-FFF2-40B4-BE49-F238E27FC236}">
                    <a16:creationId xmlns:a16="http://schemas.microsoft.com/office/drawing/2014/main" id="{06090AAF-5532-006E-B00E-50159CF74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25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48" name="Rectangle 141">
                <a:extLst>
                  <a:ext uri="{FF2B5EF4-FFF2-40B4-BE49-F238E27FC236}">
                    <a16:creationId xmlns:a16="http://schemas.microsoft.com/office/drawing/2014/main" id="{ED809AE7-9B87-758A-B78B-788506DE0B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438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49" name="Rectangle 142">
                <a:extLst>
                  <a:ext uri="{FF2B5EF4-FFF2-40B4-BE49-F238E27FC236}">
                    <a16:creationId xmlns:a16="http://schemas.microsoft.com/office/drawing/2014/main" id="{76BEF720-FD7D-FC56-E0E1-EEE3F75A57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613" y="2430463"/>
                <a:ext cx="79375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50" name="Rectangle 143">
                <a:extLst>
                  <a:ext uri="{FF2B5EF4-FFF2-40B4-BE49-F238E27FC236}">
                    <a16:creationId xmlns:a16="http://schemas.microsoft.com/office/drawing/2014/main" id="{E308329F-B08F-0945-DF05-BE81ABAFFF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51" name="Rectangle 144">
                <a:extLst>
                  <a:ext uri="{FF2B5EF4-FFF2-40B4-BE49-F238E27FC236}">
                    <a16:creationId xmlns:a16="http://schemas.microsoft.com/office/drawing/2014/main" id="{34E71F2E-E870-21D6-E438-BB4AE7A445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78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52" name="Rectangle 146">
                <a:extLst>
                  <a:ext uri="{FF2B5EF4-FFF2-40B4-BE49-F238E27FC236}">
                    <a16:creationId xmlns:a16="http://schemas.microsoft.com/office/drawing/2014/main" id="{6B0B4A25-037F-0A99-CFE8-460A7CB0F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725738"/>
                <a:ext cx="87313" cy="873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53" name="Rectangle 147">
                <a:extLst>
                  <a:ext uri="{FF2B5EF4-FFF2-40B4-BE49-F238E27FC236}">
                    <a16:creationId xmlns:a16="http://schemas.microsoft.com/office/drawing/2014/main" id="{E347B9A9-89A7-6353-7C60-693CC10D64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2578100"/>
                <a:ext cx="82550" cy="841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54" name="Rectangle 148">
                <a:extLst>
                  <a:ext uri="{FF2B5EF4-FFF2-40B4-BE49-F238E27FC236}">
                    <a16:creationId xmlns:a16="http://schemas.microsoft.com/office/drawing/2014/main" id="{7E4B0C04-44F5-35A0-195A-3861B19987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563" y="2430463"/>
                <a:ext cx="777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55" name="Rectangle 149">
                <a:extLst>
                  <a:ext uri="{FF2B5EF4-FFF2-40B4-BE49-F238E27FC236}">
                    <a16:creationId xmlns:a16="http://schemas.microsoft.com/office/drawing/2014/main" id="{495CAEBC-FCDE-DF2D-1E83-6C5F711E91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278063"/>
                <a:ext cx="71438" cy="71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156" name="Rectangle 150">
                <a:extLst>
                  <a:ext uri="{FF2B5EF4-FFF2-40B4-BE49-F238E27FC236}">
                    <a16:creationId xmlns:a16="http://schemas.microsoft.com/office/drawing/2014/main" id="{0F9F8459-A93F-2514-AF63-907F43E4B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4738" y="2130425"/>
                <a:ext cx="68263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</p:grpSp>
      <p:grpSp>
        <p:nvGrpSpPr>
          <p:cNvPr id="4098" name="Group 2">
            <a:extLst>
              <a:ext uri="{FF2B5EF4-FFF2-40B4-BE49-F238E27FC236}">
                <a16:creationId xmlns:a16="http://schemas.microsoft.com/office/drawing/2014/main" id="{4229F186-005D-F24B-7B2E-4B1C41A97D3B}"/>
              </a:ext>
            </a:extLst>
          </p:cNvPr>
          <p:cNvGrpSpPr>
            <a:grpSpLocks/>
          </p:cNvGrpSpPr>
          <p:nvPr/>
        </p:nvGrpSpPr>
        <p:grpSpPr bwMode="auto">
          <a:xfrm>
            <a:off x="11376025" y="388938"/>
            <a:ext cx="360363" cy="466725"/>
            <a:chOff x="11376383" y="389144"/>
            <a:chExt cx="360002" cy="465737"/>
          </a:xfrm>
        </p:grpSpPr>
        <p:sp>
          <p:nvSpPr>
            <p:cNvPr id="638" name="Pentagon 637">
              <a:extLst>
                <a:ext uri="{FF2B5EF4-FFF2-40B4-BE49-F238E27FC236}">
                  <a16:creationId xmlns:a16="http://schemas.microsoft.com/office/drawing/2014/main" id="{165D7903-1294-0753-A711-A58D531E8E23}"/>
                </a:ext>
              </a:extLst>
            </p:cNvPr>
            <p:cNvSpPr/>
            <p:nvPr/>
          </p:nvSpPr>
          <p:spPr>
            <a:xfrm rot="5400000">
              <a:off x="11354407" y="411120"/>
              <a:ext cx="403955" cy="360002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70A5AAFD-5DDC-07FF-627A-A5EE3DB0599D}"/>
                </a:ext>
              </a:extLst>
            </p:cNvPr>
            <p:cNvCxnSpPr/>
            <p:nvPr/>
          </p:nvCxnSpPr>
          <p:spPr>
            <a:xfrm>
              <a:off x="11550833" y="726565"/>
              <a:ext cx="0" cy="128316"/>
            </a:xfrm>
            <a:prstGeom prst="line">
              <a:avLst/>
            </a:prstGeom>
            <a:ln>
              <a:solidFill>
                <a:schemeClr val="accent2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99" name="TextBox 638">
            <a:extLst>
              <a:ext uri="{FF2B5EF4-FFF2-40B4-BE49-F238E27FC236}">
                <a16:creationId xmlns:a16="http://schemas.microsoft.com/office/drawing/2014/main" id="{F2346693-18AD-7573-5F36-95A021148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90300" y="387350"/>
            <a:ext cx="5572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fld id="{620975C1-E6A3-46B6-800D-C428A9C81837}" type="slidenum">
              <a:rPr lang="en-US" altLang="LID4096" sz="1200">
                <a:solidFill>
                  <a:schemeClr val="bg1"/>
                </a:solidFill>
              </a:rPr>
              <a:pPr algn="ctr" eaLnBrk="1" hangingPunct="1"/>
              <a:t>10</a:t>
            </a:fld>
            <a:endParaRPr lang="en-US" altLang="LID4096" sz="1200" dirty="0">
              <a:solidFill>
                <a:schemeClr val="bg1"/>
              </a:solidFill>
            </a:endParaRPr>
          </a:p>
        </p:txBody>
      </p:sp>
      <p:grpSp>
        <p:nvGrpSpPr>
          <p:cNvPr id="4100" name="Group 242">
            <a:extLst>
              <a:ext uri="{FF2B5EF4-FFF2-40B4-BE49-F238E27FC236}">
                <a16:creationId xmlns:a16="http://schemas.microsoft.com/office/drawing/2014/main" id="{15F31E31-EBEC-D71A-29F3-5484DFC1BCF9}"/>
              </a:ext>
            </a:extLst>
          </p:cNvPr>
          <p:cNvGrpSpPr>
            <a:grpSpLocks noChangeAspect="1"/>
          </p:cNvGrpSpPr>
          <p:nvPr/>
        </p:nvGrpSpPr>
        <p:grpSpPr bwMode="auto">
          <a:xfrm rot="5400000">
            <a:off x="-11906" y="2496343"/>
            <a:ext cx="3576638" cy="3581401"/>
            <a:chOff x="151" y="899"/>
            <a:chExt cx="2617" cy="3258"/>
          </a:xfrm>
        </p:grpSpPr>
        <p:sp>
          <p:nvSpPr>
            <p:cNvPr id="36" name="Freeform 243">
              <a:extLst>
                <a:ext uri="{FF2B5EF4-FFF2-40B4-BE49-F238E27FC236}">
                  <a16:creationId xmlns:a16="http://schemas.microsoft.com/office/drawing/2014/main" id="{B157E147-8E3C-307D-85E3-C90A74613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899"/>
              <a:ext cx="716" cy="3258"/>
            </a:xfrm>
            <a:custGeom>
              <a:avLst/>
              <a:gdLst>
                <a:gd name="T0" fmla="*/ 0 w 335"/>
                <a:gd name="T1" fmla="*/ 1527 h 1527"/>
                <a:gd name="T2" fmla="*/ 112 w 335"/>
                <a:gd name="T3" fmla="*/ 1396 h 1527"/>
                <a:gd name="T4" fmla="*/ 112 w 335"/>
                <a:gd name="T5" fmla="*/ 131 h 1527"/>
                <a:gd name="T6" fmla="*/ 223 w 335"/>
                <a:gd name="T7" fmla="*/ 0 h 1527"/>
                <a:gd name="T8" fmla="*/ 335 w 335"/>
                <a:gd name="T9" fmla="*/ 131 h 1527"/>
                <a:gd name="T10" fmla="*/ 335 w 335"/>
                <a:gd name="T11" fmla="*/ 1396 h 1527"/>
                <a:gd name="T12" fmla="*/ 223 w 335"/>
                <a:gd name="T13" fmla="*/ 1527 h 1527"/>
                <a:gd name="T14" fmla="*/ 0 w 335"/>
                <a:gd name="T15" fmla="*/ 1527 h 1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5" h="1527">
                  <a:moveTo>
                    <a:pt x="0" y="1527"/>
                  </a:moveTo>
                  <a:cubicBezTo>
                    <a:pt x="62" y="1527"/>
                    <a:pt x="112" y="1468"/>
                    <a:pt x="112" y="1396"/>
                  </a:cubicBezTo>
                  <a:cubicBezTo>
                    <a:pt x="112" y="131"/>
                    <a:pt x="112" y="131"/>
                    <a:pt x="112" y="131"/>
                  </a:cubicBezTo>
                  <a:cubicBezTo>
                    <a:pt x="112" y="59"/>
                    <a:pt x="162" y="0"/>
                    <a:pt x="223" y="0"/>
                  </a:cubicBezTo>
                  <a:cubicBezTo>
                    <a:pt x="285" y="0"/>
                    <a:pt x="335" y="59"/>
                    <a:pt x="335" y="131"/>
                  </a:cubicBezTo>
                  <a:cubicBezTo>
                    <a:pt x="335" y="1396"/>
                    <a:pt x="335" y="1396"/>
                    <a:pt x="335" y="1396"/>
                  </a:cubicBezTo>
                  <a:cubicBezTo>
                    <a:pt x="335" y="1468"/>
                    <a:pt x="285" y="1527"/>
                    <a:pt x="223" y="1527"/>
                  </a:cubicBezTo>
                  <a:lnTo>
                    <a:pt x="0" y="1527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7" name="Freeform 244">
              <a:extLst>
                <a:ext uri="{FF2B5EF4-FFF2-40B4-BE49-F238E27FC236}">
                  <a16:creationId xmlns:a16="http://schemas.microsoft.com/office/drawing/2014/main" id="{51C37433-178E-7DB9-B4D1-DC779A6A7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363"/>
              <a:ext cx="713" cy="1794"/>
            </a:xfrm>
            <a:custGeom>
              <a:avLst/>
              <a:gdLst>
                <a:gd name="T0" fmla="*/ 0 w 334"/>
                <a:gd name="T1" fmla="*/ 841 h 841"/>
                <a:gd name="T2" fmla="*/ 111 w 334"/>
                <a:gd name="T3" fmla="*/ 710 h 841"/>
                <a:gd name="T4" fmla="*/ 111 w 334"/>
                <a:gd name="T5" fmla="*/ 131 h 841"/>
                <a:gd name="T6" fmla="*/ 223 w 334"/>
                <a:gd name="T7" fmla="*/ 0 h 841"/>
                <a:gd name="T8" fmla="*/ 334 w 334"/>
                <a:gd name="T9" fmla="*/ 131 h 841"/>
                <a:gd name="T10" fmla="*/ 334 w 334"/>
                <a:gd name="T11" fmla="*/ 710 h 841"/>
                <a:gd name="T12" fmla="*/ 223 w 334"/>
                <a:gd name="T13" fmla="*/ 841 h 841"/>
                <a:gd name="T14" fmla="*/ 0 w 334"/>
                <a:gd name="T15" fmla="*/ 841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4" h="841">
                  <a:moveTo>
                    <a:pt x="0" y="841"/>
                  </a:moveTo>
                  <a:cubicBezTo>
                    <a:pt x="61" y="841"/>
                    <a:pt x="111" y="782"/>
                    <a:pt x="111" y="710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1" y="59"/>
                    <a:pt x="161" y="0"/>
                    <a:pt x="223" y="0"/>
                  </a:cubicBezTo>
                  <a:cubicBezTo>
                    <a:pt x="284" y="0"/>
                    <a:pt x="334" y="59"/>
                    <a:pt x="334" y="131"/>
                  </a:cubicBezTo>
                  <a:cubicBezTo>
                    <a:pt x="334" y="710"/>
                    <a:pt x="334" y="710"/>
                    <a:pt x="334" y="710"/>
                  </a:cubicBezTo>
                  <a:cubicBezTo>
                    <a:pt x="334" y="782"/>
                    <a:pt x="284" y="841"/>
                    <a:pt x="223" y="841"/>
                  </a:cubicBezTo>
                  <a:lnTo>
                    <a:pt x="0" y="841"/>
                  </a:lnTo>
                  <a:close/>
                </a:path>
              </a:pathLst>
            </a:custGeom>
            <a:solidFill>
              <a:srgbClr val="FFBC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8" name="Freeform 245">
              <a:extLst>
                <a:ext uri="{FF2B5EF4-FFF2-40B4-BE49-F238E27FC236}">
                  <a16:creationId xmlns:a16="http://schemas.microsoft.com/office/drawing/2014/main" id="{953E46EE-067E-34A2-B8DA-B29D1B14D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" y="1474"/>
              <a:ext cx="714" cy="2685"/>
            </a:xfrm>
            <a:custGeom>
              <a:avLst/>
              <a:gdLst>
                <a:gd name="T0" fmla="*/ 0 w 335"/>
                <a:gd name="T1" fmla="*/ 1258 h 1258"/>
                <a:gd name="T2" fmla="*/ 112 w 335"/>
                <a:gd name="T3" fmla="*/ 1127 h 1258"/>
                <a:gd name="T4" fmla="*/ 112 w 335"/>
                <a:gd name="T5" fmla="*/ 131 h 1258"/>
                <a:gd name="T6" fmla="*/ 223 w 335"/>
                <a:gd name="T7" fmla="*/ 0 h 1258"/>
                <a:gd name="T8" fmla="*/ 335 w 335"/>
                <a:gd name="T9" fmla="*/ 131 h 1258"/>
                <a:gd name="T10" fmla="*/ 335 w 335"/>
                <a:gd name="T11" fmla="*/ 1127 h 1258"/>
                <a:gd name="T12" fmla="*/ 223 w 335"/>
                <a:gd name="T13" fmla="*/ 1258 h 1258"/>
                <a:gd name="T14" fmla="*/ 0 w 335"/>
                <a:gd name="T15" fmla="*/ 1258 h 1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5" h="1258">
                  <a:moveTo>
                    <a:pt x="0" y="1258"/>
                  </a:moveTo>
                  <a:cubicBezTo>
                    <a:pt x="62" y="1258"/>
                    <a:pt x="112" y="1199"/>
                    <a:pt x="112" y="1127"/>
                  </a:cubicBezTo>
                  <a:cubicBezTo>
                    <a:pt x="112" y="131"/>
                    <a:pt x="112" y="131"/>
                    <a:pt x="112" y="131"/>
                  </a:cubicBezTo>
                  <a:cubicBezTo>
                    <a:pt x="112" y="59"/>
                    <a:pt x="162" y="0"/>
                    <a:pt x="223" y="0"/>
                  </a:cubicBezTo>
                  <a:cubicBezTo>
                    <a:pt x="285" y="0"/>
                    <a:pt x="335" y="59"/>
                    <a:pt x="335" y="131"/>
                  </a:cubicBezTo>
                  <a:cubicBezTo>
                    <a:pt x="335" y="1127"/>
                    <a:pt x="335" y="1127"/>
                    <a:pt x="335" y="1127"/>
                  </a:cubicBezTo>
                  <a:cubicBezTo>
                    <a:pt x="335" y="1199"/>
                    <a:pt x="285" y="1258"/>
                    <a:pt x="223" y="1258"/>
                  </a:cubicBezTo>
                  <a:lnTo>
                    <a:pt x="0" y="1258"/>
                  </a:lnTo>
                  <a:close/>
                </a:path>
              </a:pathLst>
            </a:custGeom>
            <a:solidFill>
              <a:srgbClr val="1D57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9" name="Freeform 246">
              <a:extLst>
                <a:ext uri="{FF2B5EF4-FFF2-40B4-BE49-F238E27FC236}">
                  <a16:creationId xmlns:a16="http://schemas.microsoft.com/office/drawing/2014/main" id="{EFDE1326-0E24-AC8E-25B8-05A683451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2150"/>
              <a:ext cx="714" cy="2007"/>
            </a:xfrm>
            <a:custGeom>
              <a:avLst/>
              <a:gdLst>
                <a:gd name="T0" fmla="*/ 0 w 335"/>
                <a:gd name="T1" fmla="*/ 941 h 941"/>
                <a:gd name="T2" fmla="*/ 112 w 335"/>
                <a:gd name="T3" fmla="*/ 810 h 941"/>
                <a:gd name="T4" fmla="*/ 112 w 335"/>
                <a:gd name="T5" fmla="*/ 131 h 941"/>
                <a:gd name="T6" fmla="*/ 223 w 335"/>
                <a:gd name="T7" fmla="*/ 0 h 941"/>
                <a:gd name="T8" fmla="*/ 335 w 335"/>
                <a:gd name="T9" fmla="*/ 131 h 941"/>
                <a:gd name="T10" fmla="*/ 335 w 335"/>
                <a:gd name="T11" fmla="*/ 810 h 941"/>
                <a:gd name="T12" fmla="*/ 223 w 335"/>
                <a:gd name="T13" fmla="*/ 941 h 941"/>
                <a:gd name="T14" fmla="*/ 0 w 335"/>
                <a:gd name="T15" fmla="*/ 941 h 9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5" h="941">
                  <a:moveTo>
                    <a:pt x="0" y="941"/>
                  </a:moveTo>
                  <a:cubicBezTo>
                    <a:pt x="62" y="941"/>
                    <a:pt x="112" y="882"/>
                    <a:pt x="112" y="810"/>
                  </a:cubicBezTo>
                  <a:cubicBezTo>
                    <a:pt x="112" y="131"/>
                    <a:pt x="112" y="131"/>
                    <a:pt x="112" y="131"/>
                  </a:cubicBezTo>
                  <a:cubicBezTo>
                    <a:pt x="112" y="59"/>
                    <a:pt x="162" y="0"/>
                    <a:pt x="223" y="0"/>
                  </a:cubicBezTo>
                  <a:cubicBezTo>
                    <a:pt x="285" y="0"/>
                    <a:pt x="335" y="59"/>
                    <a:pt x="335" y="131"/>
                  </a:cubicBezTo>
                  <a:cubicBezTo>
                    <a:pt x="335" y="810"/>
                    <a:pt x="335" y="810"/>
                    <a:pt x="335" y="810"/>
                  </a:cubicBezTo>
                  <a:cubicBezTo>
                    <a:pt x="335" y="882"/>
                    <a:pt x="285" y="941"/>
                    <a:pt x="223" y="941"/>
                  </a:cubicBezTo>
                  <a:lnTo>
                    <a:pt x="0" y="941"/>
                  </a:lnTo>
                  <a:close/>
                </a:path>
              </a:pathLst>
            </a:custGeom>
            <a:solidFill>
              <a:srgbClr val="FC0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0" name="Freeform 247">
              <a:extLst>
                <a:ext uri="{FF2B5EF4-FFF2-40B4-BE49-F238E27FC236}">
                  <a16:creationId xmlns:a16="http://schemas.microsoft.com/office/drawing/2014/main" id="{D121AD88-B77D-F1A6-BEA7-2BCCFBA7F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" y="2594"/>
              <a:ext cx="716" cy="1563"/>
            </a:xfrm>
            <a:custGeom>
              <a:avLst/>
              <a:gdLst>
                <a:gd name="T0" fmla="*/ 0 w 335"/>
                <a:gd name="T1" fmla="*/ 732 h 732"/>
                <a:gd name="T2" fmla="*/ 112 w 335"/>
                <a:gd name="T3" fmla="*/ 601 h 732"/>
                <a:gd name="T4" fmla="*/ 112 w 335"/>
                <a:gd name="T5" fmla="*/ 131 h 732"/>
                <a:gd name="T6" fmla="*/ 223 w 335"/>
                <a:gd name="T7" fmla="*/ 0 h 732"/>
                <a:gd name="T8" fmla="*/ 335 w 335"/>
                <a:gd name="T9" fmla="*/ 131 h 732"/>
                <a:gd name="T10" fmla="*/ 335 w 335"/>
                <a:gd name="T11" fmla="*/ 601 h 732"/>
                <a:gd name="T12" fmla="*/ 223 w 335"/>
                <a:gd name="T13" fmla="*/ 732 h 732"/>
                <a:gd name="T14" fmla="*/ 0 w 335"/>
                <a:gd name="T15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5" h="732">
                  <a:moveTo>
                    <a:pt x="0" y="732"/>
                  </a:moveTo>
                  <a:cubicBezTo>
                    <a:pt x="62" y="732"/>
                    <a:pt x="112" y="673"/>
                    <a:pt x="112" y="601"/>
                  </a:cubicBezTo>
                  <a:cubicBezTo>
                    <a:pt x="112" y="131"/>
                    <a:pt x="112" y="131"/>
                    <a:pt x="112" y="131"/>
                  </a:cubicBezTo>
                  <a:cubicBezTo>
                    <a:pt x="112" y="59"/>
                    <a:pt x="162" y="0"/>
                    <a:pt x="223" y="0"/>
                  </a:cubicBezTo>
                  <a:cubicBezTo>
                    <a:pt x="284" y="0"/>
                    <a:pt x="335" y="59"/>
                    <a:pt x="335" y="131"/>
                  </a:cubicBezTo>
                  <a:cubicBezTo>
                    <a:pt x="335" y="601"/>
                    <a:pt x="335" y="601"/>
                    <a:pt x="335" y="601"/>
                  </a:cubicBezTo>
                  <a:cubicBezTo>
                    <a:pt x="335" y="673"/>
                    <a:pt x="284" y="732"/>
                    <a:pt x="223" y="732"/>
                  </a:cubicBezTo>
                  <a:lnTo>
                    <a:pt x="0" y="732"/>
                  </a:lnTo>
                  <a:close/>
                </a:path>
              </a:pathLst>
            </a:custGeom>
            <a:solidFill>
              <a:srgbClr val="0017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A1DD09-653A-492A-A676-800F0526B1B0}"/>
              </a:ext>
            </a:extLst>
          </p:cNvPr>
          <p:cNvSpPr txBox="1">
            <a:spLocks/>
          </p:cNvSpPr>
          <p:nvPr/>
        </p:nvSpPr>
        <p:spPr>
          <a:xfrm>
            <a:off x="3127171" y="1098065"/>
            <a:ext cx="2418608" cy="6631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PT Sans"/>
                <a:ea typeface="+mj-ea"/>
                <a:cs typeface="PT Sans"/>
              </a:defRPr>
            </a:lvl1pPr>
          </a:lstStyle>
          <a:p>
            <a:pPr>
              <a:lnSpc>
                <a:spcPts val="3600"/>
              </a:lnSpc>
            </a:pPr>
            <a:r>
              <a:rPr lang="en-US" b="1" dirty="0">
                <a:solidFill>
                  <a:srgbClr val="FC0073"/>
                </a:solidFill>
              </a:rPr>
              <a:t> Conclusion</a:t>
            </a:r>
            <a:endParaRPr lang="en-JM" b="1" dirty="0">
              <a:solidFill>
                <a:srgbClr val="FC0073"/>
              </a:solidFill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AF2B2D24-7B53-8B04-3594-719C8212A09E}"/>
              </a:ext>
            </a:extLst>
          </p:cNvPr>
          <p:cNvSpPr txBox="1">
            <a:spLocks/>
          </p:cNvSpPr>
          <p:nvPr/>
        </p:nvSpPr>
        <p:spPr>
          <a:xfrm>
            <a:off x="3289189" y="1752217"/>
            <a:ext cx="7058694" cy="2407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2000" dirty="0" err="1">
                <a:solidFill>
                  <a:srgbClr val="FC0073"/>
                </a:solidFill>
                <a:latin typeface="PT Sans"/>
                <a:cs typeface="PT Sans"/>
              </a:rPr>
              <a:t>Musicly</a:t>
            </a:r>
            <a:r>
              <a:rPr lang="en-GB" sz="2000" dirty="0">
                <a:solidFill>
                  <a:srgbClr val="00171F"/>
                </a:solidFill>
                <a:latin typeface="PT Sans"/>
                <a:cs typeface="PT Sans"/>
              </a:rPr>
              <a:t> is more than a music app—it’s an ecosystem for exploration, discovery, and connection. </a:t>
            </a:r>
          </a:p>
          <a:p>
            <a:pPr marL="0" indent="0">
              <a:spcBef>
                <a:spcPts val="0"/>
              </a:spcBef>
              <a:buNone/>
            </a:pPr>
            <a:endParaRPr lang="en-GB" sz="2000" dirty="0">
              <a:solidFill>
                <a:srgbClr val="00171F"/>
              </a:solidFill>
              <a:latin typeface="PT Sans"/>
              <a:cs typeface="PT San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000" dirty="0">
                <a:solidFill>
                  <a:srgbClr val="00171F"/>
                </a:solidFill>
                <a:latin typeface="PT Sans"/>
                <a:cs typeface="PT Sans"/>
              </a:rPr>
              <a:t>Our user-focused design ensures </a:t>
            </a:r>
            <a:r>
              <a:rPr lang="en-GB" sz="2000" b="1" dirty="0">
                <a:solidFill>
                  <a:srgbClr val="00171F"/>
                </a:solidFill>
                <a:latin typeface="PT Sans"/>
                <a:cs typeface="PT Sans"/>
              </a:rPr>
              <a:t>accessibility, simplicity, and enjoyment. </a:t>
            </a:r>
            <a:r>
              <a:rPr lang="en-GB" sz="2000" dirty="0">
                <a:solidFill>
                  <a:srgbClr val="00171F"/>
                </a:solidFill>
                <a:latin typeface="PT Sans"/>
                <a:cs typeface="PT Sans"/>
              </a:rPr>
              <a:t>With tailored subscription plans and a vibrant community, </a:t>
            </a:r>
            <a:r>
              <a:rPr lang="en-GB" sz="2000" dirty="0" err="1">
                <a:solidFill>
                  <a:srgbClr val="FC0073"/>
                </a:solidFill>
                <a:latin typeface="PT Sans"/>
                <a:cs typeface="PT Sans"/>
              </a:rPr>
              <a:t>Musicly</a:t>
            </a:r>
            <a:r>
              <a:rPr lang="en-GB" sz="2000" dirty="0">
                <a:solidFill>
                  <a:srgbClr val="00171F"/>
                </a:solidFill>
                <a:latin typeface="PT Sans"/>
                <a:cs typeface="PT Sans"/>
              </a:rPr>
              <a:t> aims to redefine how users experience music.</a:t>
            </a:r>
            <a:endParaRPr lang="en-US" sz="2000" dirty="0">
              <a:solidFill>
                <a:srgbClr val="00171F"/>
              </a:solidFill>
              <a:latin typeface="PT Sans"/>
              <a:cs typeface="PT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3E4AE4-0FF5-ECDF-A226-0013DDC66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236279" y="3825863"/>
            <a:ext cx="5536241" cy="32472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1F4029-29FA-380C-8259-EC39FE283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114" y="4177116"/>
            <a:ext cx="3251422" cy="12899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微软雅黑</vt:lpstr>
      <vt:lpstr>Aptos</vt:lpstr>
      <vt:lpstr>Aptos Display</vt:lpstr>
      <vt:lpstr>Arial</vt:lpstr>
      <vt:lpstr>Calibri</vt:lpstr>
      <vt:lpstr>Lato</vt:lpstr>
      <vt:lpstr>Open Sans</vt:lpstr>
      <vt:lpstr>PT Sans</vt:lpstr>
      <vt:lpstr>Source Sans Pro</vt:lpstr>
      <vt:lpstr>Tahoma</vt:lpstr>
      <vt:lpstr>Office Theme</vt:lpstr>
      <vt:lpstr>PowerPoint Presentation</vt:lpstr>
      <vt:lpstr>Introduction to Musicly What is Musicly?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 Kudsi</dc:creator>
  <cp:lastModifiedBy>Sami Kudsi</cp:lastModifiedBy>
  <cp:revision>5</cp:revision>
  <dcterms:created xsi:type="dcterms:W3CDTF">2025-01-13T09:06:09Z</dcterms:created>
  <dcterms:modified xsi:type="dcterms:W3CDTF">2025-01-13T18:07:04Z</dcterms:modified>
</cp:coreProperties>
</file>